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e0804c0d1134009" /><Relationship Type="http://schemas.openxmlformats.org/officeDocument/2006/relationships/extended-properties" Target="/docProps/app.xml" Id="R7ecf71fd79554daa" /><Relationship Type="http://schemas.openxmlformats.org/officeDocument/2006/relationships/officeDocument" Target="/ppt/presentation.xml" Id="R742cbc1d3ea143a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6c669f34bc5422d"/>
  </p:sldMasterIdLst>
  <p:notesMasterIdLst>
    <p:notesMasterId xmlns:r="http://schemas.openxmlformats.org/officeDocument/2006/relationships" r:id="R0ac0dbcac4b34828"/>
  </p:notesMasterIdLst>
  <p:sldIdLst>
    <p:sldId xmlns:r="http://schemas.openxmlformats.org/officeDocument/2006/relationships" id="256" r:id="R31ebc12e146244c6"/>
  </p:sldIdLst>
  <p:sldSz cx="12191695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0a3f20ab90747f5" /><Relationship Type="http://schemas.openxmlformats.org/officeDocument/2006/relationships/slideMaster" Target="/ppt/slideMasters/slideMaster1.xml" Id="R86c669f34bc5422d" /><Relationship Type="http://schemas.openxmlformats.org/officeDocument/2006/relationships/notesMaster" Target="/ppt/notesMasters/notesMaster1.xml" Id="R0ac0dbcac4b34828" /><Relationship Type="http://schemas.openxmlformats.org/officeDocument/2006/relationships/presProps" Target="/ppt/presProps.xml" Id="Rd17df5e378924819" /><Relationship Type="http://schemas.openxmlformats.org/officeDocument/2006/relationships/viewProps" Target="/ppt/viewProps.xml" Id="R181d43eb54b94a3c" /><Relationship Type="http://schemas.openxmlformats.org/officeDocument/2006/relationships/tableStyles" Target="/ppt/tableStyles.xml" Id="Re80974e330364a4d" /><Relationship Type="http://schemas.openxmlformats.org/officeDocument/2006/relationships/slide" Target="/ppt/slides/slide1.xml" Id="R31ebc12e146244c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0a6d8a21750435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e4cbb9ce7194f40" /><Relationship Type="http://schemas.openxmlformats.org/officeDocument/2006/relationships/notesMaster" Target="/ppt/notesMasters/notesMaster1.xml" Id="R36223e3869dc4ef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f96e264295477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bbccc96f97439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907bd707304aa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5541ce82c34ef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ca7c696d57417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dbb931449446df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f81c83cfbd4302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dfaecdf66a4107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42d162ee264259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1fc4a9a48e4a7f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df91c11fa34194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8EA05A2-69EA-4C91-9ACD-C340E8CBFE8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8A971511-B0A6-4C9F-B497-376A8389927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01B8047-735C-4557-ACBC-9735B1FE3E1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5A68F08-2F6C-4DCE-865B-4473565942C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BC96272-9A16-4A35-8090-E0D19C05B36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6BABE82-D2EB-4F0C-BBD0-AA53EB5479A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499E6AB-9AED-4AF1-A176-9D066523034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F0E16D8-7FE9-42E4-810E-4216D6C764C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09FB0A3-DDE0-4A4D-B298-8E3D536ED48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9D2BD35-7E05-4BDF-AA59-1EDB40D2AB4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1E2643F-1275-4A90-8DDB-CFE40067756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2AE7B0C-D9FC-4ACB-949E-01B4C427D42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43451DC-0651-47BC-A5DD-5C611D6632F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D72E4A8-21CE-4A2C-831E-3186CB2E4EE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AFBEA53-1F26-4676-BC70-2859D434949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1EAC38D-15C4-43C0-AF23-5198EE19A33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F9729B8-EAD1-4784-8F47-112D89DA809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9C71AEE6-E978-4EB0-8040-A822B84188F8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F5130056-9EC7-407C-BFA4-F26EFEDCFE0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845CB0F5-6E4E-4464-8CA6-A14FE488A34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C3880E23-3E71-4CED-B7AA-E70C7EC7BCE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53AA8AD-3D40-4E90-ABDC-3567FA0B9C1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C573117-5C6C-4153-851D-E31EC4DC458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9FF78FC8-BDD9-487C-AD70-DBEB0950EDEA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F57BA4BE-5D8B-4BAD-A804-011315FD4233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BD98B8EB-E4BA-45B4-8A95-B8DABB1D0CA3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C4446D4F-665A-4EFA-9AB0-713DE36C2A7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747CD7B5-2537-4693-A894-87F5A8AE9E8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89786F48-94E1-47E9-BCDC-D1106C77CFE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9A9353B-E09C-4AF2-8101-21952367898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5E1904DC-1A57-46A8-BBB7-B5099EF3484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EAC18150-70E2-4F32-AF8F-65A261CC21D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108E6CDA-C2B3-47D6-88F6-723643C3C1B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C80E34B9-61AB-4F57-9543-CDD1E9B7FC2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8E604C18-BDE4-4803-9D54-0A87486A440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3AEA7C3C-6CA2-4AA6-B7ED-215B19C802F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9F0E128-4D9A-47E9-8920-09CBD35F9E3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625A34C-0A4D-4D86-876D-A39DB0821E3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1082F984-E120-4F5B-BFF8-E3B95E9F492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900DBFF8-4830-4D37-A1DC-A69142CE4DB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EE05FAA9-7EDC-4539-B1E1-55B98BC789E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86507C03-7616-466F-BE9F-39B10420502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148F5C3-9E25-4078-AA4B-F4BCB61A74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1CDBF85D-272B-4867-B8D8-E098D7B9EBDE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DEBD4333-8B58-4CE8-95FA-C7D64D035B8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F23B0FB1-4BF6-46DE-AB83-6F525C60314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EE140C85-2F27-4095-8CAE-D1E29373D3D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674C170F-7838-459A-AB37-2E3E01A2D99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2AD0166-16D5-4E01-8808-7201700DB5A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5131424B-A430-49C8-A37B-23358976FBA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FEA4137-6D2D-43A9-9430-3EE31F96DAC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ED79AFF-8062-4924-9C60-646E2306420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9198065-669E-4B34-BFFF-E4DDDC64FF0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976D73A9-85D6-44A3-92C3-B4BA27FCAAA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2F3EB012-6D33-4CA5-8F64-00C7595E55D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F5C827F-3AB8-4F46-9CD7-EA5BBD6017A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C9008DA-59B8-4CDC-9F92-B0561F30442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D25026A-7A0B-4C93-8561-F0AC9F49BB3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9207e5907d54c22" /><Relationship Type="http://schemas.openxmlformats.org/officeDocument/2006/relationships/slideLayout" Target="/ppt/slideLayouts/slideLayout1.xml" Id="R6732cde85a8047b2" /><Relationship Type="http://schemas.openxmlformats.org/officeDocument/2006/relationships/slideLayout" Target="/ppt/slideLayouts/slideLayout2.xml" Id="Ra3756802efa045db" /><Relationship Type="http://schemas.openxmlformats.org/officeDocument/2006/relationships/slideLayout" Target="/ppt/slideLayouts/slideLayout3.xml" Id="R0b3ca9c30c5e4ad4" /><Relationship Type="http://schemas.openxmlformats.org/officeDocument/2006/relationships/slideLayout" Target="/ppt/slideLayouts/slideLayout4.xml" Id="Ra4ac0fd007c04890" /><Relationship Type="http://schemas.openxmlformats.org/officeDocument/2006/relationships/slideLayout" Target="/ppt/slideLayouts/slideLayout5.xml" Id="Ra287c147d5714364" /><Relationship Type="http://schemas.openxmlformats.org/officeDocument/2006/relationships/slideLayout" Target="/ppt/slideLayouts/slideLayout6.xml" Id="R40693e4801674f47" /><Relationship Type="http://schemas.openxmlformats.org/officeDocument/2006/relationships/slideLayout" Target="/ppt/slideLayouts/slideLayout7.xml" Id="R04d1f5254b5847a0" /><Relationship Type="http://schemas.openxmlformats.org/officeDocument/2006/relationships/slideLayout" Target="/ppt/slideLayouts/slideLayout8.xml" Id="R6e8ec26b47644d44" /><Relationship Type="http://schemas.openxmlformats.org/officeDocument/2006/relationships/slideLayout" Target="/ppt/slideLayouts/slideLayout9.xml" Id="R5f46de6500d64685" /><Relationship Type="http://schemas.openxmlformats.org/officeDocument/2006/relationships/slideLayout" Target="/ppt/slideLayouts/slideLayout10.xml" Id="R5ffadb3e3d74423b" /><Relationship Type="http://schemas.openxmlformats.org/officeDocument/2006/relationships/slideLayout" Target="/ppt/slideLayouts/slideLayout11.xml" Id="R2bcc797ef92843f5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F3E6A3A5-DAE7-4BAC-9286-475B953DB56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53A5A36-64A8-489B-9F43-0741FB35CA8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AFC965A-9076-4B58-842E-F7F2D759B7B9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0A3B5E7-97EC-40B7-9414-B70416FF28B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E2F50DA-CC8C-4EA2-BA89-8D4DF830E6E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732cde85a8047b2"/>
    <p:sldLayoutId xmlns:r="http://schemas.openxmlformats.org/officeDocument/2006/relationships" id="2147483650" r:id="Ra3756802efa045db"/>
    <p:sldLayoutId xmlns:r="http://schemas.openxmlformats.org/officeDocument/2006/relationships" id="2147483651" r:id="R0b3ca9c30c5e4ad4"/>
    <p:sldLayoutId xmlns:r="http://schemas.openxmlformats.org/officeDocument/2006/relationships" id="2147483652" r:id="Ra4ac0fd007c04890"/>
    <p:sldLayoutId xmlns:r="http://schemas.openxmlformats.org/officeDocument/2006/relationships" id="2147483653" r:id="Ra287c147d5714364"/>
    <p:sldLayoutId xmlns:r="http://schemas.openxmlformats.org/officeDocument/2006/relationships" id="2147483654" r:id="R40693e4801674f47"/>
    <p:sldLayoutId xmlns:r="http://schemas.openxmlformats.org/officeDocument/2006/relationships" id="2147483655" r:id="R04d1f5254b5847a0"/>
    <p:sldLayoutId xmlns:r="http://schemas.openxmlformats.org/officeDocument/2006/relationships" id="2147483656" r:id="R6e8ec26b47644d44"/>
    <p:sldLayoutId xmlns:r="http://schemas.openxmlformats.org/officeDocument/2006/relationships" id="2147483657" r:id="R5f46de6500d64685"/>
    <p:sldLayoutId xmlns:r="http://schemas.openxmlformats.org/officeDocument/2006/relationships" id="2147483658" r:id="R5ffadb3e3d74423b"/>
    <p:sldLayoutId xmlns:r="http://schemas.openxmlformats.org/officeDocument/2006/relationships" id="2147483659" r:id="R2bcc797ef92843f5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a9ff5c9fc924364" /><Relationship Type="http://schemas.openxmlformats.org/officeDocument/2006/relationships/notesSlide" Target="/ppt/notesSlides/notesSlide1.xml" Id="Rf721f7dbc6f5467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A4158E2-55FB-4344-93BA-FD40A2891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" y="27432"/>
            <a:ext cx="11311128" cy="91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8658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8AE96F1F-B412-4D47-846D-F452C647B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" y="109728"/>
            <a:ext cx="11311128" cy="1005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680" b="0" i="0">
                <a:solidFill>
                  <a:srgbClr val="59545E"/>
                </a:solidFill>
                <a:latin typeface="Roboto Medium"/>
                <a:ea typeface="Roboto Medium"/>
                <a:cs typeface="Roboto Medium"/>
              </a:rPr>
              <a:t>C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C1C9F0AF-EE1C-4ABC-8F60-669B12D5F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" y="228600"/>
            <a:ext cx="11311128" cy="338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85" b="0" i="0">
                <a:solidFill>
                  <a:srgbClr val="3E173E"/>
                </a:solidFill>
                <a:latin typeface="Roboto Medium"/>
                <a:ea typeface="Roboto Medium"/>
                <a:cs typeface="Roboto Medium"/>
              </a:rPr>
              <a:t>P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6FBDEEDD-6D46-4003-9DC3-4793B9C26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" y="580644"/>
            <a:ext cx="11311128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94" b="0" i="0">
                <a:solidFill>
                  <a:srgbClr val="3C3840"/>
                </a:solidFill>
                <a:latin typeface="Roboto"/>
                <a:ea typeface="Roboto"/>
                <a:cs typeface="Roboto"/>
              </a:rPr>
              <a:t>S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86C96E8A-06E7-4310-AAD4-23649082B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" y="782726"/>
            <a:ext cx="11311128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35" b="0" i="0">
                <a:solidFill>
                  <a:srgbClr val="3E173E"/>
                </a:solidFill>
                <a:latin typeface="Roboto Medium"/>
                <a:ea typeface="Roboto Medium"/>
                <a:cs typeface="Roboto Medium"/>
              </a:rPr>
              <a:t>M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8A2331B0-5CFD-4713-ABD5-E956B8A1B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" y="914400"/>
            <a:ext cx="11311128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CF1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062A4B8F-75E0-4890-B729-E0F007C71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" y="914400"/>
            <a:ext cx="16459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173E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Connector 11">
            <a:extLst xmlns:a="http://schemas.openxmlformats.org/drawingml/2006/main">
              <a:ext uri="{FF2B5EF4-FFF2-40B4-BE49-F238E27FC236}">
                <a16:creationId xmlns:a16="http://schemas.microsoft.com/office/drawing/2014/main" id="{46BCC4C1-B61E-4E23-B847-3F10163E7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2504" y="1001268"/>
            <a:ext cx="0" cy="329184"/>
          </a:xfrm>
          <a:prstGeom xmlns:a="http://schemas.openxmlformats.org/drawingml/2006/main" prst="line">
            <a:avLst/>
          </a:prstGeom>
          <a:ln xmlns:a="http://schemas.openxmlformats.org/drawingml/2006/main" w="5715">
            <a:solidFill>
              <a:srgbClr val="C0BBC4"/>
            </a:solidFill>
          </a:ln>
        </p:spPr>
      </p:sp>
      <p:sp>
        <p:nvSpPr>
          <p:cNvPr id="13" name="Connector 12">
            <a:extLst xmlns:a="http://schemas.openxmlformats.org/drawingml/2006/main">
              <a:ext uri="{FF2B5EF4-FFF2-40B4-BE49-F238E27FC236}">
                <a16:creationId xmlns:a16="http://schemas.microsoft.com/office/drawing/2014/main" id="{3245663D-681D-4F3D-AA7B-F6B1CB0F1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9248" y="1001268"/>
            <a:ext cx="0" cy="329184"/>
          </a:xfrm>
          <a:prstGeom xmlns:a="http://schemas.openxmlformats.org/drawingml/2006/main" prst="line">
            <a:avLst/>
          </a:prstGeom>
          <a:ln xmlns:a="http://schemas.openxmlformats.org/drawingml/2006/main" w="5715">
            <a:solidFill>
              <a:srgbClr val="C0BBC4"/>
            </a:solidFill>
          </a:ln>
        </p:spPr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CEA51C4B-B86E-4345-B6AF-3DD696BD1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975664"/>
            <a:ext cx="3264408" cy="1417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94" b="0" i="0">
                <a:solidFill>
                  <a:srgbClr val="3E173E"/>
                </a:solidFill>
                <a:latin typeface="Roboto Medium"/>
                <a:ea typeface="Roboto Medium"/>
                <a:cs typeface="Roboto Medium"/>
              </a:rPr>
              <a:t>R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1DB1BAE9-A5EF-49F8-83FC-64DCB245D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152144"/>
            <a:ext cx="3264408" cy="1965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>
                <a:solidFill>
                  <a:srgbClr val="3C3840"/>
                </a:solidFill>
                <a:latin typeface="Roboto"/>
                <a:ea typeface="Roboto"/>
                <a:cs typeface="Roboto"/>
              </a:rPr>
              <a:t>D</a:t>
            </a:r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4F690934-7E47-4601-B006-88573F496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7096" y="975664"/>
            <a:ext cx="3337560" cy="1417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94" b="0" i="0">
                <a:solidFill>
                  <a:srgbClr val="3E173E"/>
                </a:solidFill>
                <a:latin typeface="Roboto Medium"/>
                <a:ea typeface="Roboto Medium"/>
                <a:cs typeface="Roboto Medium"/>
              </a:rPr>
              <a:t>S</a:t>
            </a: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F4FC84C0-517F-4B7C-B288-08ACBF72D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7096" y="1152144"/>
            <a:ext cx="3337560" cy="1965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>
                <a:solidFill>
                  <a:srgbClr val="3C3840"/>
                </a:solidFill>
                <a:latin typeface="Roboto"/>
                <a:ea typeface="Roboto"/>
                <a:cs typeface="Roboto"/>
              </a:rPr>
              <a:t>4</a:t>
            </a:r>
          </a:p>
        </p:txBody>
      </p:sp>
      <p:sp>
        <p:nvSpPr>
          <p:cNvPr id="46" name="TextBox 45">
            <a:extLst xmlns:a="http://schemas.openxmlformats.org/drawingml/2006/main">
              <a:ext uri="{FF2B5EF4-FFF2-40B4-BE49-F238E27FC236}">
                <a16:creationId xmlns:a16="http://schemas.microsoft.com/office/drawing/2014/main" id="{DCF1728D-B038-4580-8E69-624B75BDD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0" y="975664"/>
            <a:ext cx="3721608" cy="1417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94" b="0" i="0">
                <a:solidFill>
                  <a:srgbClr val="3E173E"/>
                </a:solidFill>
                <a:latin typeface="Roboto Medium"/>
                <a:ea typeface="Roboto Medium"/>
                <a:cs typeface="Roboto Medium"/>
              </a:rPr>
              <a:t>I</a:t>
            </a:r>
          </a:p>
        </p:txBody>
      </p:sp>
      <p:sp>
        <p:nvSpPr>
          <p:cNvPr id="47" name="TextBox 46">
            <a:extLst xmlns:a="http://schemas.openxmlformats.org/drawingml/2006/main">
              <a:ext uri="{FF2B5EF4-FFF2-40B4-BE49-F238E27FC236}">
                <a16:creationId xmlns:a16="http://schemas.microsoft.com/office/drawing/2014/main" id="{7E30FF79-26A9-4240-90BA-43FE8D417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0" y="1152144"/>
            <a:ext cx="3794760" cy="1965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>
                <a:solidFill>
                  <a:srgbClr val="3C3840"/>
                </a:solidFill>
                <a:latin typeface="Roboto"/>
                <a:ea typeface="Roboto"/>
                <a:cs typeface="Roboto"/>
              </a:rPr>
              <a:t>B</a:t>
            </a:r>
          </a:p>
        </p:txBody>
      </p:sp>
      <p:sp>
        <p:nvSpPr>
          <p:cNvPr id="49" name="Connector 48">
            <a:extLst xmlns:a="http://schemas.openxmlformats.org/drawingml/2006/main">
              <a:ext uri="{FF2B5EF4-FFF2-40B4-BE49-F238E27FC236}">
                <a16:creationId xmlns:a16="http://schemas.microsoft.com/office/drawing/2014/main" id="{DFDA89A3-FE10-4A46-83FF-AF42DA8ED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" y="1568196"/>
            <a:ext cx="11311128" cy="0"/>
          </a:xfrm>
          <a:prstGeom xmlns:a="http://schemas.openxmlformats.org/drawingml/2006/main" prst="line">
            <a:avLst/>
          </a:prstGeom>
          <a:ln xmlns:a="http://schemas.openxmlformats.org/drawingml/2006/main" w="6985">
            <a:solidFill>
              <a:srgbClr val="B7B2BB"/>
            </a:solidFill>
          </a:ln>
        </p:spPr>
      </p:sp>
      <p:sp>
        <p:nvSpPr>
          <p:cNvPr id="51" name="Rectangle 50">
            <a:extLst xmlns:a="http://schemas.openxmlformats.org/drawingml/2006/main">
              <a:ext uri="{FF2B5EF4-FFF2-40B4-BE49-F238E27FC236}">
                <a16:creationId xmlns:a16="http://schemas.microsoft.com/office/drawing/2014/main" id="{10782010-7349-4222-AA53-6F629EEFC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636776"/>
            <a:ext cx="658368" cy="8458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8"/>
          </a:solidFill>
          <a:ln xmlns:a="http://schemas.openxmlformats.org/drawingml/2006/main" w="6985">
            <a:solidFill>
              <a:srgbClr val="C0BBC4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4" name="TextBox 53">
            <a:extLst xmlns:a="http://schemas.openxmlformats.org/drawingml/2006/main">
              <a:ext uri="{FF2B5EF4-FFF2-40B4-BE49-F238E27FC236}">
                <a16:creationId xmlns:a16="http://schemas.microsoft.com/office/drawing/2014/main" id="{F01B331C-D47F-49E1-A78A-CE9C17D50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1632204"/>
            <a:ext cx="6062472" cy="2788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>
                <a:solidFill>
                  <a:srgbClr val="3E173E"/>
                </a:solidFill>
                <a:latin typeface="Roboto Medium"/>
                <a:ea typeface="Roboto Medium"/>
                <a:cs typeface="Roboto Medium"/>
              </a:rPr>
              <a:t>S</a:t>
            </a:r>
          </a:p>
        </p:txBody>
      </p:sp>
      <p:sp>
        <p:nvSpPr>
          <p:cNvPr id="55" name="TextBox 54">
            <a:extLst xmlns:a="http://schemas.openxmlformats.org/drawingml/2006/main">
              <a:ext uri="{FF2B5EF4-FFF2-40B4-BE49-F238E27FC236}">
                <a16:creationId xmlns:a16="http://schemas.microsoft.com/office/drawing/2014/main" id="{D4139D39-79A0-4112-BF31-3C42FB0AB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1903780"/>
            <a:ext cx="6062472" cy="1234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5" b="0" i="0">
                <a:solidFill>
                  <a:srgbClr val="504B54"/>
                </a:solidFill>
                <a:latin typeface="Roboto"/>
                <a:ea typeface="Roboto"/>
                <a:cs typeface="Roboto"/>
              </a:rPr>
              <a:t>S</a:t>
            </a:r>
          </a:p>
        </p:txBody>
      </p:sp>
      <p:sp>
        <p:nvSpPr>
          <p:cNvPr id="56" name="TextBox 55">
            <a:extLst xmlns:a="http://schemas.openxmlformats.org/drawingml/2006/main">
              <a:ext uri="{FF2B5EF4-FFF2-40B4-BE49-F238E27FC236}">
                <a16:creationId xmlns:a16="http://schemas.microsoft.com/office/drawing/2014/main" id="{6D9148E0-2A69-4DA3-AB18-52AF4464F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5608" y="2066543"/>
            <a:ext cx="5980176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45" b="0" i="0">
                <a:solidFill>
                  <a:srgbClr val="302D34"/>
                </a:solidFill>
                <a:latin typeface="Roboto Medium"/>
                <a:ea typeface="Roboto Medium"/>
                <a:cs typeface="Roboto Medium"/>
              </a:rPr>
              <a:t>S</a:t>
            </a:r>
          </a:p>
        </p:txBody>
      </p:sp>
      <p:sp>
        <p:nvSpPr>
          <p:cNvPr id="57" name="TextBox 56">
            <a:extLst xmlns:a="http://schemas.openxmlformats.org/drawingml/2006/main">
              <a:ext uri="{FF2B5EF4-FFF2-40B4-BE49-F238E27FC236}">
                <a16:creationId xmlns:a16="http://schemas.microsoft.com/office/drawing/2014/main" id="{E2203FDF-2143-4A96-96E5-399A32FD7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2244852"/>
            <a:ext cx="6062472" cy="3337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173736" indent="-86868" algn="l">
              <a:lnSpc>
                <a:spcPct val="100000"/>
              </a:lnSpc>
              <a:spcBef>
                <a:spcPts val="0"/>
              </a:spcBef>
              <a:spcAft>
                <a:spcPts val="215"/>
              </a:spcAft>
              <a:buClr>
                <a:srgbClr val="4A4650"/>
              </a:buClr>
              <a:buSzPct val="62000"/>
              <a:buFont typeface="Roboto"/>
              <a:buChar char="•"/>
            </a:pPr>
            <a:r>
              <a:rPr sz="705" b="0" i="0">
                <a:solidFill>
                  <a:srgbClr val="3C3840"/>
                </a:solidFill>
                <a:latin typeface="Roboto"/>
                <a:ea typeface="Roboto"/>
                <a:cs typeface="Roboto"/>
              </a:rPr>
              <a:t>S</a:t>
            </a:r>
          </a:p>
          <a:p xmlns:a="http://schemas.openxmlformats.org/drawingml/2006/main">
            <a:pPr marL="173736" indent="-86868" algn="l">
              <a:lnSpc>
                <a:spcPct val="100000"/>
              </a:lnSpc>
              <a:spcBef>
                <a:spcPts val="0"/>
              </a:spcBef>
              <a:spcAft>
                <a:spcPts val="215"/>
              </a:spcAft>
              <a:buClr>
                <a:srgbClr val="4A4650"/>
              </a:buClr>
              <a:buSzPct val="62000"/>
              <a:buFont typeface="Roboto"/>
              <a:buChar char="•"/>
            </a:pPr>
            <a:r>
              <a:rPr sz="705" b="0" i="0">
                <a:solidFill>
                  <a:srgbClr val="302D34"/>
                </a:solidFill>
                <a:latin typeface="Roboto Medium"/>
                <a:ea typeface="Roboto Medium"/>
                <a:cs typeface="Roboto Medium"/>
              </a:rPr>
              <a:t>D</a:t>
            </a:r>
          </a:p>
          <a:p xmlns:a="http://schemas.openxmlformats.org/drawingml/2006/main">
            <a:pPr marL="173736" indent="-8686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650"/>
              </a:buClr>
              <a:buSzPct val="62000"/>
              <a:buFont typeface="Roboto"/>
              <a:buChar char="•"/>
            </a:pPr>
            <a:r>
              <a:rPr sz="705" b="0" i="0">
                <a:solidFill>
                  <a:srgbClr val="3C3840"/>
                </a:solidFill>
                <a:latin typeface="Roboto"/>
                <a:ea typeface="Roboto"/>
                <a:cs typeface="Roboto"/>
              </a:rPr>
              <a:t>S</a:t>
            </a:r>
          </a:p>
        </p:txBody>
      </p:sp>
      <p:sp>
        <p:nvSpPr>
          <p:cNvPr id="58" name="Rectangle 57">
            <a:extLst xmlns:a="http://schemas.openxmlformats.org/drawingml/2006/main">
              <a:ext uri="{FF2B5EF4-FFF2-40B4-BE49-F238E27FC236}">
                <a16:creationId xmlns:a16="http://schemas.microsoft.com/office/drawing/2014/main" id="{760B6D32-14C7-4DAA-9EB0-6C3665C18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5552" y="1636776"/>
            <a:ext cx="658368" cy="8458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8"/>
          </a:solidFill>
          <a:ln xmlns:a="http://schemas.openxmlformats.org/drawingml/2006/main" w="6985">
            <a:solidFill>
              <a:srgbClr val="C0BBC4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1" name="TextBox 60">
            <a:extLst xmlns:a="http://schemas.openxmlformats.org/drawingml/2006/main">
              <a:ext uri="{FF2B5EF4-FFF2-40B4-BE49-F238E27FC236}">
                <a16:creationId xmlns:a16="http://schemas.microsoft.com/office/drawing/2014/main" id="{8B677F62-96E0-422A-82E5-BCC12131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8512" y="1632204"/>
            <a:ext cx="3035808" cy="2788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65" b="0" i="0">
                <a:solidFill>
                  <a:srgbClr val="3E173E"/>
                </a:solidFill>
                <a:latin typeface="Roboto Medium"/>
                <a:ea typeface="Roboto Medium"/>
                <a:cs typeface="Roboto Medium"/>
              </a:rPr>
              <a:t>M</a:t>
            </a:r>
          </a:p>
        </p:txBody>
      </p:sp>
      <p:sp>
        <p:nvSpPr>
          <p:cNvPr id="62" name="TextBox 61">
            <a:extLst xmlns:a="http://schemas.openxmlformats.org/drawingml/2006/main">
              <a:ext uri="{FF2B5EF4-FFF2-40B4-BE49-F238E27FC236}">
                <a16:creationId xmlns:a16="http://schemas.microsoft.com/office/drawing/2014/main" id="{6C816DD6-A011-4A18-A66F-C9F3F5D17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8512" y="1903780"/>
            <a:ext cx="3035808" cy="1234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5" b="0" i="0">
                <a:solidFill>
                  <a:srgbClr val="504B54"/>
                </a:solidFill>
                <a:latin typeface="Roboto"/>
                <a:ea typeface="Roboto"/>
                <a:cs typeface="Roboto"/>
              </a:rPr>
              <a:t>V</a:t>
            </a:r>
          </a:p>
        </p:txBody>
      </p:sp>
      <p:sp>
        <p:nvSpPr>
          <p:cNvPr id="63" name="TextBox 62">
            <a:extLst xmlns:a="http://schemas.openxmlformats.org/drawingml/2006/main">
              <a:ext uri="{FF2B5EF4-FFF2-40B4-BE49-F238E27FC236}">
                <a16:creationId xmlns:a16="http://schemas.microsoft.com/office/drawing/2014/main" id="{F4A689C3-71A9-43DB-B674-41FC6C2BA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0808" y="2066543"/>
            <a:ext cx="2953512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45" b="0" i="0">
                <a:solidFill>
                  <a:srgbClr val="302D34"/>
                </a:solidFill>
                <a:latin typeface="Roboto Medium"/>
                <a:ea typeface="Roboto Medium"/>
                <a:cs typeface="Roboto Medium"/>
              </a:rPr>
              <a:t>D</a:t>
            </a:r>
          </a:p>
        </p:txBody>
      </p:sp>
      <p:sp>
        <p:nvSpPr>
          <p:cNvPr id="64" name="TextBox 63">
            <a:extLst xmlns:a="http://schemas.openxmlformats.org/drawingml/2006/main">
              <a:ext uri="{FF2B5EF4-FFF2-40B4-BE49-F238E27FC236}">
                <a16:creationId xmlns:a16="http://schemas.microsoft.com/office/drawing/2014/main" id="{7AF8A339-D40F-497C-867F-BCD850BDC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8512" y="2244852"/>
            <a:ext cx="3035808" cy="3337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173736" indent="-86868" algn="l">
              <a:lnSpc>
                <a:spcPct val="100000"/>
              </a:lnSpc>
              <a:spcBef>
                <a:spcPts val="0"/>
              </a:spcBef>
              <a:spcAft>
                <a:spcPts val="215"/>
              </a:spcAft>
              <a:buClr>
                <a:srgbClr val="4A4650"/>
              </a:buClr>
              <a:buSzPct val="62000"/>
              <a:buFont typeface="Roboto"/>
              <a:buChar char="•"/>
            </a:pPr>
            <a:r>
              <a:rPr sz="705" b="0" i="0">
                <a:solidFill>
                  <a:srgbClr val="3C3840"/>
                </a:solidFill>
                <a:latin typeface="Roboto"/>
                <a:ea typeface="Roboto"/>
                <a:cs typeface="Roboto"/>
              </a:rPr>
              <a:t>B</a:t>
            </a:r>
          </a:p>
          <a:p xmlns:a="http://schemas.openxmlformats.org/drawingml/2006/main">
            <a:pPr marL="173736" indent="-86868" algn="l">
              <a:lnSpc>
                <a:spcPct val="100000"/>
              </a:lnSpc>
              <a:spcBef>
                <a:spcPts val="0"/>
              </a:spcBef>
              <a:spcAft>
                <a:spcPts val="215"/>
              </a:spcAft>
              <a:buClr>
                <a:srgbClr val="4A4650"/>
              </a:buClr>
              <a:buSzPct val="62000"/>
              <a:buFont typeface="Roboto"/>
              <a:buChar char="•"/>
            </a:pPr>
            <a:r>
              <a:rPr sz="705" b="0" i="0">
                <a:solidFill>
                  <a:srgbClr val="3C3840"/>
                </a:solidFill>
                <a:latin typeface="Roboto"/>
                <a:ea typeface="Roboto"/>
                <a:cs typeface="Roboto"/>
              </a:rPr>
              <a:t>M</a:t>
            </a:r>
          </a:p>
          <a:p xmlns:a="http://schemas.openxmlformats.org/drawingml/2006/main">
            <a:pPr marL="173736" indent="-8686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650"/>
              </a:buClr>
              <a:buSzPct val="62000"/>
              <a:buFont typeface="Roboto"/>
              <a:buChar char="•"/>
            </a:pPr>
            <a:r>
              <a:rPr sz="705" b="0" i="0">
                <a:solidFill>
                  <a:srgbClr val="3C3840"/>
                </a:solidFill>
                <a:latin typeface="Roboto"/>
                <a:ea typeface="Roboto"/>
                <a:cs typeface="Roboto"/>
              </a:rPr>
              <a:t>R</a:t>
            </a:r>
          </a:p>
        </p:txBody>
      </p:sp>
      <p:sp>
        <p:nvSpPr>
          <p:cNvPr id="65" name="TextBox 64">
            <a:extLst xmlns:a="http://schemas.openxmlformats.org/drawingml/2006/main">
              <a:ext uri="{FF2B5EF4-FFF2-40B4-BE49-F238E27FC236}">
                <a16:creationId xmlns:a16="http://schemas.microsoft.com/office/drawing/2014/main" id="{B2DFD324-0B9D-42FB-B33D-49D8CB13F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" y="2619756"/>
            <a:ext cx="1627632" cy="1005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690" b="0" i="0">
                <a:solidFill>
                  <a:srgbClr val="3E173E"/>
                </a:solidFill>
                <a:latin typeface="Roboto Medium"/>
                <a:ea typeface="Roboto Medium"/>
                <a:cs typeface="Roboto Medium"/>
              </a:rPr>
              <a:t>S</a:t>
            </a:r>
          </a:p>
        </p:txBody>
      </p:sp>
      <p:sp>
        <p:nvSpPr>
          <p:cNvPr id="66" name="Connector 65">
            <a:extLst xmlns:a="http://schemas.openxmlformats.org/drawingml/2006/main">
              <a:ext uri="{FF2B5EF4-FFF2-40B4-BE49-F238E27FC236}">
                <a16:creationId xmlns:a16="http://schemas.microsoft.com/office/drawing/2014/main" id="{3DEE92BB-7B13-497B-9C8A-74F160764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2848" y="2665476"/>
            <a:ext cx="9537192" cy="0"/>
          </a:xfrm>
          <a:prstGeom xmlns:a="http://schemas.openxmlformats.org/drawingml/2006/main" prst="line">
            <a:avLst/>
          </a:prstGeom>
          <a:ln xmlns:a="http://schemas.openxmlformats.org/drawingml/2006/main" w="6350">
            <a:solidFill>
              <a:srgbClr val="C0BBC4"/>
            </a:solidFill>
          </a:ln>
        </p:spPr>
      </p:sp>
      <p:sp>
        <p:nvSpPr>
          <p:cNvPr id="67" name="TextBox 66">
            <a:extLst xmlns:a="http://schemas.openxmlformats.org/drawingml/2006/main">
              <a:ext uri="{FF2B5EF4-FFF2-40B4-BE49-F238E27FC236}">
                <a16:creationId xmlns:a16="http://schemas.microsoft.com/office/drawing/2014/main" id="{B82948C8-2F5A-4AC5-927C-54B0566E8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" y="2761488"/>
            <a:ext cx="22402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35" b="0" i="0">
                <a:solidFill>
                  <a:srgbClr val="3E173E"/>
                </a:solidFill>
                <a:latin typeface="Roboto Medium"/>
                <a:ea typeface="Roboto Medium"/>
                <a:cs typeface="Roboto Medium"/>
              </a:rPr>
              <a:t>R</a:t>
            </a:r>
          </a:p>
        </p:txBody>
      </p:sp>
      <p:sp>
        <p:nvSpPr>
          <p:cNvPr id="68" name="Connector 67">
            <a:extLst xmlns:a="http://schemas.openxmlformats.org/drawingml/2006/main">
              <a:ext uri="{FF2B5EF4-FFF2-40B4-BE49-F238E27FC236}">
                <a16:creationId xmlns:a16="http://schemas.microsoft.com/office/drawing/2014/main" id="{18F0759D-C86E-4E70-A990-3A1D26D1E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" y="2967228"/>
            <a:ext cx="3547872" cy="0"/>
          </a:xfrm>
          <a:prstGeom xmlns:a="http://schemas.openxmlformats.org/drawingml/2006/main" prst="line">
            <a:avLst/>
          </a:prstGeom>
          <a:ln xmlns:a="http://schemas.openxmlformats.org/drawingml/2006/main" w="6350">
            <a:solidFill>
              <a:srgbClr val="C9C4CD"/>
            </a:solidFill>
          </a:ln>
        </p:spPr>
      </p:sp>
      <p:sp>
        <p:nvSpPr>
          <p:cNvPr id="69" name="TextBox 68">
            <a:extLst xmlns:a="http://schemas.openxmlformats.org/drawingml/2006/main">
              <a:ext uri="{FF2B5EF4-FFF2-40B4-BE49-F238E27FC236}">
                <a16:creationId xmlns:a16="http://schemas.microsoft.com/office/drawing/2014/main" id="{7FA7A177-EBBD-4F49-BB6C-EDC467FAA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" y="3028492"/>
            <a:ext cx="3547872" cy="11612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114300" indent="-64008" algn="l">
              <a:lnSpc>
                <a:spcPct val="100000"/>
              </a:lnSpc>
              <a:spcBef>
                <a:spcPts val="0"/>
              </a:spcBef>
              <a:spcAft>
                <a:spcPts val="590"/>
              </a:spcAft>
              <a:buClr>
                <a:srgbClr val="4A4650"/>
              </a:buClr>
              <a:buSzPct val="65000"/>
              <a:buFont typeface="Roboto"/>
              <a:buChar char="•"/>
            </a:pPr>
            <a:r>
              <a:rPr sz="844" b="0" i="0">
                <a:solidFill>
                  <a:srgbClr val="3E173E"/>
                </a:solidFill>
                <a:latin typeface="Roboto Medium"/>
                <a:ea typeface="Roboto Medium"/>
                <a:cs typeface="Roboto Medium"/>
              </a:rPr>
              <a:t>B</a:t>
            </a:r>
          </a:p>
          <a:p xmlns:a="http://schemas.openxmlformats.org/drawingml/2006/main">
            <a:pPr marL="114300" indent="-64008" algn="l">
              <a:lnSpc>
                <a:spcPct val="100000"/>
              </a:lnSpc>
              <a:spcBef>
                <a:spcPts val="0"/>
              </a:spcBef>
              <a:spcAft>
                <a:spcPts val="590"/>
              </a:spcAft>
              <a:buClr>
                <a:srgbClr val="4A4650"/>
              </a:buClr>
              <a:buSzPct val="65000"/>
              <a:buFont typeface="Roboto"/>
              <a:buChar char="•"/>
            </a:pPr>
            <a:r>
              <a:rPr sz="844" b="0" i="0">
                <a:solidFill>
                  <a:srgbClr val="3E173E"/>
                </a:solidFill>
                <a:latin typeface="Roboto Medium"/>
                <a:ea typeface="Roboto Medium"/>
                <a:cs typeface="Roboto Medium"/>
              </a:rPr>
              <a:t>B</a:t>
            </a:r>
          </a:p>
          <a:p xmlns:a="http://schemas.openxmlformats.org/drawingml/2006/main">
            <a:pPr marL="114300" indent="-64008" algn="l">
              <a:lnSpc>
                <a:spcPct val="100000"/>
              </a:lnSpc>
              <a:spcBef>
                <a:spcPts val="0"/>
              </a:spcBef>
              <a:spcAft>
                <a:spcPts val="590"/>
              </a:spcAft>
              <a:buClr>
                <a:srgbClr val="4A4650"/>
              </a:buClr>
              <a:buSzPct val="65000"/>
              <a:buFont typeface="Roboto"/>
              <a:buChar char="•"/>
            </a:pPr>
            <a:r>
              <a:rPr sz="844" b="0" i="0">
                <a:solidFill>
                  <a:srgbClr val="3E173E"/>
                </a:solidFill>
                <a:latin typeface="Roboto Medium"/>
                <a:ea typeface="Roboto Medium"/>
                <a:cs typeface="Roboto Medium"/>
              </a:rPr>
              <a:t>I</a:t>
            </a:r>
            <a:br/>
            <a:r>
              <a:rPr sz="844" b="0" i="0">
                <a:solidFill>
                  <a:srgbClr val="3C3840"/>
                </a:solidFill>
                <a:latin typeface="Roboto"/>
                <a:ea typeface="Roboto"/>
                <a:cs typeface="Roboto"/>
              </a:rPr>
              <a:t>A</a:t>
            </a:r>
          </a:p>
          <a:p xmlns:a="http://schemas.openxmlformats.org/drawingml/2006/main">
            <a:pPr marL="114300" indent="-64008" algn="l">
              <a:lnSpc>
                <a:spcPct val="100000"/>
              </a:lnSpc>
              <a:spcBef>
                <a:spcPts val="0"/>
              </a:spcBef>
              <a:spcAft>
                <a:spcPts val="590"/>
              </a:spcAft>
              <a:buClr>
                <a:srgbClr val="4A4650"/>
              </a:buClr>
              <a:buSzPct val="65000"/>
              <a:buFont typeface="Roboto"/>
              <a:buChar char="•"/>
            </a:pPr>
            <a:r>
              <a:rPr sz="844" b="0" i="0">
                <a:solidFill>
                  <a:srgbClr val="3E173E"/>
                </a:solidFill>
                <a:latin typeface="Roboto Medium"/>
                <a:ea typeface="Roboto Medium"/>
                <a:cs typeface="Roboto Medium"/>
              </a:rPr>
              <a:t>B</a:t>
            </a:r>
            <a:br/>
            <a:r>
              <a:rPr sz="844" b="0" i="0">
                <a:solidFill>
                  <a:srgbClr val="3C3840"/>
                </a:solidFill>
                <a:latin typeface="Roboto"/>
                <a:ea typeface="Roboto"/>
                <a:cs typeface="Roboto"/>
              </a:rPr>
              <a:t>i</a:t>
            </a:r>
          </a:p>
          <a:p xmlns:a="http://schemas.openxmlformats.org/drawingml/2006/main">
            <a:pPr marL="114300" indent="-6400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650"/>
              </a:buClr>
              <a:buSzPct val="65000"/>
              <a:buFont typeface="Roboto"/>
              <a:buChar char="•"/>
            </a:pPr>
            <a:r>
              <a:rPr sz="844" b="0" i="0">
                <a:solidFill>
                  <a:srgbClr val="302D34"/>
                </a:solidFill>
                <a:latin typeface="Roboto Medium"/>
                <a:ea typeface="Roboto Medium"/>
                <a:cs typeface="Roboto Medium"/>
              </a:rPr>
              <a:t>B</a:t>
            </a:r>
          </a:p>
        </p:txBody>
      </p:sp>
      <p:sp>
        <p:nvSpPr>
          <p:cNvPr id="70" name="TextBox 69">
            <a:extLst xmlns:a="http://schemas.openxmlformats.org/drawingml/2006/main">
              <a:ext uri="{FF2B5EF4-FFF2-40B4-BE49-F238E27FC236}">
                <a16:creationId xmlns:a16="http://schemas.microsoft.com/office/drawing/2014/main" id="{336E5F51-302E-4C9D-84A0-8793252BD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8224" y="2761488"/>
            <a:ext cx="2221992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35" b="0" i="0">
                <a:solidFill>
                  <a:srgbClr val="3E173E"/>
                </a:solidFill>
                <a:latin typeface="Roboto Medium"/>
                <a:ea typeface="Roboto Medium"/>
                <a:cs typeface="Roboto Medium"/>
              </a:rPr>
              <a:t>C</a:t>
            </a:r>
          </a:p>
        </p:txBody>
      </p:sp>
      <p:sp>
        <p:nvSpPr>
          <p:cNvPr id="71" name="Connector 70">
            <a:extLst xmlns:a="http://schemas.openxmlformats.org/drawingml/2006/main">
              <a:ext uri="{FF2B5EF4-FFF2-40B4-BE49-F238E27FC236}">
                <a16:creationId xmlns:a16="http://schemas.microsoft.com/office/drawing/2014/main" id="{94FA9C43-D18B-4B9E-A903-A44A57CAA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8224" y="2967228"/>
            <a:ext cx="3474720" cy="0"/>
          </a:xfrm>
          <a:prstGeom xmlns:a="http://schemas.openxmlformats.org/drawingml/2006/main" prst="line">
            <a:avLst/>
          </a:prstGeom>
          <a:ln xmlns:a="http://schemas.openxmlformats.org/drawingml/2006/main" w="6350">
            <a:solidFill>
              <a:srgbClr val="C9C4CD"/>
            </a:solidFill>
          </a:ln>
        </p:spPr>
      </p:sp>
      <p:sp>
        <p:nvSpPr>
          <p:cNvPr id="72" name="TextBox 71">
            <a:extLst xmlns:a="http://schemas.openxmlformats.org/drawingml/2006/main">
              <a:ext uri="{FF2B5EF4-FFF2-40B4-BE49-F238E27FC236}">
                <a16:creationId xmlns:a16="http://schemas.microsoft.com/office/drawing/2014/main" id="{DFAC0D8A-BE3C-4C59-AF89-8EC2AA82F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8224" y="3028492"/>
            <a:ext cx="3474720" cy="8503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114300" indent="-64008" algn="l">
              <a:lnSpc>
                <a:spcPct val="100000"/>
              </a:lnSpc>
              <a:spcBef>
                <a:spcPts val="0"/>
              </a:spcBef>
              <a:spcAft>
                <a:spcPts val="590"/>
              </a:spcAft>
              <a:buClr>
                <a:srgbClr val="4A4650"/>
              </a:buClr>
              <a:buSzPct val="65000"/>
              <a:buFont typeface="Roboto"/>
              <a:buChar char="•"/>
            </a:pPr>
            <a:r>
              <a:rPr sz="844" b="0" i="0">
                <a:solidFill>
                  <a:srgbClr val="302D34"/>
                </a:solidFill>
                <a:latin typeface="Roboto Medium"/>
                <a:ea typeface="Roboto Medium"/>
                <a:cs typeface="Roboto Medium"/>
              </a:rPr>
              <a:t>A</a:t>
            </a:r>
          </a:p>
          <a:p xmlns:a="http://schemas.openxmlformats.org/drawingml/2006/main">
            <a:pPr marL="114300" indent="-64008" algn="l">
              <a:lnSpc>
                <a:spcPct val="100000"/>
              </a:lnSpc>
              <a:spcBef>
                <a:spcPts val="0"/>
              </a:spcBef>
              <a:spcAft>
                <a:spcPts val="590"/>
              </a:spcAft>
              <a:buClr>
                <a:srgbClr val="4A4650"/>
              </a:buClr>
              <a:buSzPct val="65000"/>
              <a:buFont typeface="Roboto"/>
              <a:buChar char="•"/>
            </a:pPr>
            <a:r>
              <a:rPr sz="844" b="0" i="0">
                <a:solidFill>
                  <a:srgbClr val="302D34"/>
                </a:solidFill>
                <a:latin typeface="Roboto Medium"/>
                <a:ea typeface="Roboto Medium"/>
                <a:cs typeface="Roboto Medium"/>
              </a:rPr>
              <a:t>I</a:t>
            </a:r>
          </a:p>
          <a:p xmlns:a="http://schemas.openxmlformats.org/drawingml/2006/main">
            <a:pPr marL="114300" indent="-64008" algn="l">
              <a:lnSpc>
                <a:spcPct val="100000"/>
              </a:lnSpc>
              <a:spcBef>
                <a:spcPts val="0"/>
              </a:spcBef>
              <a:spcAft>
                <a:spcPts val="590"/>
              </a:spcAft>
              <a:buClr>
                <a:srgbClr val="4A4650"/>
              </a:buClr>
              <a:buSzPct val="65000"/>
              <a:buFont typeface="Roboto"/>
              <a:buChar char="•"/>
            </a:pPr>
            <a:r>
              <a:rPr sz="844" b="0" i="0">
                <a:solidFill>
                  <a:srgbClr val="302D34"/>
                </a:solidFill>
                <a:latin typeface="Roboto Medium"/>
                <a:ea typeface="Roboto Medium"/>
                <a:cs typeface="Roboto Medium"/>
              </a:rPr>
              <a:t>D</a:t>
            </a:r>
            <a:br/>
            <a:r>
              <a:rPr sz="844" b="0" i="0">
                <a:solidFill>
                  <a:srgbClr val="3C3840"/>
                </a:solidFill>
                <a:latin typeface="Roboto"/>
                <a:ea typeface="Roboto"/>
                <a:cs typeface="Roboto"/>
              </a:rPr>
              <a:t>t</a:t>
            </a:r>
          </a:p>
          <a:p xmlns:a="http://schemas.openxmlformats.org/drawingml/2006/main">
            <a:pPr marL="114300" indent="-6400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650"/>
              </a:buClr>
              <a:buSzPct val="65000"/>
              <a:buFont typeface="Roboto"/>
              <a:buChar char="•"/>
            </a:pPr>
            <a:r>
              <a:rPr sz="844" b="0" i="0">
                <a:solidFill>
                  <a:srgbClr val="302D34"/>
                </a:solidFill>
                <a:latin typeface="Roboto Medium"/>
                <a:ea typeface="Roboto Medium"/>
                <a:cs typeface="Roboto Medium"/>
              </a:rPr>
              <a:t>E</a:t>
            </a:r>
          </a:p>
        </p:txBody>
      </p:sp>
      <p:sp>
        <p:nvSpPr>
          <p:cNvPr id="73" name="TextBox 72">
            <a:extLst xmlns:a="http://schemas.openxmlformats.org/drawingml/2006/main">
              <a:ext uri="{FF2B5EF4-FFF2-40B4-BE49-F238E27FC236}">
                <a16:creationId xmlns:a16="http://schemas.microsoft.com/office/drawing/2014/main" id="{444E9460-EB1D-4833-A3F3-E7E275548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8224" y="3941063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35" b="0" i="0">
                <a:solidFill>
                  <a:srgbClr val="3E173E"/>
                </a:solidFill>
                <a:latin typeface="Roboto Medium"/>
                <a:ea typeface="Roboto Medium"/>
                <a:cs typeface="Roboto Medium"/>
              </a:rPr>
              <a:t>I</a:t>
            </a:r>
          </a:p>
        </p:txBody>
      </p:sp>
      <p:sp>
        <p:nvSpPr>
          <p:cNvPr id="74" name="Connector 73">
            <a:extLst xmlns:a="http://schemas.openxmlformats.org/drawingml/2006/main">
              <a:ext uri="{FF2B5EF4-FFF2-40B4-BE49-F238E27FC236}">
                <a16:creationId xmlns:a16="http://schemas.microsoft.com/office/drawing/2014/main" id="{BF984915-A6C3-476D-A1CA-9E3CE8071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8224" y="4146804"/>
            <a:ext cx="3474720" cy="0"/>
          </a:xfrm>
          <a:prstGeom xmlns:a="http://schemas.openxmlformats.org/drawingml/2006/main" prst="line">
            <a:avLst/>
          </a:prstGeom>
          <a:ln xmlns:a="http://schemas.openxmlformats.org/drawingml/2006/main" w="6350">
            <a:solidFill>
              <a:srgbClr val="C9C4CD"/>
            </a:solidFill>
          </a:ln>
        </p:spPr>
      </p:sp>
      <p:sp>
        <p:nvSpPr>
          <p:cNvPr id="75" name="TextBox 74">
            <a:extLst xmlns:a="http://schemas.openxmlformats.org/drawingml/2006/main">
              <a:ext uri="{FF2B5EF4-FFF2-40B4-BE49-F238E27FC236}">
                <a16:creationId xmlns:a16="http://schemas.microsoft.com/office/drawing/2014/main" id="{DA0E91BC-D278-48B8-ABE3-17DFBFB60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8224" y="4208068"/>
            <a:ext cx="347472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114300" indent="-64008" algn="l">
              <a:lnSpc>
                <a:spcPct val="100000"/>
              </a:lnSpc>
              <a:spcBef>
                <a:spcPts val="0"/>
              </a:spcBef>
              <a:spcAft>
                <a:spcPts val="590"/>
              </a:spcAft>
              <a:buClr>
                <a:srgbClr val="4A4650"/>
              </a:buClr>
              <a:buSzPct val="65000"/>
              <a:buFont typeface="Roboto"/>
              <a:buChar char="•"/>
            </a:pPr>
            <a:r>
              <a:rPr sz="844" b="0" i="0">
                <a:solidFill>
                  <a:srgbClr val="302D34"/>
                </a:solidFill>
                <a:latin typeface="Roboto Medium"/>
                <a:ea typeface="Roboto Medium"/>
                <a:cs typeface="Roboto Medium"/>
              </a:rPr>
              <a:t>S</a:t>
            </a:r>
          </a:p>
          <a:p xmlns:a="http://schemas.openxmlformats.org/drawingml/2006/main">
            <a:pPr marL="114300" indent="-64008" algn="l">
              <a:lnSpc>
                <a:spcPct val="100000"/>
              </a:lnSpc>
              <a:spcBef>
                <a:spcPts val="0"/>
              </a:spcBef>
              <a:spcAft>
                <a:spcPts val="590"/>
              </a:spcAft>
              <a:buClr>
                <a:srgbClr val="4A4650"/>
              </a:buClr>
              <a:buSzPct val="65000"/>
              <a:buFont typeface="Roboto"/>
              <a:buChar char="•"/>
            </a:pPr>
            <a:r>
              <a:rPr sz="844" b="0" i="0">
                <a:solidFill>
                  <a:srgbClr val="302D34"/>
                </a:solidFill>
                <a:latin typeface="Roboto Medium"/>
                <a:ea typeface="Roboto Medium"/>
                <a:cs typeface="Roboto Medium"/>
              </a:rPr>
              <a:t>D</a:t>
            </a:r>
            <a:br/>
            <a:r>
              <a:rPr sz="844" b="0" i="0">
                <a:solidFill>
                  <a:srgbClr val="3C3840"/>
                </a:solidFill>
                <a:latin typeface="Roboto"/>
                <a:ea typeface="Roboto"/>
                <a:cs typeface="Roboto"/>
              </a:rPr>
              <a:t>t</a:t>
            </a:r>
          </a:p>
          <a:p xmlns:a="http://schemas.openxmlformats.org/drawingml/2006/main">
            <a:pPr marL="114300" indent="-64008" algn="l">
              <a:lnSpc>
                <a:spcPct val="100000"/>
              </a:lnSpc>
              <a:spcBef>
                <a:spcPts val="0"/>
              </a:spcBef>
              <a:spcAft>
                <a:spcPts val="590"/>
              </a:spcAft>
              <a:buClr>
                <a:srgbClr val="4A4650"/>
              </a:buClr>
              <a:buSzPct val="65000"/>
              <a:buFont typeface="Roboto"/>
              <a:buChar char="•"/>
            </a:pPr>
            <a:r>
              <a:rPr sz="844" b="0" i="0">
                <a:solidFill>
                  <a:srgbClr val="302D34"/>
                </a:solidFill>
                <a:latin typeface="Roboto Medium"/>
                <a:ea typeface="Roboto Medium"/>
                <a:cs typeface="Roboto Medium"/>
              </a:rPr>
              <a:t>N</a:t>
            </a:r>
          </a:p>
          <a:p xmlns:a="http://schemas.openxmlformats.org/drawingml/2006/main">
            <a:pPr marL="114300" indent="-64008" algn="l">
              <a:lnSpc>
                <a:spcPct val="100000"/>
              </a:lnSpc>
              <a:spcBef>
                <a:spcPts val="0"/>
              </a:spcBef>
              <a:spcAft>
                <a:spcPts val="590"/>
              </a:spcAft>
              <a:buClr>
                <a:srgbClr val="4A4650"/>
              </a:buClr>
              <a:buSzPct val="65000"/>
              <a:buFont typeface="Roboto"/>
              <a:buChar char="•"/>
            </a:pPr>
            <a:r>
              <a:rPr sz="844" b="0" i="0">
                <a:solidFill>
                  <a:srgbClr val="302D34"/>
                </a:solidFill>
                <a:latin typeface="Roboto Medium"/>
                <a:ea typeface="Roboto Medium"/>
                <a:cs typeface="Roboto Medium"/>
              </a:rPr>
              <a:t>S</a:t>
            </a:r>
          </a:p>
          <a:p xmlns:a="http://schemas.openxmlformats.org/drawingml/2006/main">
            <a:pPr marL="114300" indent="-64008" algn="l">
              <a:lnSpc>
                <a:spcPct val="100000"/>
              </a:lnSpc>
              <a:spcBef>
                <a:spcPts val="0"/>
              </a:spcBef>
              <a:spcAft>
                <a:spcPts val="590"/>
              </a:spcAft>
              <a:buClr>
                <a:srgbClr val="4A4650"/>
              </a:buClr>
              <a:buSzPct val="65000"/>
              <a:buFont typeface="Roboto"/>
              <a:buChar char="•"/>
            </a:pPr>
            <a:r>
              <a:rPr sz="844" b="0" i="0">
                <a:solidFill>
                  <a:srgbClr val="302D34"/>
                </a:solidFill>
                <a:latin typeface="Roboto Medium"/>
                <a:ea typeface="Roboto Medium"/>
                <a:cs typeface="Roboto Medium"/>
              </a:rPr>
              <a:t>D</a:t>
            </a:r>
          </a:p>
          <a:p xmlns:a="http://schemas.openxmlformats.org/drawingml/2006/main">
            <a:pPr marL="114300" indent="-64008" algn="l">
              <a:lnSpc>
                <a:spcPct val="100000"/>
              </a:lnSpc>
              <a:spcBef>
                <a:spcPts val="0"/>
              </a:spcBef>
              <a:spcAft>
                <a:spcPts val="590"/>
              </a:spcAft>
              <a:buClr>
                <a:srgbClr val="4A4650"/>
              </a:buClr>
              <a:buSzPct val="65000"/>
              <a:buFont typeface="Roboto"/>
              <a:buChar char="•"/>
            </a:pPr>
            <a:r>
              <a:rPr sz="844" b="0" i="0">
                <a:solidFill>
                  <a:srgbClr val="302D34"/>
                </a:solidFill>
                <a:latin typeface="Roboto Medium"/>
                <a:ea typeface="Roboto Medium"/>
                <a:cs typeface="Roboto Medium"/>
              </a:rPr>
              <a:t>S</a:t>
            </a:r>
          </a:p>
          <a:p xmlns:a="http://schemas.openxmlformats.org/drawingml/2006/main">
            <a:pPr marL="114300" indent="-64008" algn="l">
              <a:lnSpc>
                <a:spcPct val="100000"/>
              </a:lnSpc>
              <a:spcBef>
                <a:spcPts val="0"/>
              </a:spcBef>
              <a:spcAft>
                <a:spcPts val="590"/>
              </a:spcAft>
              <a:buClr>
                <a:srgbClr val="4A4650"/>
              </a:buClr>
              <a:buSzPct val="65000"/>
              <a:buFont typeface="Roboto"/>
              <a:buChar char="•"/>
            </a:pPr>
            <a:r>
              <a:rPr sz="844" b="0" i="0">
                <a:solidFill>
                  <a:srgbClr val="302D34"/>
                </a:solidFill>
                <a:latin typeface="Roboto Medium"/>
                <a:ea typeface="Roboto Medium"/>
                <a:cs typeface="Roboto Medium"/>
              </a:rPr>
              <a:t>L</a:t>
            </a:r>
          </a:p>
          <a:p xmlns:a="http://schemas.openxmlformats.org/drawingml/2006/main">
            <a:pPr marL="114300" indent="-6400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650"/>
              </a:buClr>
              <a:buSzPct val="65000"/>
              <a:buFont typeface="Roboto"/>
              <a:buChar char="•"/>
            </a:pPr>
            <a:r>
              <a:rPr sz="844" b="0" i="0">
                <a:solidFill>
                  <a:srgbClr val="302D34"/>
                </a:solidFill>
                <a:latin typeface="Roboto Medium"/>
                <a:ea typeface="Roboto Medium"/>
                <a:cs typeface="Roboto Medium"/>
              </a:rPr>
              <a:t>M</a:t>
            </a:r>
          </a:p>
        </p:txBody>
      </p:sp>
      <p:sp>
        <p:nvSpPr>
          <p:cNvPr id="76" name="TextBox 75">
            <a:extLst xmlns:a="http://schemas.openxmlformats.org/drawingml/2006/main">
              <a:ext uri="{FF2B5EF4-FFF2-40B4-BE49-F238E27FC236}">
                <a16:creationId xmlns:a16="http://schemas.microsoft.com/office/drawing/2014/main" id="{4B8BCD1F-63C9-4432-90ED-195B4165E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5552" y="2761488"/>
            <a:ext cx="3904487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35" b="0" i="0">
                <a:solidFill>
                  <a:srgbClr val="3E173E"/>
                </a:solidFill>
                <a:latin typeface="Roboto Medium"/>
                <a:ea typeface="Roboto Medium"/>
                <a:cs typeface="Roboto Medium"/>
              </a:rPr>
              <a:t>M</a:t>
            </a:r>
          </a:p>
        </p:txBody>
      </p:sp>
      <p:sp>
        <p:nvSpPr>
          <p:cNvPr id="77" name="Connector 76">
            <a:extLst xmlns:a="http://schemas.openxmlformats.org/drawingml/2006/main">
              <a:ext uri="{FF2B5EF4-FFF2-40B4-BE49-F238E27FC236}">
                <a16:creationId xmlns:a16="http://schemas.microsoft.com/office/drawing/2014/main" id="{040D751C-BA48-4D10-BA2F-5217EDAA6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5552" y="2967228"/>
            <a:ext cx="3904487" cy="0"/>
          </a:xfrm>
          <a:prstGeom xmlns:a="http://schemas.openxmlformats.org/drawingml/2006/main" prst="line">
            <a:avLst/>
          </a:prstGeom>
          <a:ln xmlns:a="http://schemas.openxmlformats.org/drawingml/2006/main" w="6350">
            <a:solidFill>
              <a:srgbClr val="C9C4CD"/>
            </a:solidFill>
          </a:ln>
        </p:spPr>
      </p:sp>
      <p:sp>
        <p:nvSpPr>
          <p:cNvPr id="78" name="TextBox 77">
            <a:extLst xmlns:a="http://schemas.openxmlformats.org/drawingml/2006/main">
              <a:ext uri="{FF2B5EF4-FFF2-40B4-BE49-F238E27FC236}">
                <a16:creationId xmlns:a16="http://schemas.microsoft.com/office/drawing/2014/main" id="{B24C1C5F-AA06-4E3B-8E2F-CE6AD7161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5552" y="3028492"/>
            <a:ext cx="3904487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114300" indent="-64008" algn="l">
              <a:lnSpc>
                <a:spcPct val="100000"/>
              </a:lnSpc>
              <a:spcBef>
                <a:spcPts val="0"/>
              </a:spcBef>
              <a:spcAft>
                <a:spcPts val="590"/>
              </a:spcAft>
              <a:buClr>
                <a:srgbClr val="4A4650"/>
              </a:buClr>
              <a:buSzPct val="65000"/>
              <a:buFont typeface="Roboto"/>
              <a:buChar char="•"/>
            </a:pPr>
            <a:r>
              <a:rPr sz="844" b="0" i="0">
                <a:solidFill>
                  <a:srgbClr val="302D34"/>
                </a:solidFill>
                <a:latin typeface="Roboto Medium"/>
                <a:ea typeface="Roboto Medium"/>
                <a:cs typeface="Roboto Medium"/>
              </a:rPr>
              <a:t>I</a:t>
            </a:r>
          </a:p>
          <a:p xmlns:a="http://schemas.openxmlformats.org/drawingml/2006/main">
            <a:pPr marL="114300" indent="-64008" algn="l">
              <a:lnSpc>
                <a:spcPct val="100000"/>
              </a:lnSpc>
              <a:spcBef>
                <a:spcPts val="0"/>
              </a:spcBef>
              <a:spcAft>
                <a:spcPts val="590"/>
              </a:spcAft>
              <a:buClr>
                <a:srgbClr val="4A4650"/>
              </a:buClr>
              <a:buSzPct val="65000"/>
              <a:buFont typeface="Roboto"/>
              <a:buChar char="•"/>
            </a:pPr>
            <a:r>
              <a:rPr sz="844" b="0" i="0">
                <a:solidFill>
                  <a:srgbClr val="302D34"/>
                </a:solidFill>
                <a:latin typeface="Roboto Medium"/>
                <a:ea typeface="Roboto Medium"/>
                <a:cs typeface="Roboto Medium"/>
              </a:rPr>
              <a:t>T</a:t>
            </a:r>
          </a:p>
          <a:p xmlns:a="http://schemas.openxmlformats.org/drawingml/2006/main">
            <a:pPr marL="114300" indent="-64008" algn="l">
              <a:lnSpc>
                <a:spcPct val="100000"/>
              </a:lnSpc>
              <a:spcBef>
                <a:spcPts val="0"/>
              </a:spcBef>
              <a:spcAft>
                <a:spcPts val="590"/>
              </a:spcAft>
              <a:buClr>
                <a:srgbClr val="4A4650"/>
              </a:buClr>
              <a:buSzPct val="65000"/>
              <a:buFont typeface="Roboto"/>
              <a:buChar char="•"/>
            </a:pPr>
            <a:r>
              <a:rPr sz="844" b="0" i="0">
                <a:solidFill>
                  <a:srgbClr val="302D34"/>
                </a:solidFill>
                <a:latin typeface="Roboto Medium"/>
                <a:ea typeface="Roboto Medium"/>
                <a:cs typeface="Roboto Medium"/>
              </a:rPr>
              <a:t>S</a:t>
            </a:r>
          </a:p>
          <a:p xmlns:a="http://schemas.openxmlformats.org/drawingml/2006/main">
            <a:pPr marL="114300" indent="-64008" algn="l">
              <a:lnSpc>
                <a:spcPct val="100000"/>
              </a:lnSpc>
              <a:spcBef>
                <a:spcPts val="0"/>
              </a:spcBef>
              <a:spcAft>
                <a:spcPts val="590"/>
              </a:spcAft>
              <a:buClr>
                <a:srgbClr val="4A4650"/>
              </a:buClr>
              <a:buSzPct val="65000"/>
              <a:buFont typeface="Roboto"/>
              <a:buChar char="•"/>
            </a:pPr>
            <a:r>
              <a:rPr sz="844" b="0" i="0">
                <a:solidFill>
                  <a:srgbClr val="302D34"/>
                </a:solidFill>
                <a:latin typeface="Roboto Medium"/>
                <a:ea typeface="Roboto Medium"/>
                <a:cs typeface="Roboto Medium"/>
              </a:rPr>
              <a:t>C</a:t>
            </a:r>
          </a:p>
          <a:p xmlns:a="http://schemas.openxmlformats.org/drawingml/2006/main">
            <a:pPr marL="114300" indent="-64008" algn="l">
              <a:lnSpc>
                <a:spcPct val="100000"/>
              </a:lnSpc>
              <a:spcBef>
                <a:spcPts val="0"/>
              </a:spcBef>
              <a:spcAft>
                <a:spcPts val="590"/>
              </a:spcAft>
              <a:buClr>
                <a:srgbClr val="4A4650"/>
              </a:buClr>
              <a:buSzPct val="65000"/>
              <a:buFont typeface="Roboto"/>
              <a:buChar char="•"/>
            </a:pPr>
            <a:r>
              <a:rPr sz="844" b="0" i="0">
                <a:solidFill>
                  <a:srgbClr val="302D34"/>
                </a:solidFill>
                <a:latin typeface="Roboto Medium"/>
                <a:ea typeface="Roboto Medium"/>
                <a:cs typeface="Roboto Medium"/>
              </a:rPr>
              <a:t>R</a:t>
            </a:r>
          </a:p>
          <a:p xmlns:a="http://schemas.openxmlformats.org/drawingml/2006/main">
            <a:pPr marL="114300" indent="-64008" algn="l">
              <a:lnSpc>
                <a:spcPct val="100000"/>
              </a:lnSpc>
              <a:spcBef>
                <a:spcPts val="0"/>
              </a:spcBef>
              <a:spcAft>
                <a:spcPts val="590"/>
              </a:spcAft>
              <a:buClr>
                <a:srgbClr val="4A4650"/>
              </a:buClr>
              <a:buSzPct val="65000"/>
              <a:buFont typeface="Roboto"/>
              <a:buChar char="•"/>
            </a:pPr>
            <a:r>
              <a:rPr sz="844" b="0" i="0">
                <a:solidFill>
                  <a:srgbClr val="302D34"/>
                </a:solidFill>
                <a:latin typeface="Roboto Medium"/>
                <a:ea typeface="Roboto Medium"/>
                <a:cs typeface="Roboto Medium"/>
              </a:rPr>
              <a:t>B</a:t>
            </a:r>
          </a:p>
          <a:p xmlns:a="http://schemas.openxmlformats.org/drawingml/2006/main">
            <a:pPr marL="114300" indent="-6400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650"/>
              </a:buClr>
              <a:buSzPct val="65000"/>
              <a:buFont typeface="Roboto"/>
              <a:buChar char="•"/>
            </a:pPr>
            <a:r>
              <a:rPr sz="844" b="0" i="0">
                <a:solidFill>
                  <a:srgbClr val="302D34"/>
                </a:solidFill>
                <a:latin typeface="Roboto Medium"/>
                <a:ea typeface="Roboto Medium"/>
                <a:cs typeface="Roboto Medium"/>
              </a:rPr>
              <a:t>C</a:t>
            </a:r>
          </a:p>
        </p:txBody>
      </p:sp>
      <p:sp>
        <p:nvSpPr>
          <p:cNvPr id="79" name="TextBox 78">
            <a:extLst xmlns:a="http://schemas.openxmlformats.org/drawingml/2006/main">
              <a:ext uri="{FF2B5EF4-FFF2-40B4-BE49-F238E27FC236}">
                <a16:creationId xmlns:a16="http://schemas.microsoft.com/office/drawing/2014/main" id="{7DC98468-E4E2-4B82-8003-4D051C245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5552" y="4448556"/>
            <a:ext cx="3904487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35" b="0" i="0">
                <a:solidFill>
                  <a:srgbClr val="3E173E"/>
                </a:solidFill>
                <a:latin typeface="Roboto Medium"/>
                <a:ea typeface="Roboto Medium"/>
                <a:cs typeface="Roboto Medium"/>
              </a:rPr>
              <a:t>I</a:t>
            </a:r>
          </a:p>
        </p:txBody>
      </p:sp>
      <p:sp>
        <p:nvSpPr>
          <p:cNvPr id="80" name="Connector 79">
            <a:extLst xmlns:a="http://schemas.openxmlformats.org/drawingml/2006/main">
              <a:ext uri="{FF2B5EF4-FFF2-40B4-BE49-F238E27FC236}">
                <a16:creationId xmlns:a16="http://schemas.microsoft.com/office/drawing/2014/main" id="{CDB6985E-8337-4213-8AEB-4902FACC0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5552" y="4654296"/>
            <a:ext cx="3904487" cy="0"/>
          </a:xfrm>
          <a:prstGeom xmlns:a="http://schemas.openxmlformats.org/drawingml/2006/main" prst="line">
            <a:avLst/>
          </a:prstGeom>
          <a:ln xmlns:a="http://schemas.openxmlformats.org/drawingml/2006/main" w="6350">
            <a:solidFill>
              <a:srgbClr val="C9C4CD"/>
            </a:solidFill>
          </a:ln>
        </p:spPr>
      </p:sp>
      <p:sp>
        <p:nvSpPr>
          <p:cNvPr id="81" name="TextBox 80">
            <a:extLst xmlns:a="http://schemas.openxmlformats.org/drawingml/2006/main">
              <a:ext uri="{FF2B5EF4-FFF2-40B4-BE49-F238E27FC236}">
                <a16:creationId xmlns:a16="http://schemas.microsoft.com/office/drawing/2014/main" id="{8FBDF10F-3686-4BD9-9376-12B480627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5552" y="4715560"/>
            <a:ext cx="3904487" cy="9875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114300" indent="-64008" algn="l">
              <a:lnSpc>
                <a:spcPct val="100000"/>
              </a:lnSpc>
              <a:spcBef>
                <a:spcPts val="0"/>
              </a:spcBef>
              <a:spcAft>
                <a:spcPts val="590"/>
              </a:spcAft>
              <a:buClr>
                <a:srgbClr val="4A4650"/>
              </a:buClr>
              <a:buSzPct val="65000"/>
              <a:buFont typeface="Roboto"/>
              <a:buChar char="•"/>
            </a:pPr>
            <a:r>
              <a:rPr sz="844" b="0" i="0">
                <a:solidFill>
                  <a:srgbClr val="302D34"/>
                </a:solidFill>
                <a:latin typeface="Roboto Medium"/>
                <a:ea typeface="Roboto Medium"/>
                <a:cs typeface="Roboto Medium"/>
              </a:rPr>
              <a:t>M</a:t>
            </a:r>
          </a:p>
          <a:p xmlns:a="http://schemas.openxmlformats.org/drawingml/2006/main">
            <a:pPr marL="114300" indent="-64008" algn="l">
              <a:lnSpc>
                <a:spcPct val="100000"/>
              </a:lnSpc>
              <a:spcBef>
                <a:spcPts val="0"/>
              </a:spcBef>
              <a:spcAft>
                <a:spcPts val="590"/>
              </a:spcAft>
              <a:buClr>
                <a:srgbClr val="4A4650"/>
              </a:buClr>
              <a:buSzPct val="65000"/>
              <a:buFont typeface="Roboto"/>
              <a:buChar char="•"/>
            </a:pPr>
            <a:r>
              <a:rPr sz="844" b="0" i="0">
                <a:solidFill>
                  <a:srgbClr val="302D34"/>
                </a:solidFill>
                <a:latin typeface="Roboto Medium"/>
                <a:ea typeface="Roboto Medium"/>
                <a:cs typeface="Roboto Medium"/>
              </a:rPr>
              <a:t>B</a:t>
            </a:r>
          </a:p>
          <a:p xmlns:a="http://schemas.openxmlformats.org/drawingml/2006/main">
            <a:pPr marL="114300" indent="-64008" algn="l">
              <a:lnSpc>
                <a:spcPct val="100000"/>
              </a:lnSpc>
              <a:spcBef>
                <a:spcPts val="0"/>
              </a:spcBef>
              <a:spcAft>
                <a:spcPts val="590"/>
              </a:spcAft>
              <a:buClr>
                <a:srgbClr val="4A4650"/>
              </a:buClr>
              <a:buSzPct val="65000"/>
              <a:buFont typeface="Roboto"/>
              <a:buChar char="•"/>
            </a:pPr>
            <a:r>
              <a:rPr sz="844" b="0" i="0">
                <a:solidFill>
                  <a:srgbClr val="302D34"/>
                </a:solidFill>
                <a:latin typeface="Roboto Medium"/>
                <a:ea typeface="Roboto Medium"/>
                <a:cs typeface="Roboto Medium"/>
              </a:rPr>
              <a:t>P</a:t>
            </a:r>
          </a:p>
          <a:p xmlns:a="http://schemas.openxmlformats.org/drawingml/2006/main">
            <a:pPr marL="114300" indent="-64008" algn="l">
              <a:lnSpc>
                <a:spcPct val="100000"/>
              </a:lnSpc>
              <a:spcBef>
                <a:spcPts val="0"/>
              </a:spcBef>
              <a:spcAft>
                <a:spcPts val="590"/>
              </a:spcAft>
              <a:buClr>
                <a:srgbClr val="4A4650"/>
              </a:buClr>
              <a:buSzPct val="65000"/>
              <a:buFont typeface="Roboto"/>
              <a:buChar char="•"/>
            </a:pPr>
            <a:r>
              <a:rPr sz="844" b="0" i="0">
                <a:solidFill>
                  <a:srgbClr val="302D34"/>
                </a:solidFill>
                <a:latin typeface="Roboto Medium"/>
                <a:ea typeface="Roboto Medium"/>
                <a:cs typeface="Roboto Medium"/>
              </a:rPr>
              <a:t>E</a:t>
            </a:r>
          </a:p>
          <a:p xmlns:a="http://schemas.openxmlformats.org/drawingml/2006/main">
            <a:pPr marL="114300" indent="-6400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650"/>
              </a:buClr>
              <a:buSzPct val="65000"/>
              <a:buFont typeface="Roboto"/>
              <a:buChar char="•"/>
            </a:pPr>
            <a:r>
              <a:rPr sz="844" b="0" i="0">
                <a:solidFill>
                  <a:srgbClr val="302D34"/>
                </a:solidFill>
                <a:latin typeface="Roboto Medium"/>
                <a:ea typeface="Roboto Medium"/>
                <a:cs typeface="Roboto Medium"/>
              </a:rPr>
              <a:t>E</a:t>
            </a:r>
          </a:p>
        </p:txBody>
      </p:sp>
      <p:sp>
        <p:nvSpPr>
          <p:cNvPr id="82" name="Connector 81">
            <a:extLst xmlns:a="http://schemas.openxmlformats.org/drawingml/2006/main">
              <a:ext uri="{FF2B5EF4-FFF2-40B4-BE49-F238E27FC236}">
                <a16:creationId xmlns:a16="http://schemas.microsoft.com/office/drawing/2014/main" id="{1AE6BE59-D614-4F82-80CD-96E026FF2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" y="6556248"/>
            <a:ext cx="11311128" cy="0"/>
          </a:xfrm>
          <a:prstGeom xmlns:a="http://schemas.openxmlformats.org/drawingml/2006/main" prst="line">
            <a:avLst/>
          </a:prstGeom>
          <a:ln xmlns:a="http://schemas.openxmlformats.org/drawingml/2006/main" w="6985">
            <a:solidFill>
              <a:srgbClr val="B7B2BB"/>
            </a:solidFill>
          </a:ln>
        </p:spPr>
      </p:sp>
      <p:sp>
        <p:nvSpPr>
          <p:cNvPr id="83" name="TextBox 82">
            <a:extLst xmlns:a="http://schemas.openxmlformats.org/drawingml/2006/main">
              <a:ext uri="{FF2B5EF4-FFF2-40B4-BE49-F238E27FC236}">
                <a16:creationId xmlns:a16="http://schemas.microsoft.com/office/drawing/2014/main" id="{302388B9-696A-4992-8C39-D480FDD8E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" y="6629400"/>
            <a:ext cx="3154680" cy="960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610" b="0" i="0">
                <a:solidFill>
                  <a:srgbClr val="59545E"/>
                </a:solidFill>
                <a:latin typeface="Roboto"/>
                <a:ea typeface="Roboto"/>
                <a:cs typeface="Roboto"/>
              </a:rPr>
              <a:t>G</a:t>
            </a:r>
          </a:p>
        </p:txBody>
      </p:sp>
      <p:sp>
        <p:nvSpPr>
          <p:cNvPr id="84" name="TextBox 83">
            <a:extLst xmlns:a="http://schemas.openxmlformats.org/drawingml/2006/main">
              <a:ext uri="{FF2B5EF4-FFF2-40B4-BE49-F238E27FC236}">
                <a16:creationId xmlns:a16="http://schemas.microsoft.com/office/drawing/2014/main" id="{EAE1B8C6-4E61-4F64-B608-A95CDF733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629400"/>
            <a:ext cx="365760" cy="960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660" b="0" i="0">
                <a:solidFill>
                  <a:srgbClr val="59545E"/>
                </a:solidFill>
                <a:latin typeface="Roboto"/>
                <a:ea typeface="Roboto"/>
                <a:cs typeface="Roboto"/>
              </a:rPr>
              <a:t>2</a:t>
            </a:r>
          </a:p>
        </p:txBody>
      </p:sp>
      <p:sp>
        <p:nvSpPr>
          <p:cNvPr id="103" name="Connector 102">
            <a:extLst xmlns:a="http://schemas.openxmlformats.org/drawingml/2006/main">
              <a:ext uri="{FF2B5EF4-FFF2-40B4-BE49-F238E27FC236}">
                <a16:creationId xmlns:a16="http://schemas.microsoft.com/office/drawing/2014/main" id="{3A1D7B90-9DBB-430C-BDCA-DF18B7FE3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2084831"/>
            <a:ext cx="0" cy="118872"/>
          </a:xfrm>
          <a:prstGeom xmlns:a="http://schemas.openxmlformats.org/drawingml/2006/main" prst="line">
            <a:avLst/>
          </a:prstGeom>
          <a:ln xmlns:a="http://schemas.openxmlformats.org/drawingml/2006/main" w="10795">
            <a:solidFill>
              <a:srgbClr val="3E173E"/>
            </a:solidFill>
          </a:ln>
        </p:spPr>
      </p:sp>
      <p:sp>
        <p:nvSpPr>
          <p:cNvPr id="104" name="Connector 103">
            <a:extLst xmlns:a="http://schemas.openxmlformats.org/drawingml/2006/main">
              <a:ext uri="{FF2B5EF4-FFF2-40B4-BE49-F238E27FC236}">
                <a16:creationId xmlns:a16="http://schemas.microsoft.com/office/drawing/2014/main" id="{3A356563-B848-4307-B980-1CE9B54E1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8512" y="2084831"/>
            <a:ext cx="0" cy="118872"/>
          </a:xfrm>
          <a:prstGeom xmlns:a="http://schemas.openxmlformats.org/drawingml/2006/main" prst="line">
            <a:avLst/>
          </a:prstGeom>
          <a:ln xmlns:a="http://schemas.openxmlformats.org/drawingml/2006/main" w="10795">
            <a:solidFill>
              <a:srgbClr val="3E173E"/>
            </a:solidFill>
          </a:ln>
        </p:spPr>
      </p:sp>
      <p:sp>
        <p:nvSpPr>
          <p:cNvPr id="105" name="TextBox 66 transport">
            <a:extLst xmlns:a="http://schemas.openxmlformats.org/drawingml/2006/main">
              <a:ext uri="{FF2B5EF4-FFF2-40B4-BE49-F238E27FC236}">
                <a16:creationId xmlns:a16="http://schemas.microsoft.com/office/drawing/2014/main" id="{BD6A6C9B-743E-4CF5-9B72-D068DA25C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" y="4407408"/>
            <a:ext cx="3547872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35" b="0" i="0">
                <a:solidFill>
                  <a:srgbClr val="3E173E"/>
                </a:solidFill>
                <a:latin typeface="Roboto Medium"/>
                <a:ea typeface="Roboto Medium"/>
                <a:cs typeface="Roboto Medium"/>
              </a:rPr>
              <a:t>T</a:t>
            </a:r>
          </a:p>
        </p:txBody>
      </p:sp>
      <p:sp>
        <p:nvSpPr>
          <p:cNvPr id="106" name="Connector 67 transport">
            <a:extLst xmlns:a="http://schemas.openxmlformats.org/drawingml/2006/main">
              <a:ext uri="{FF2B5EF4-FFF2-40B4-BE49-F238E27FC236}">
                <a16:creationId xmlns:a16="http://schemas.microsoft.com/office/drawing/2014/main" id="{0EF33145-1B66-47FE-9744-56C3A052E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" y="4613148"/>
            <a:ext cx="3547872" cy="0"/>
          </a:xfrm>
          <a:prstGeom xmlns:a="http://schemas.openxmlformats.org/drawingml/2006/main" prst="line">
            <a:avLst/>
          </a:prstGeom>
          <a:ln xmlns:a="http://schemas.openxmlformats.org/drawingml/2006/main" w="6350">
            <a:solidFill>
              <a:srgbClr val="C9C4CD"/>
            </a:solidFill>
          </a:ln>
        </p:spPr>
      </p:sp>
      <p:sp>
        <p:nvSpPr>
          <p:cNvPr id="107" name="TextBox 68 transport">
            <a:extLst xmlns:a="http://schemas.openxmlformats.org/drawingml/2006/main">
              <a:ext uri="{FF2B5EF4-FFF2-40B4-BE49-F238E27FC236}">
                <a16:creationId xmlns:a16="http://schemas.microsoft.com/office/drawing/2014/main" id="{C1DAC80C-377D-472F-8923-27E81EE04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" y="4674412"/>
            <a:ext cx="3547872" cy="10607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114300" indent="-64008" algn="l">
              <a:lnSpc>
                <a:spcPct val="100000"/>
              </a:lnSpc>
              <a:spcBef>
                <a:spcPts val="0"/>
              </a:spcBef>
              <a:spcAft>
                <a:spcPts val="590"/>
              </a:spcAft>
              <a:buClr>
                <a:srgbClr val="4A4650"/>
              </a:buClr>
              <a:buSzPct val="65000"/>
              <a:buFont typeface="Roboto"/>
              <a:buChar char="•"/>
            </a:pPr>
            <a:r>
              <a:rPr sz="844" b="0" i="0">
                <a:solidFill>
                  <a:srgbClr val="302D34"/>
                </a:solidFill>
                <a:latin typeface="Roboto Medium"/>
                <a:ea typeface="Roboto Medium"/>
                <a:cs typeface="Roboto Medium"/>
              </a:rPr>
              <a:t>A</a:t>
            </a:r>
            <a:br/>
            <a:r>
              <a:rPr sz="844" b="0" i="0">
                <a:solidFill>
                  <a:srgbClr val="3C3840"/>
                </a:solidFill>
                <a:latin typeface="Roboto"/>
                <a:ea typeface="Roboto"/>
                <a:cs typeface="Roboto"/>
              </a:rPr>
              <a:t>U</a:t>
            </a:r>
          </a:p>
          <a:p xmlns:a="http://schemas.openxmlformats.org/drawingml/2006/main">
            <a:pPr marL="114300" indent="-64008" algn="l">
              <a:lnSpc>
                <a:spcPct val="100000"/>
              </a:lnSpc>
              <a:spcBef>
                <a:spcPts val="0"/>
              </a:spcBef>
              <a:spcAft>
                <a:spcPts val="590"/>
              </a:spcAft>
              <a:buClr>
                <a:srgbClr val="4A4650"/>
              </a:buClr>
              <a:buSzPct val="65000"/>
              <a:buFont typeface="Roboto"/>
              <a:buChar char="•"/>
            </a:pPr>
            <a:r>
              <a:rPr sz="844" b="0" i="0">
                <a:solidFill>
                  <a:srgbClr val="302D34"/>
                </a:solidFill>
                <a:latin typeface="Roboto Medium"/>
                <a:ea typeface="Roboto Medium"/>
                <a:cs typeface="Roboto Medium"/>
              </a:rPr>
              <a:t>A</a:t>
            </a:r>
            <a:br/>
            <a:r>
              <a:rPr sz="844" b="0" i="0">
                <a:solidFill>
                  <a:srgbClr val="3C3840"/>
                </a:solidFill>
                <a:latin typeface="Roboto"/>
                <a:ea typeface="Roboto"/>
                <a:cs typeface="Roboto"/>
              </a:rPr>
              <a:t>P</a:t>
            </a:r>
          </a:p>
          <a:p xmlns:a="http://schemas.openxmlformats.org/drawingml/2006/main">
            <a:pPr marL="114300" indent="-64008" algn="l">
              <a:lnSpc>
                <a:spcPct val="100000"/>
              </a:lnSpc>
              <a:spcBef>
                <a:spcPts val="0"/>
              </a:spcBef>
              <a:spcAft>
                <a:spcPts val="590"/>
              </a:spcAft>
              <a:buClr>
                <a:srgbClr val="4A4650"/>
              </a:buClr>
              <a:buSzPct val="65000"/>
              <a:buFont typeface="Roboto"/>
              <a:buChar char="•"/>
            </a:pPr>
            <a:r>
              <a:rPr sz="844" b="0" i="0">
                <a:solidFill>
                  <a:srgbClr val="302D34"/>
                </a:solidFill>
                <a:latin typeface="Roboto Medium"/>
                <a:ea typeface="Roboto Medium"/>
                <a:cs typeface="Roboto Medium"/>
              </a:rPr>
              <a:t>A</a:t>
            </a:r>
          </a:p>
          <a:p xmlns:a="http://schemas.openxmlformats.org/drawingml/2006/main">
            <a:pPr marL="114300" indent="-6400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650"/>
              </a:buClr>
              <a:buSzPct val="65000"/>
              <a:buFont typeface="Roboto"/>
              <a:buChar char="•"/>
            </a:pPr>
            <a:r>
              <a:rPr sz="844" b="0" i="0">
                <a:solidFill>
                  <a:srgbClr val="302D34"/>
                </a:solidFill>
                <a:latin typeface="Roboto Medium"/>
                <a:ea typeface="Roboto Medium"/>
                <a:cs typeface="Roboto Medium"/>
              </a:rPr>
              <a:t>A</a:t>
            </a:r>
          </a:p>
        </p:txBody>
      </p:sp>
      <p:sp>
        <p:nvSpPr>
          <p:cNvPr id="108" name="Advisor profile spine">
            <a:extLst xmlns:a="http://schemas.openxmlformats.org/drawingml/2006/main">
              <a:ext uri="{FF2B5EF4-FFF2-40B4-BE49-F238E27FC236}">
                <a16:creationId xmlns:a16="http://schemas.microsoft.com/office/drawing/2014/main" id="{5571A101-7CBD-4527-82AC-BBAE136E9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9248" y="1636776"/>
            <a:ext cx="0" cy="941832"/>
          </a:xfrm>
          <a:prstGeom xmlns:a="http://schemas.openxmlformats.org/drawingml/2006/main" prst="line">
            <a:avLst/>
          </a:prstGeom>
          <a:ln xmlns:a="http://schemas.openxmlformats.org/drawingml/2006/main" w="6350">
            <a:solidFill>
              <a:srgbClr val="C0BBC4"/>
            </a:solidFill>
          </a:ln>
        </p:spPr>
      </p:sp>
      <p:sp>
        <p:nvSpPr>
          <p:cNvPr id="109" name="Transaction ledger spine">
            <a:extLst xmlns:a="http://schemas.openxmlformats.org/drawingml/2006/main">
              <a:ext uri="{FF2B5EF4-FFF2-40B4-BE49-F238E27FC236}">
                <a16:creationId xmlns:a16="http://schemas.microsoft.com/office/drawing/2014/main" id="{EFD89086-C4F3-49B1-B341-8C183BA06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9248" y="2761488"/>
            <a:ext cx="0" cy="3685032"/>
          </a:xfrm>
          <a:prstGeom xmlns:a="http://schemas.openxmlformats.org/drawingml/2006/main" prst="line">
            <a:avLst/>
          </a:prstGeom>
          <a:ln xmlns:a="http://schemas.openxmlformats.org/drawingml/2006/main" w="5715">
            <a:solidFill>
              <a:srgbClr val="C0BBC4"/>
            </a:solidFill>
          </a:ln>
        </p:spPr>
      </p:sp>
      <p:sp>
        <p:nvSpPr>
          <p:cNvPr id="110" name="Mandate-fit evidence divider 1">
            <a:extLst xmlns:a="http://schemas.openxmlformats.org/drawingml/2006/main">
              <a:ext uri="{FF2B5EF4-FFF2-40B4-BE49-F238E27FC236}">
                <a16:creationId xmlns:a16="http://schemas.microsoft.com/office/drawing/2014/main" id="{7E776908-8355-4563-A9AB-46C8DAFC7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2504" y="2761488"/>
            <a:ext cx="0" cy="3685032"/>
          </a:xfrm>
          <a:prstGeom xmlns:a="http://schemas.openxmlformats.org/drawingml/2006/main" prst="line">
            <a:avLst/>
          </a:prstGeom>
          <a:ln xmlns:a="http://schemas.openxmlformats.org/drawingml/2006/main" w="5715">
            <a:solidFill>
              <a:srgbClr val="C0BBC4"/>
            </a:solidFill>
          </a:ln>
        </p:spPr>
      </p:sp>
      <p:sp>
        <p:nvSpPr>
          <p:cNvPr id="112" name="Structured capital caption">
            <a:extLst xmlns:a="http://schemas.openxmlformats.org/drawingml/2006/main">
              <a:ext uri="{FF2B5EF4-FFF2-40B4-BE49-F238E27FC236}">
                <a16:creationId xmlns:a16="http://schemas.microsoft.com/office/drawing/2014/main" id="{DAE6C38E-030F-45AE-8498-7E0CFB239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512" y="2793492"/>
            <a:ext cx="1170432" cy="960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605" b="0" i="0">
                <a:solidFill>
                  <a:srgbClr val="59545E"/>
                </a:solidFill>
                <a:latin typeface="Roboto"/>
                <a:ea typeface="Roboto"/>
                <a:cs typeface="Roboto"/>
              </a:rPr>
              <a:t>4</a:t>
            </a:r>
          </a:p>
        </p:txBody>
      </p:sp>
      <p:sp>
        <p:nvSpPr>
          <p:cNvPr id="113" name="Investor placements caption">
            <a:extLst xmlns:a="http://schemas.openxmlformats.org/drawingml/2006/main">
              <a:ext uri="{FF2B5EF4-FFF2-40B4-BE49-F238E27FC236}">
                <a16:creationId xmlns:a16="http://schemas.microsoft.com/office/drawing/2014/main" id="{38F39E6C-7F54-4714-B43D-FDD822F80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0528" y="3973068"/>
            <a:ext cx="1042415" cy="960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605" b="0" i="0">
                <a:solidFill>
                  <a:srgbClr val="59545E"/>
                </a:solidFill>
                <a:latin typeface="Roboto"/>
                <a:ea typeface="Roboto"/>
                <a:cs typeface="Roboto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375024219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2026-09-04T02:46:12.2020000Z</dcterms:created>
  <dcterms:modified xsi:type="dcterms:W3CDTF">2026-09-04T02:46:12.2020000Z</dcterms:modified>
</coreProperties>
</file>