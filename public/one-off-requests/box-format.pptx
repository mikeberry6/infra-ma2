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3621dfedf64db5" /><Relationship Type="http://schemas.openxmlformats.org/officeDocument/2006/relationships/extended-properties" Target="/docProps/app.xml" Id="Rd47a1d67bec54aea" /><Relationship Type="http://schemas.openxmlformats.org/officeDocument/2006/relationships/officeDocument" Target="/ppt/presentation.xml" Id="R59ec330928aa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2d244eb4e34768"/>
  </p:sldMasterIdLst>
  <p:notesMasterIdLst>
    <p:notesMasterId xmlns:r="http://schemas.openxmlformats.org/officeDocument/2006/relationships" r:id="R7c46cacb345c4075"/>
  </p:notesMasterIdLst>
  <p:sldIdLst>
    <p:sldId xmlns:r="http://schemas.openxmlformats.org/officeDocument/2006/relationships" id="256" r:id="R381f756d0b554507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b71451b3d4cf0" /><Relationship Type="http://schemas.openxmlformats.org/officeDocument/2006/relationships/slideMaster" Target="/ppt/slideMasters/slideMaster1.xml" Id="Ra62d244eb4e34768" /><Relationship Type="http://schemas.openxmlformats.org/officeDocument/2006/relationships/notesMaster" Target="/ppt/notesMasters/notesMaster1.xml" Id="R7c46cacb345c4075" /><Relationship Type="http://schemas.openxmlformats.org/officeDocument/2006/relationships/presProps" Target="/ppt/presProps.xml" Id="R0da05604da874043" /><Relationship Type="http://schemas.openxmlformats.org/officeDocument/2006/relationships/viewProps" Target="/ppt/viewProps.xml" Id="R419e369a07db495d" /><Relationship Type="http://schemas.openxmlformats.org/officeDocument/2006/relationships/tableStyles" Target="/ppt/tableStyles.xml" Id="R2293d06652824cff" /><Relationship Type="http://schemas.openxmlformats.org/officeDocument/2006/relationships/slide" Target="/ppt/slides/slide1.xml" Id="R381f756d0b5545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2bbc2f108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6e6a2299c94b4b" /><Relationship Type="http://schemas.openxmlformats.org/officeDocument/2006/relationships/notesMaster" Target="/ppt/notesMasters/notesMaster1.xml" Id="Rf837a3acf79948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518875017450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2e215f9c44191" /><Relationship Type="http://schemas.openxmlformats.org/officeDocument/2006/relationships/slideLayout" Target="/ppt/slideLayouts/slideLayout1.xml" Id="Rda4af61ba4ef490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af61ba4ef490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5505e600406c" /><Relationship Type="http://schemas.openxmlformats.org/officeDocument/2006/relationships/notesSlide" Target="/ppt/notesSlides/notesSlide1.xml" Id="R0db8afcb29064f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C06659-E99F-40D2-9E4B-13D407CD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084764-6EEA-407D-9C00-F5287ECA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"/>
            <a:ext cx="9144000" cy="16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AC9CEE-B8FE-47A4-AA44-8FAEDA0A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55448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A06B108-ABBA-42C4-8DAB-330C1BF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28016"/>
            <a:ext cx="475488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2D9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A8AAC95-C94A-4472-87AE-7E20027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822960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2B5AB2E-1C5D-4959-A07D-E1177088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298448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91E6CAD-4996-4B37-8C93-05FD51E4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54964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893934B-FDE4-48B4-8D06-48D97123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54964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EFEE48A-4581-41C5-8C00-4B9DC85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886968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19CD8-5EA2-4A0F-AF3F-A5623F38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" y="950976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D9C8A7-711B-48D2-B08A-2C6591F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69264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7892EF2-05EB-474C-9F44-27E92A2C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02436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0C8FB8-C25A-4A6A-BC49-E83E3BA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04" y="978408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9295720-A00D-4F35-920F-A908B0DE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280160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E808614-6C4C-4D95-BE60-C5B0F862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29461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8ABA62-F494-4506-9E38-619170E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17904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1.1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C0E648-F74B-4786-9EC9-0E0B0B5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565453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775382-8034-42B1-B99B-CA1172EF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517904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77FD357-35C8-4D29-A4D2-E97A043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4650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6BCCCD-F2AA-40DD-9D21-0349F618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34947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1.2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9D0A0EE-54A6-4CF8-A110-26F8A0CB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82496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8FAA3A0-2E4D-4B66-88DF-36E6A59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34947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5746D5C-B511-4E90-9DA6-E71C1FAA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63547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BB0A2C-5757-493C-A869-4C30FEDF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751990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1.3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23021BF-13A3-46F7-BAC3-CCAD21DB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995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A06383B-5D9D-435C-8CC1-93180C11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51990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DE04B0F-D25B-4868-9A01-9CCB8C59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80590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7EE5BD4-E67D-49C2-A222-CE2D1753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9034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1.4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8D8FC12-DE2E-4BA7-A413-068AD57C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16582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C07D458-B6D7-4DD4-ABC0-CEBDC59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869034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818CD66-4DE5-4424-8E8B-5386CF90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9763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09CB6E1-6EED-47F6-B613-072994DA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86077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5D84DB1-CB53-483A-976B-1AEFB9D1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33626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FAE175-27F6-4088-983A-6D2CE77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986077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8C2A250-AF6C-4539-A9AB-AC062A7B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72" y="23134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A8CF5BA-B6E1-44AE-B637-EF38E8BB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157984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35E0EE3-DFE0-45F8-A3C2-E75EBA3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822960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21CF331-FD84-45F0-947A-3C30C9D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1298448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45AB1D3-C239-4981-A04D-11277139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854964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FE9B4E5-F401-43B6-803C-E040681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854964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152F6A9-B812-465D-8ACC-5BA14896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886968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B450719-F758-44EF-B5F5-DA37D912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176" y="950976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6471DEE3-767C-47A1-B77A-C34CE743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232" y="969264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678504F-F3B3-4136-A77D-C962F7ED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232" y="1202436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4518948-E556-4C47-9999-B19F076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978408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1F59E1C-4CB8-4BD0-AA7E-515B5BEC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1280160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C54555D-A4CD-455D-9BEA-8DDCD4B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4494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6B277BA6-8E5A-4203-9915-14DA423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3533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2.1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E968EB7-D15F-4A34-9B74-72D4DE38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3931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FCE0FC22-F442-4B5B-86F5-906471F2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3533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A340CAB-38DA-4C2B-9AE4-D6EFF14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5510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14E92882-6570-409C-9CE1-670D7364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4549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2.2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CBCBAF6-36F3-4B3E-852A-DF06D0D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4947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92E48F9F-17F1-4B19-AFA7-40F4C74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4549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A764430-9D7E-4811-A43E-FFC1D9D6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6526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82194258-D62B-4F52-BA02-F64CE040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5565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2.3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2DCCB4EA-952E-4BBC-B28A-4AC4A9D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5963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81EBE617-2AD6-4AD8-890F-B8DADE6D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5565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D0220AB4-8FED-4E06-8108-DABD9F4B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7542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480FDDA4-7EDA-468D-8E03-C639977D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6581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2.4</a:t>
            </a:r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8137D7AB-1C5C-4942-8B49-BD9C91AD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6979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E0A3CB58-D444-420E-8F0F-CF19D89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6581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79D62A87-7958-4B91-BFC9-6E507063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8558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4B6C2310-3A31-4685-A0D9-168A6DA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7597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E5D8A840-0DE6-49BB-8B8D-3647BDD6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7995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FE5DE081-B0D6-4C52-9427-1F1AA61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7597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648123A4-7D75-4159-AA0E-9C8B6FD3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9574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6E4EA954-212E-4FE0-BB9E-AF878BA0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8613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2.6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B99270EB-C361-411E-A692-41E2187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19011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4EB935B7-D1F4-4701-8451-CC45425B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8613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BBFB664F-A03A-4296-8E28-B7BF480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0590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BCBB3C9F-852C-4325-B9CF-78413BC3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19629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2.7</a:t>
            </a:r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BB36993-B570-4D08-AD22-342380D6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0027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B55D546D-5358-4565-AEFB-97DA23BA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19629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57B1628B-7AFD-40FA-AEFD-29DDE1B8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1606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83AF8685-0F38-4539-9567-F8F1CBE6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20645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2.8</a:t>
            </a:r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C7676CB1-B440-4724-8F68-83A995ED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1043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56A2F86E-DC77-4EBC-9F02-7DCA00CE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20645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6F2BF723-F35A-4B00-A3E3-792BB9B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2622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ED793F8-6ECE-4CF8-9654-8E08D2FC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2166112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2.9</a:t>
            </a:r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E9341038-D262-4B0B-B61D-FB2B65E4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22059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06F7A4D3-40A5-4211-A9F8-74904D0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2166112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A4972A7-09DF-4BD9-9458-2C0182B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44" y="23134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EA48FA4A-6784-4AE8-9D21-C997D57C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92" y="2157984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E35C48BB-2876-4DE3-B0BE-D1846F9B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576" y="822960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5D9D31DE-C51D-4822-94F0-8923C774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728" y="1298448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B9E308E0-EF21-43A4-95BE-11897B8F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854964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E61632A2-6044-48D9-9667-DAFA9EA3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854964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1AF4AFE5-7023-426F-AF17-63BD7EBD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886968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AFF0E418-FA17-46B6-A89B-66BADE46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950976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82EE28B6-5554-4957-B0D7-5F7E4EF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04" y="969264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3001396F-34CF-4728-8399-4E55E510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04" y="1202436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94" name="Text 92">
            <a:extLst xmlns:a="http://schemas.openxmlformats.org/drawingml/2006/main">
              <a:ext uri="{FF2B5EF4-FFF2-40B4-BE49-F238E27FC236}">
                <a16:creationId xmlns:a16="http://schemas.microsoft.com/office/drawing/2014/main" id="{D34C8A50-37A3-4C9E-A4D2-1FAF5A4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978408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9A387A5A-346F-49A5-AAB7-D2B002B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728" y="1280160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6E2C1497-EE16-4A23-A54D-BE401EC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430953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97" name="Text 95">
            <a:extLst xmlns:a="http://schemas.openxmlformats.org/drawingml/2006/main">
              <a:ext uri="{FF2B5EF4-FFF2-40B4-BE49-F238E27FC236}">
                <a16:creationId xmlns:a16="http://schemas.microsoft.com/office/drawing/2014/main" id="{774D7840-C79B-4740-9F50-6E8B7D72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353312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3.1</a:t>
            </a:r>
          </a:p>
        </p:txBody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7296EBD2-F64C-4CAC-8E3E-D8B448CE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383903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7F0E27A5-11ED-427A-ADCE-B2A67232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353312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E68585F4-57F9-45FB-80BF-1C7B931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514080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2E1A8550-951D-4974-A55D-A7C13803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436439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3.2</a:t>
            </a:r>
          </a:p>
        </p:txBody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84FD4283-1812-4B66-BDCE-06994843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467030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AB32E921-3F96-424E-BA60-28880E73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436439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92F1916A-E6A6-422B-BA6B-38D60560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597207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CF7AB89C-DDCE-4A12-8B85-4E810E33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519567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3.3</a:t>
            </a:r>
          </a:p>
        </p:txBody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704A0F1E-4C4B-4B95-8CA4-20AFD5E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55015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39B7E608-40A4-43FC-BFD1-1F68233A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519567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266D9A0F-29E0-49AE-9E16-1D417DD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680335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F24FD211-355D-4212-95F8-B01D60B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602694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3.4</a:t>
            </a:r>
          </a:p>
        </p:txBody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55E9BB74-2F25-4017-B14C-DCB96678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63328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084C4B47-6B01-49F7-BB53-38E53A42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602694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7BB480FB-DA81-470B-A7EB-63A36B7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76346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88B52A66-9276-4B3F-9D6D-1BA9F5E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685821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3.5</a:t>
            </a:r>
          </a:p>
        </p:txBody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F60D58ED-7E9D-467D-8779-DFB8AD9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716412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47C55C2C-B608-42FD-B4A6-B882BFD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685821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60E1329B-C217-485A-B9BA-C781C948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846589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1E98B947-D0F4-4628-9A94-4A62F1C5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768948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3.6</a:t>
            </a:r>
          </a:p>
        </p:txBody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27961455-C380-4306-B3C8-7D236F5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79953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2E168AE4-6B13-47A5-9027-F9E1E3DB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768948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0FF6CE84-934B-415B-8CB9-1AAF2C83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929717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21" name="Text 119">
            <a:extLst xmlns:a="http://schemas.openxmlformats.org/drawingml/2006/main">
              <a:ext uri="{FF2B5EF4-FFF2-40B4-BE49-F238E27FC236}">
                <a16:creationId xmlns:a16="http://schemas.microsoft.com/office/drawing/2014/main" id="{925439F8-8D99-48CB-AD75-D06B8499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852076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3.7</a:t>
            </a:r>
          </a:p>
        </p:txBody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1E38DED3-97DB-40B6-B200-0E42B5CA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882666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2B6AFE40-08D7-450D-BB99-483DFB81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852076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B7F0681B-061C-4F41-9B6B-FD34F598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01284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25" name="Text 123">
            <a:extLst xmlns:a="http://schemas.openxmlformats.org/drawingml/2006/main">
              <a:ext uri="{FF2B5EF4-FFF2-40B4-BE49-F238E27FC236}">
                <a16:creationId xmlns:a16="http://schemas.microsoft.com/office/drawing/2014/main" id="{81A76A7B-345B-44E9-860D-1A6F1590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1935203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3.8</a:t>
            </a:r>
          </a:p>
        </p:txBody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F888B3D9-356A-4D6A-92F1-5974897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1965794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27" name="Text 125">
            <a:extLst xmlns:a="http://schemas.openxmlformats.org/drawingml/2006/main">
              <a:ext uri="{FF2B5EF4-FFF2-40B4-BE49-F238E27FC236}">
                <a16:creationId xmlns:a16="http://schemas.microsoft.com/office/drawing/2014/main" id="{CBBD0FC6-A0B5-40F0-A982-7032D75C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1935203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FF550AB0-C851-4006-BB82-68D7343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095971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A6EEE3D6-1338-4CE2-B90A-587A68A1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2018330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3.9</a:t>
            </a:r>
          </a:p>
        </p:txBody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9602B922-12B8-445A-82F2-6D9B074E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048921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31" name="Text 129">
            <a:extLst xmlns:a="http://schemas.openxmlformats.org/drawingml/2006/main">
              <a:ext uri="{FF2B5EF4-FFF2-40B4-BE49-F238E27FC236}">
                <a16:creationId xmlns:a16="http://schemas.microsoft.com/office/drawing/2014/main" id="{344D18D5-4B3F-41BD-AB85-C1279D2C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2018330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5154A7F2-BB60-41DB-8637-F507D4E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179098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33" name="Text 131">
            <a:extLst xmlns:a="http://schemas.openxmlformats.org/drawingml/2006/main">
              <a:ext uri="{FF2B5EF4-FFF2-40B4-BE49-F238E27FC236}">
                <a16:creationId xmlns:a16="http://schemas.microsoft.com/office/drawing/2014/main" id="{9C0B08A9-EFE9-4B1D-86BA-84CE71E5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2101457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3.10</a:t>
            </a:r>
          </a:p>
        </p:txBody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8E5AE8F7-186E-47CB-A6B9-7A912F74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132048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35" name="Text 133">
            <a:extLst xmlns:a="http://schemas.openxmlformats.org/drawingml/2006/main">
              <a:ext uri="{FF2B5EF4-FFF2-40B4-BE49-F238E27FC236}">
                <a16:creationId xmlns:a16="http://schemas.microsoft.com/office/drawing/2014/main" id="{E1CF4489-3ABD-4684-A4C6-1C7B8131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2101457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0767E20F-7ECA-4238-BD26-3F0608EA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26222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B5D84F4C-6E1F-4638-BCE9-2F914DE8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2184585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3.11</a:t>
            </a:r>
          </a:p>
        </p:txBody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FBDE8AFE-6E57-4E21-861E-BFA92B2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2215176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39" name="Text 137">
            <a:extLst xmlns:a="http://schemas.openxmlformats.org/drawingml/2006/main">
              <a:ext uri="{FF2B5EF4-FFF2-40B4-BE49-F238E27FC236}">
                <a16:creationId xmlns:a16="http://schemas.microsoft.com/office/drawing/2014/main" id="{BF719171-7B22-43E3-BA92-169274D9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2184585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E07FD1A8-1748-4689-BEF0-1BE5BAFD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313432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EA29326D-A591-43D4-9F67-D8DBD9C4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157984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D0F6FA8B-9108-402C-AEF1-4E7BD079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2761488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9CD28D05-248A-46B3-91E6-A9D01723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236976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3D179DC7-E1B3-4D5A-A08C-BAFED179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793492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F356A404-AE58-4019-B089-E3CF892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793492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A652F2E0-6B20-4A72-9D69-A2D6135D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2825496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147" name="Text 145">
            <a:extLst xmlns:a="http://schemas.openxmlformats.org/drawingml/2006/main">
              <a:ext uri="{FF2B5EF4-FFF2-40B4-BE49-F238E27FC236}">
                <a16:creationId xmlns:a16="http://schemas.microsoft.com/office/drawing/2014/main" id="{2F9AE9ED-8EE5-40DA-8433-99D600D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" y="2889504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8" name="Text 146">
            <a:extLst xmlns:a="http://schemas.openxmlformats.org/drawingml/2006/main">
              <a:ext uri="{FF2B5EF4-FFF2-40B4-BE49-F238E27FC236}">
                <a16:creationId xmlns:a16="http://schemas.microsoft.com/office/drawing/2014/main" id="{CEAC9DF8-9B59-4297-896F-48B4D99D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55D3A725-82E3-45A4-BF35-AB9E6E71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40964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150" name="Text 148">
            <a:extLst xmlns:a="http://schemas.openxmlformats.org/drawingml/2006/main">
              <a:ext uri="{FF2B5EF4-FFF2-40B4-BE49-F238E27FC236}">
                <a16:creationId xmlns:a16="http://schemas.microsoft.com/office/drawing/2014/main" id="{889FA62E-1FBE-433F-8393-19E4B94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04" y="2916936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C9D2B52D-5C60-401A-B64B-C2151AFE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218688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5C1E3A4-3789-4182-8B46-6B6A95EF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5094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53" name="Text 151">
            <a:extLst xmlns:a="http://schemas.openxmlformats.org/drawingml/2006/main">
              <a:ext uri="{FF2B5EF4-FFF2-40B4-BE49-F238E27FC236}">
                <a16:creationId xmlns:a16="http://schemas.microsoft.com/office/drawing/2014/main" id="{504D0A0E-CD99-4757-BD8B-DCD855A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339389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4.1</a:t>
            </a:r>
          </a:p>
        </p:txBody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5F13ABD2-5B8B-4400-9C8F-C994D369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6938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55" name="Text 153">
            <a:extLst xmlns:a="http://schemas.openxmlformats.org/drawingml/2006/main">
              <a:ext uri="{FF2B5EF4-FFF2-40B4-BE49-F238E27FC236}">
                <a16:creationId xmlns:a16="http://schemas.microsoft.com/office/drawing/2014/main" id="{E69C9C0C-5DEF-4D9B-BD2D-8E9A7B5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339389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C1A6C32D-7FD5-407F-80E0-7A2AF254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67989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57" name="Text 155">
            <a:extLst xmlns:a="http://schemas.openxmlformats.org/drawingml/2006/main">
              <a:ext uri="{FF2B5EF4-FFF2-40B4-BE49-F238E27FC236}">
                <a16:creationId xmlns:a16="http://schemas.microsoft.com/office/drawing/2014/main" id="{6D8C0C4C-A910-4595-B456-3030F2F4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56432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4.2</a:t>
            </a:r>
          </a:p>
        </p:txBody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6D290F31-D5B8-4827-B3CE-6FB5711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03981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59" name="Text 157">
            <a:extLst xmlns:a="http://schemas.openxmlformats.org/drawingml/2006/main">
              <a:ext uri="{FF2B5EF4-FFF2-40B4-BE49-F238E27FC236}">
                <a16:creationId xmlns:a16="http://schemas.microsoft.com/office/drawing/2014/main" id="{1390EA02-1D6A-4085-99E8-7D24C482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456432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D27C6EF-A249-485D-9D25-73DCF6F0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8503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61" name="Text 159">
            <a:extLst xmlns:a="http://schemas.openxmlformats.org/drawingml/2006/main">
              <a:ext uri="{FF2B5EF4-FFF2-40B4-BE49-F238E27FC236}">
                <a16:creationId xmlns:a16="http://schemas.microsoft.com/office/drawing/2014/main" id="{64343F83-26D1-4DDB-A9B2-DCC8710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73475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4.3</a:t>
            </a:r>
          </a:p>
        </p:txBody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41C1A600-9D21-4758-9AB3-B1364209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21024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63" name="Text 161">
            <a:extLst xmlns:a="http://schemas.openxmlformats.org/drawingml/2006/main">
              <a:ext uri="{FF2B5EF4-FFF2-40B4-BE49-F238E27FC236}">
                <a16:creationId xmlns:a16="http://schemas.microsoft.com/office/drawing/2014/main" id="{B59FCD02-83B9-4837-A21D-ABF10F0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573475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557B27F9-DD06-4689-9741-3D9C241D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02075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65" name="Text 163">
            <a:extLst xmlns:a="http://schemas.openxmlformats.org/drawingml/2006/main">
              <a:ext uri="{FF2B5EF4-FFF2-40B4-BE49-F238E27FC236}">
                <a16:creationId xmlns:a16="http://schemas.microsoft.com/office/drawing/2014/main" id="{1854E51B-630B-4C28-B26C-37DB053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90518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4.4</a:t>
            </a:r>
          </a:p>
        </p:txBody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7BC98E58-3452-48EF-AC58-5E0330C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380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67" name="Text 165">
            <a:extLst xmlns:a="http://schemas.openxmlformats.org/drawingml/2006/main">
              <a:ext uri="{FF2B5EF4-FFF2-40B4-BE49-F238E27FC236}">
                <a16:creationId xmlns:a16="http://schemas.microsoft.com/office/drawing/2014/main" id="{C11369CC-D190-4F11-9BCB-EEE96F62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90518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AD5F8DCB-F25B-4169-94BA-D645E4B4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19118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69" name="Text 167">
            <a:extLst xmlns:a="http://schemas.openxmlformats.org/drawingml/2006/main">
              <a:ext uri="{FF2B5EF4-FFF2-40B4-BE49-F238E27FC236}">
                <a16:creationId xmlns:a16="http://schemas.microsoft.com/office/drawing/2014/main" id="{345E277D-65E7-46AE-AC3B-8D99FFF6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07562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4.5</a:t>
            </a:r>
          </a:p>
        </p:txBody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C28872F8-E677-4616-9AA8-705CE2B5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55110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71" name="Text 169">
            <a:extLst xmlns:a="http://schemas.openxmlformats.org/drawingml/2006/main">
              <a:ext uri="{FF2B5EF4-FFF2-40B4-BE49-F238E27FC236}">
                <a16:creationId xmlns:a16="http://schemas.microsoft.com/office/drawing/2014/main" id="{116C4E25-49E3-4237-B522-61230D8F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807562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54165935-8C8C-444F-BA4C-10BF0541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616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73" name="Text 171">
            <a:extLst xmlns:a="http://schemas.openxmlformats.org/drawingml/2006/main">
              <a:ext uri="{FF2B5EF4-FFF2-40B4-BE49-F238E27FC236}">
                <a16:creationId xmlns:a16="http://schemas.microsoft.com/office/drawing/2014/main" id="{882338F1-4CFB-4FDC-A10B-4C20E34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924605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4.6</a:t>
            </a:r>
          </a:p>
        </p:txBody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AEF6BE8A-3D94-42E6-A7EE-D9541C9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72154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75" name="Text 173">
            <a:extLst xmlns:a="http://schemas.openxmlformats.org/drawingml/2006/main">
              <a:ext uri="{FF2B5EF4-FFF2-40B4-BE49-F238E27FC236}">
                <a16:creationId xmlns:a16="http://schemas.microsoft.com/office/drawing/2014/main" id="{39312186-3E72-4F1D-A965-CCC433B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924605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19F0BD46-43F4-4A47-B0D9-731B6B1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53205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77" name="Text 175">
            <a:extLst xmlns:a="http://schemas.openxmlformats.org/drawingml/2006/main">
              <a:ext uri="{FF2B5EF4-FFF2-40B4-BE49-F238E27FC236}">
                <a16:creationId xmlns:a16="http://schemas.microsoft.com/office/drawing/2014/main" id="{490D2823-841C-475B-B224-49F8FDE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41648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4.7</a:t>
            </a:r>
          </a:p>
        </p:txBody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F5BCFFC2-785A-4958-9DE3-B97516E7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8919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79" name="Text 177">
            <a:extLst xmlns:a="http://schemas.openxmlformats.org/drawingml/2006/main">
              <a:ext uri="{FF2B5EF4-FFF2-40B4-BE49-F238E27FC236}">
                <a16:creationId xmlns:a16="http://schemas.microsoft.com/office/drawing/2014/main" id="{AD71A045-1E87-46BB-B158-CD98CFD8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041648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B1D86F67-D729-4C31-A06D-A51C1D0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72" y="4251960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E0F0EBAA-24A7-4334-8E7C-20083AD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4096512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843B59C0-024D-44E0-8082-5F01916E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2761488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04041B4C-D4AC-4CCA-93CC-FB96F5EF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3236976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2C98FF62-06A2-4345-8A7B-30FB1E78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793492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3EE6497-46D7-4349-9B9A-0B2FDDD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793492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00A0B813-2D38-4C6F-8118-F086BC2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825496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187" name="Text 185">
            <a:extLst xmlns:a="http://schemas.openxmlformats.org/drawingml/2006/main">
              <a:ext uri="{FF2B5EF4-FFF2-40B4-BE49-F238E27FC236}">
                <a16:creationId xmlns:a16="http://schemas.microsoft.com/office/drawing/2014/main" id="{FE3F4486-B20A-4007-9F6F-74CF6503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176" y="2889504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8" name="Text 186">
            <a:extLst xmlns:a="http://schemas.openxmlformats.org/drawingml/2006/main">
              <a:ext uri="{FF2B5EF4-FFF2-40B4-BE49-F238E27FC236}">
                <a16:creationId xmlns:a16="http://schemas.microsoft.com/office/drawing/2014/main" id="{54BAFAD1-B45B-4697-B3BF-9054C99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232" y="2907792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ABB817A4-F557-4112-9F9F-93972CB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232" y="3140964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190" name="Text 188">
            <a:extLst xmlns:a="http://schemas.openxmlformats.org/drawingml/2006/main">
              <a:ext uri="{FF2B5EF4-FFF2-40B4-BE49-F238E27FC236}">
                <a16:creationId xmlns:a16="http://schemas.microsoft.com/office/drawing/2014/main" id="{CD9A8E02-D197-4E4C-A3A3-0522B11B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2916936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62A6F4AB-2BED-4E47-AA55-53DB4059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3218688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9D965CCA-9735-4CCE-AEAA-BC2CDAA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3625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93" name="Text 191">
            <a:extLst xmlns:a="http://schemas.openxmlformats.org/drawingml/2006/main">
              <a:ext uri="{FF2B5EF4-FFF2-40B4-BE49-F238E27FC236}">
                <a16:creationId xmlns:a16="http://schemas.microsoft.com/office/drawing/2014/main" id="{DD9CDBF3-546A-478E-9C8E-1C9B4E8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2918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5.1</a:t>
            </a:r>
          </a:p>
        </p:txBody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E3D75368-5D37-4169-9F35-9171FB5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3189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95" name="Text 193">
            <a:extLst xmlns:a="http://schemas.openxmlformats.org/drawingml/2006/main">
              <a:ext uri="{FF2B5EF4-FFF2-40B4-BE49-F238E27FC236}">
                <a16:creationId xmlns:a16="http://schemas.microsoft.com/office/drawing/2014/main" id="{0D886476-7F91-42E6-8A8F-A0713B5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2918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BA589401-AFFD-4678-A910-5DBEE163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4387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197" name="Text 195">
            <a:extLst xmlns:a="http://schemas.openxmlformats.org/drawingml/2006/main">
              <a:ext uri="{FF2B5EF4-FFF2-40B4-BE49-F238E27FC236}">
                <a16:creationId xmlns:a16="http://schemas.microsoft.com/office/drawing/2014/main" id="{9561A457-E769-4E25-87E8-7DE49D04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3680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5.2</a:t>
            </a:r>
          </a:p>
        </p:txBody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E0D0EB3F-1FC5-4977-9115-953701A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3951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199" name="Text 197">
            <a:extLst xmlns:a="http://schemas.openxmlformats.org/drawingml/2006/main">
              <a:ext uri="{FF2B5EF4-FFF2-40B4-BE49-F238E27FC236}">
                <a16:creationId xmlns:a16="http://schemas.microsoft.com/office/drawing/2014/main" id="{3FF0122B-69BC-400E-A064-FC31016C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3680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73C22A8E-2AF5-43F9-9DF7-E8E1C25D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5149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01" name="Text 199">
            <a:extLst xmlns:a="http://schemas.openxmlformats.org/drawingml/2006/main">
              <a:ext uri="{FF2B5EF4-FFF2-40B4-BE49-F238E27FC236}">
                <a16:creationId xmlns:a16="http://schemas.microsoft.com/office/drawing/2014/main" id="{E55FBF19-0291-4A78-90AC-365F3DF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4442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5.3</a:t>
            </a:r>
          </a:p>
        </p:txBody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4F5256BA-E4B5-446E-B4C0-5244F2A8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4713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03" name="Text 201">
            <a:extLst xmlns:a="http://schemas.openxmlformats.org/drawingml/2006/main">
              <a:ext uri="{FF2B5EF4-FFF2-40B4-BE49-F238E27FC236}">
                <a16:creationId xmlns:a16="http://schemas.microsoft.com/office/drawing/2014/main" id="{9B3ADBFD-D440-4567-9B51-4387326F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4442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2D3B8933-05CF-41A9-9F8C-E389FCA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5911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05" name="Text 203">
            <a:extLst xmlns:a="http://schemas.openxmlformats.org/drawingml/2006/main">
              <a:ext uri="{FF2B5EF4-FFF2-40B4-BE49-F238E27FC236}">
                <a16:creationId xmlns:a16="http://schemas.microsoft.com/office/drawing/2014/main" id="{EA0C93BE-41CB-4D5F-B6AD-BE682F1B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5204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5.4</a:t>
            </a:r>
          </a:p>
        </p:txBody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D1C1081F-D1CD-47CC-B4F6-B4A8E52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5475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07" name="Text 205">
            <a:extLst xmlns:a="http://schemas.openxmlformats.org/drawingml/2006/main">
              <a:ext uri="{FF2B5EF4-FFF2-40B4-BE49-F238E27FC236}">
                <a16:creationId xmlns:a16="http://schemas.microsoft.com/office/drawing/2014/main" id="{4A7E6D66-DB9C-4FFE-A82C-0E0E5967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5204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C76E5F95-C964-4EC7-A0D3-FC932D9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6673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09" name="Text 207">
            <a:extLst xmlns:a="http://schemas.openxmlformats.org/drawingml/2006/main">
              <a:ext uri="{FF2B5EF4-FFF2-40B4-BE49-F238E27FC236}">
                <a16:creationId xmlns:a16="http://schemas.microsoft.com/office/drawing/2014/main" id="{0F32E916-EFCF-4AF2-A380-38B86B76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5966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5.5</a:t>
            </a:r>
          </a:p>
        </p:txBody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B45B6042-B418-454D-9731-B6E1836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6237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11" name="Text 209">
            <a:extLst xmlns:a="http://schemas.openxmlformats.org/drawingml/2006/main">
              <a:ext uri="{FF2B5EF4-FFF2-40B4-BE49-F238E27FC236}">
                <a16:creationId xmlns:a16="http://schemas.microsoft.com/office/drawing/2014/main" id="{C34D704A-64F0-4FD2-86DC-455F5F02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5966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BC3D223E-DFF2-4EB6-B305-58ED40E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7435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13" name="Text 211">
            <a:extLst xmlns:a="http://schemas.openxmlformats.org/drawingml/2006/main">
              <a:ext uri="{FF2B5EF4-FFF2-40B4-BE49-F238E27FC236}">
                <a16:creationId xmlns:a16="http://schemas.microsoft.com/office/drawing/2014/main" id="{418B0D19-2066-4342-AB64-3A694604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6728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5.6</a:t>
            </a:r>
          </a:p>
        </p:txBody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E4D88030-09B3-4640-A923-B21BDBDB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6999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15" name="Text 213">
            <a:extLst xmlns:a="http://schemas.openxmlformats.org/drawingml/2006/main">
              <a:ext uri="{FF2B5EF4-FFF2-40B4-BE49-F238E27FC236}">
                <a16:creationId xmlns:a16="http://schemas.microsoft.com/office/drawing/2014/main" id="{BD86EACD-0A77-410F-9949-0ADA34B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6728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301B650D-B0ED-48B8-B1AF-F99C353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8197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17" name="Text 215">
            <a:extLst xmlns:a="http://schemas.openxmlformats.org/drawingml/2006/main">
              <a:ext uri="{FF2B5EF4-FFF2-40B4-BE49-F238E27FC236}">
                <a16:creationId xmlns:a16="http://schemas.microsoft.com/office/drawing/2014/main" id="{FB7B6ED1-DBE7-4C29-A6FD-2D2E7664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7490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F794383F-2977-44C9-927F-99C83BD2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7761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19" name="Text 217">
            <a:extLst xmlns:a="http://schemas.openxmlformats.org/drawingml/2006/main">
              <a:ext uri="{FF2B5EF4-FFF2-40B4-BE49-F238E27FC236}">
                <a16:creationId xmlns:a16="http://schemas.microsoft.com/office/drawing/2014/main" id="{53AA0FD5-38D7-4CCE-B7AF-B4476B8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7490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71DACB99-9CB7-43CA-9EE5-08CE3EC1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8959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21" name="Text 219">
            <a:extLst xmlns:a="http://schemas.openxmlformats.org/drawingml/2006/main">
              <a:ext uri="{FF2B5EF4-FFF2-40B4-BE49-F238E27FC236}">
                <a16:creationId xmlns:a16="http://schemas.microsoft.com/office/drawing/2014/main" id="{0C4EC5BC-FFEA-43E7-A0A9-94D7165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8252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5.8</a:t>
            </a:r>
          </a:p>
        </p:txBody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8EFF2C1A-04C8-4F31-B5AE-6BCA7598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8523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23" name="Text 221">
            <a:extLst xmlns:a="http://schemas.openxmlformats.org/drawingml/2006/main">
              <a:ext uri="{FF2B5EF4-FFF2-40B4-BE49-F238E27FC236}">
                <a16:creationId xmlns:a16="http://schemas.microsoft.com/office/drawing/2014/main" id="{3DD6F730-B75C-4E91-B06A-96C5B501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8252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24A00E7F-341C-4C7A-8CD5-4FAD388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9721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25" name="Text 223">
            <a:extLst xmlns:a="http://schemas.openxmlformats.org/drawingml/2006/main">
              <a:ext uri="{FF2B5EF4-FFF2-40B4-BE49-F238E27FC236}">
                <a16:creationId xmlns:a16="http://schemas.microsoft.com/office/drawing/2014/main" id="{84567FD3-5ACA-4D03-A1BE-114A15C8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9014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5.9</a:t>
            </a:r>
          </a:p>
        </p:txBody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4B626B24-16A3-4B05-946D-CA1324B1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39285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27" name="Text 225">
            <a:extLst xmlns:a="http://schemas.openxmlformats.org/drawingml/2006/main">
              <a:ext uri="{FF2B5EF4-FFF2-40B4-BE49-F238E27FC236}">
                <a16:creationId xmlns:a16="http://schemas.microsoft.com/office/drawing/2014/main" id="{E8102312-0FBD-4316-B1FC-3B471660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9014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CF9F83BA-D52C-4D6D-BDDB-6708847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40483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29" name="Text 227">
            <a:extLst xmlns:a="http://schemas.openxmlformats.org/drawingml/2006/main">
              <a:ext uri="{FF2B5EF4-FFF2-40B4-BE49-F238E27FC236}">
                <a16:creationId xmlns:a16="http://schemas.microsoft.com/office/drawing/2014/main" id="{ACFF694F-D54E-407D-83E4-03DCA21B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39776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5.10</a:t>
            </a:r>
          </a:p>
        </p:txBody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E7D5D95F-1C40-4DA3-86E8-DFE88DF7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40047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31" name="Text 229">
            <a:extLst xmlns:a="http://schemas.openxmlformats.org/drawingml/2006/main">
              <a:ext uri="{FF2B5EF4-FFF2-40B4-BE49-F238E27FC236}">
                <a16:creationId xmlns:a16="http://schemas.microsoft.com/office/drawing/2014/main" id="{92DE3451-DFC3-4A42-992F-59207CD9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39776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7D784A81-D7EF-478A-B82F-5E2EC40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41245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33" name="Text 231">
            <a:extLst xmlns:a="http://schemas.openxmlformats.org/drawingml/2006/main">
              <a:ext uri="{FF2B5EF4-FFF2-40B4-BE49-F238E27FC236}">
                <a16:creationId xmlns:a16="http://schemas.microsoft.com/office/drawing/2014/main" id="{AE83CE1B-8508-468E-B469-F62242A4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40538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5.11</a:t>
            </a:r>
          </a:p>
        </p:txBody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E2E881DD-5E87-4E0C-9B4A-5296B308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40809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35" name="Text 233">
            <a:extLst xmlns:a="http://schemas.openxmlformats.org/drawingml/2006/main">
              <a:ext uri="{FF2B5EF4-FFF2-40B4-BE49-F238E27FC236}">
                <a16:creationId xmlns:a16="http://schemas.microsoft.com/office/drawing/2014/main" id="{A380EBB1-4E61-4556-9E75-FD6DF2DB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40538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866E6B53-A135-4044-A354-EC4049F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42007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37" name="Text 235">
            <a:extLst xmlns:a="http://schemas.openxmlformats.org/drawingml/2006/main">
              <a:ext uri="{FF2B5EF4-FFF2-40B4-BE49-F238E27FC236}">
                <a16:creationId xmlns:a16="http://schemas.microsoft.com/office/drawing/2014/main" id="{2D1433C7-B10F-4109-8180-53EA7773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41300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5.12</a:t>
            </a:r>
          </a:p>
        </p:txBody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F2A5A082-6D99-45E6-B93E-A8EF4B7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41571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D5E3A53F-E499-4080-A5A9-E79D813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41300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C77068F4-AF15-4F76-8E7F-569D8EB4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44" y="4251960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F3E4247D-120A-4AD4-9B69-5C4BE90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92" y="4096512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85FA3EEF-1755-4248-B85A-31BF4FD7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576" y="2761488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63BC5BB6-98A7-4E52-8B40-54D5F600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728" y="3236976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DDC231B0-8597-4E03-819D-C4EFFE95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2793492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D66FAD28-6179-4D2E-B086-716C7552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2793492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4A381E64-6133-4592-AFCE-04DFF2C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2825496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247" name="Text 245">
            <a:extLst xmlns:a="http://schemas.openxmlformats.org/drawingml/2006/main">
              <a:ext uri="{FF2B5EF4-FFF2-40B4-BE49-F238E27FC236}">
                <a16:creationId xmlns:a16="http://schemas.microsoft.com/office/drawing/2014/main" id="{D290835E-1574-4A39-9AA8-562AC6D4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2889504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8" name="Text 246">
            <a:extLst xmlns:a="http://schemas.openxmlformats.org/drawingml/2006/main">
              <a:ext uri="{FF2B5EF4-FFF2-40B4-BE49-F238E27FC236}">
                <a16:creationId xmlns:a16="http://schemas.microsoft.com/office/drawing/2014/main" id="{DE3338BB-D8BB-43A2-904C-FB261DE4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04" y="2907792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D132784E-EB14-4AA2-9527-BB328B7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04" y="3140964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250" name="Text 248">
            <a:extLst xmlns:a="http://schemas.openxmlformats.org/drawingml/2006/main">
              <a:ext uri="{FF2B5EF4-FFF2-40B4-BE49-F238E27FC236}">
                <a16:creationId xmlns:a16="http://schemas.microsoft.com/office/drawing/2014/main" id="{3C3492AF-9A0E-4A9F-B51C-6CFC6EE9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916936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47FDDE3-F8B1-47E5-AF71-171D660C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728" y="3218688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F34DAF71-EB40-4E95-A544-D765D11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3625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53" name="Text 251">
            <a:extLst xmlns:a="http://schemas.openxmlformats.org/drawingml/2006/main">
              <a:ext uri="{FF2B5EF4-FFF2-40B4-BE49-F238E27FC236}">
                <a16:creationId xmlns:a16="http://schemas.microsoft.com/office/drawing/2014/main" id="{BFD7093C-F62E-4865-B0D9-03E1F6A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2918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00CDA816-6063-4289-8DA2-315FAD5F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3189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55" name="Text 253">
            <a:extLst xmlns:a="http://schemas.openxmlformats.org/drawingml/2006/main">
              <a:ext uri="{FF2B5EF4-FFF2-40B4-BE49-F238E27FC236}">
                <a16:creationId xmlns:a16="http://schemas.microsoft.com/office/drawing/2014/main" id="{D17426F3-516E-43D9-9E76-60D5176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2918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7899A1EC-1E44-444A-AB86-ECEDC425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4387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57" name="Text 255">
            <a:extLst xmlns:a="http://schemas.openxmlformats.org/drawingml/2006/main">
              <a:ext uri="{FF2B5EF4-FFF2-40B4-BE49-F238E27FC236}">
                <a16:creationId xmlns:a16="http://schemas.microsoft.com/office/drawing/2014/main" id="{511EDD80-65F9-451B-B619-BF3F483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3680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95E049AF-BC42-4BB4-AFA0-FC8E5EEF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3951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59" name="Text 257">
            <a:extLst xmlns:a="http://schemas.openxmlformats.org/drawingml/2006/main">
              <a:ext uri="{FF2B5EF4-FFF2-40B4-BE49-F238E27FC236}">
                <a16:creationId xmlns:a16="http://schemas.microsoft.com/office/drawing/2014/main" id="{22110F85-E92D-437E-AD0D-58FBF58C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3680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91DA6F4F-4E2E-4517-94BE-9266051B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5149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61" name="Text 259">
            <a:extLst xmlns:a="http://schemas.openxmlformats.org/drawingml/2006/main">
              <a:ext uri="{FF2B5EF4-FFF2-40B4-BE49-F238E27FC236}">
                <a16:creationId xmlns:a16="http://schemas.microsoft.com/office/drawing/2014/main" id="{3AD98943-C833-45B4-BAE4-9149F483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4442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6.3</a:t>
            </a:r>
          </a:p>
        </p:txBody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84066665-321B-4CD9-B26A-525AD05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4713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63" name="Text 261">
            <a:extLst xmlns:a="http://schemas.openxmlformats.org/drawingml/2006/main">
              <a:ext uri="{FF2B5EF4-FFF2-40B4-BE49-F238E27FC236}">
                <a16:creationId xmlns:a16="http://schemas.microsoft.com/office/drawing/2014/main" id="{5F173809-9887-4AE7-836F-034B44A8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4442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53A66B4F-4851-450E-86D8-B0AF6546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5911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65" name="Text 263">
            <a:extLst xmlns:a="http://schemas.openxmlformats.org/drawingml/2006/main">
              <a:ext uri="{FF2B5EF4-FFF2-40B4-BE49-F238E27FC236}">
                <a16:creationId xmlns:a16="http://schemas.microsoft.com/office/drawing/2014/main" id="{54B267E0-359E-4F85-AFB7-C51B746E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5204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6.4</a:t>
            </a:r>
          </a:p>
        </p:txBody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97FACCB2-18D0-4957-BBA9-51C79332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5475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67" name="Text 265">
            <a:extLst xmlns:a="http://schemas.openxmlformats.org/drawingml/2006/main">
              <a:ext uri="{FF2B5EF4-FFF2-40B4-BE49-F238E27FC236}">
                <a16:creationId xmlns:a16="http://schemas.microsoft.com/office/drawing/2014/main" id="{2A89C117-F275-4BCA-8EBC-B97467B9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5204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185900B4-F670-4C3E-8790-910F1CBE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6673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69" name="Text 267">
            <a:extLst xmlns:a="http://schemas.openxmlformats.org/drawingml/2006/main">
              <a:ext uri="{FF2B5EF4-FFF2-40B4-BE49-F238E27FC236}">
                <a16:creationId xmlns:a16="http://schemas.microsoft.com/office/drawing/2014/main" id="{D4F1AE79-7AEF-4AD3-A903-1DCAC612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5966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6.5</a:t>
            </a:r>
          </a:p>
        </p:txBody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262A15D5-C5DD-4FA1-87E7-67C3BAAA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6237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71" name="Text 269">
            <a:extLst xmlns:a="http://schemas.openxmlformats.org/drawingml/2006/main">
              <a:ext uri="{FF2B5EF4-FFF2-40B4-BE49-F238E27FC236}">
                <a16:creationId xmlns:a16="http://schemas.microsoft.com/office/drawing/2014/main" id="{D7A63357-F888-42EA-AECF-38FFF8B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5966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481BBFB2-6567-4CC7-881A-DDA8B3F5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7435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73" name="Text 271">
            <a:extLst xmlns:a="http://schemas.openxmlformats.org/drawingml/2006/main">
              <a:ext uri="{FF2B5EF4-FFF2-40B4-BE49-F238E27FC236}">
                <a16:creationId xmlns:a16="http://schemas.microsoft.com/office/drawing/2014/main" id="{C5709D26-749B-4F2A-A3F5-C5722E03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6728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6.6</a:t>
            </a:r>
          </a:p>
        </p:txBody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714B797E-1FD6-4EF5-8D8C-C870A65C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6999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75" name="Text 273">
            <a:extLst xmlns:a="http://schemas.openxmlformats.org/drawingml/2006/main">
              <a:ext uri="{FF2B5EF4-FFF2-40B4-BE49-F238E27FC236}">
                <a16:creationId xmlns:a16="http://schemas.microsoft.com/office/drawing/2014/main" id="{5DA2D3D4-142A-4A22-9807-D34B1853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6728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AA7B70C9-CD2B-456A-A0F3-51B8669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8197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77" name="Text 275">
            <a:extLst xmlns:a="http://schemas.openxmlformats.org/drawingml/2006/main">
              <a:ext uri="{FF2B5EF4-FFF2-40B4-BE49-F238E27FC236}">
                <a16:creationId xmlns:a16="http://schemas.microsoft.com/office/drawing/2014/main" id="{CE0615EA-5CDD-4AD4-88CF-D5996B65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7490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6.7</a:t>
            </a:r>
          </a:p>
        </p:txBody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5359229A-C113-414E-ADEA-310E2A41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7761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79" name="Text 277">
            <a:extLst xmlns:a="http://schemas.openxmlformats.org/drawingml/2006/main">
              <a:ext uri="{FF2B5EF4-FFF2-40B4-BE49-F238E27FC236}">
                <a16:creationId xmlns:a16="http://schemas.microsoft.com/office/drawing/2014/main" id="{7EFAEFBD-A0D2-4325-8955-A65452B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7490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D2FB9939-5223-403D-BA27-90FA788A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8959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81" name="Text 279">
            <a:extLst xmlns:a="http://schemas.openxmlformats.org/drawingml/2006/main">
              <a:ext uri="{FF2B5EF4-FFF2-40B4-BE49-F238E27FC236}">
                <a16:creationId xmlns:a16="http://schemas.microsoft.com/office/drawing/2014/main" id="{4BE8F793-5E5E-4D6E-9D69-EC96C169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8252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6.8</a:t>
            </a:r>
          </a:p>
        </p:txBody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0BBC30AE-D9ED-458D-B1E6-2BA2C03A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8523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83" name="Text 281">
            <a:extLst xmlns:a="http://schemas.openxmlformats.org/drawingml/2006/main">
              <a:ext uri="{FF2B5EF4-FFF2-40B4-BE49-F238E27FC236}">
                <a16:creationId xmlns:a16="http://schemas.microsoft.com/office/drawing/2014/main" id="{1EB0B760-0D38-4961-B585-FCE1F129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8252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DEFFCA17-B501-48E6-9AB1-9C89B26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9721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85" name="Text 283">
            <a:extLst xmlns:a="http://schemas.openxmlformats.org/drawingml/2006/main">
              <a:ext uri="{FF2B5EF4-FFF2-40B4-BE49-F238E27FC236}">
                <a16:creationId xmlns:a16="http://schemas.microsoft.com/office/drawing/2014/main" id="{DB4ECC21-B3E4-4200-9064-7ACAEA6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9014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6.9</a:t>
            </a:r>
          </a:p>
        </p:txBody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A27F8D4E-6DCC-46B1-AFE5-774D5C5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39285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87" name="Text 285">
            <a:extLst xmlns:a="http://schemas.openxmlformats.org/drawingml/2006/main">
              <a:ext uri="{FF2B5EF4-FFF2-40B4-BE49-F238E27FC236}">
                <a16:creationId xmlns:a16="http://schemas.microsoft.com/office/drawing/2014/main" id="{D47DE66C-EA08-4279-9B52-E5D36F6D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9014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933D9736-B15D-4314-8219-3897D96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40483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89" name="Text 287">
            <a:extLst xmlns:a="http://schemas.openxmlformats.org/drawingml/2006/main">
              <a:ext uri="{FF2B5EF4-FFF2-40B4-BE49-F238E27FC236}">
                <a16:creationId xmlns:a16="http://schemas.microsoft.com/office/drawing/2014/main" id="{179C4832-54C3-40D7-B4EF-E819DBDD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9776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6.10</a:t>
            </a:r>
          </a:p>
        </p:txBody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0EF8AF06-18B7-49D8-A9B0-E3F4739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40047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91" name="Text 289">
            <a:extLst xmlns:a="http://schemas.openxmlformats.org/drawingml/2006/main">
              <a:ext uri="{FF2B5EF4-FFF2-40B4-BE49-F238E27FC236}">
                <a16:creationId xmlns:a16="http://schemas.microsoft.com/office/drawing/2014/main" id="{A6E23580-9204-4C11-89F7-851A0754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39776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AAA7B545-46CA-4591-B231-E5B2FF62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41245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93" name="Text 291">
            <a:extLst xmlns:a="http://schemas.openxmlformats.org/drawingml/2006/main">
              <a:ext uri="{FF2B5EF4-FFF2-40B4-BE49-F238E27FC236}">
                <a16:creationId xmlns:a16="http://schemas.microsoft.com/office/drawing/2014/main" id="{CF9A82F4-7A90-4AEC-8D48-2A36C5F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40538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6.11</a:t>
            </a:r>
          </a:p>
        </p:txBody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67FD4418-0C1C-4944-A89E-5643DB67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40809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95" name="Text 293">
            <a:extLst xmlns:a="http://schemas.openxmlformats.org/drawingml/2006/main">
              <a:ext uri="{FF2B5EF4-FFF2-40B4-BE49-F238E27FC236}">
                <a16:creationId xmlns:a16="http://schemas.microsoft.com/office/drawing/2014/main" id="{772B4AF5-CCA9-4EB0-8A33-6DD76AB7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40538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D028B56B-5BD1-44D5-ABC8-384C7549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42007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297" name="Text 295">
            <a:extLst xmlns:a="http://schemas.openxmlformats.org/drawingml/2006/main">
              <a:ext uri="{FF2B5EF4-FFF2-40B4-BE49-F238E27FC236}">
                <a16:creationId xmlns:a16="http://schemas.microsoft.com/office/drawing/2014/main" id="{7F60A53C-AD13-4F23-8C52-793547C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4130040"/>
            <a:ext cx="30175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6.12</a:t>
            </a:r>
          </a:p>
        </p:txBody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C53FF261-80B9-473E-9BCA-7441D423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415716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299" name="Text 297">
            <a:extLst xmlns:a="http://schemas.openxmlformats.org/drawingml/2006/main">
              <a:ext uri="{FF2B5EF4-FFF2-40B4-BE49-F238E27FC236}">
                <a16:creationId xmlns:a16="http://schemas.microsoft.com/office/drawing/2014/main" id="{F392795F-DFD5-4C64-8D82-859A159F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4130040"/>
            <a:ext cx="1886712" cy="7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9F1E464F-2794-4CC9-9053-DCFCE960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4251960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D75314C2-C21E-49D9-B8EA-6F14541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096512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E514582A-A561-4E66-A30B-0F5F579C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700016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07B87D86-DA9B-4ED6-9AE8-C2B3AED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175504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12085FD0-E692-4B75-B1F1-58F18EAE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4732020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889B038E-3CC5-4EFB-98D7-DCA6E78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4732020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E81E5303-C038-4F4C-A16D-66A14EF6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" y="4764024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307" name="Text 305">
            <a:extLst xmlns:a="http://schemas.openxmlformats.org/drawingml/2006/main">
              <a:ext uri="{FF2B5EF4-FFF2-40B4-BE49-F238E27FC236}">
                <a16:creationId xmlns:a16="http://schemas.microsoft.com/office/drawing/2014/main" id="{F7F396B4-1420-41A5-AC8C-69AA3DD3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" y="4828032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8" name="Text 306">
            <a:extLst xmlns:a="http://schemas.openxmlformats.org/drawingml/2006/main">
              <a:ext uri="{FF2B5EF4-FFF2-40B4-BE49-F238E27FC236}">
                <a16:creationId xmlns:a16="http://schemas.microsoft.com/office/drawing/2014/main" id="{B4369E50-14B8-4A4B-BF39-27BBE10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D79A4D4A-B6BC-4752-9BE3-46F526D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9492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310" name="Text 308">
            <a:extLst xmlns:a="http://schemas.openxmlformats.org/drawingml/2006/main">
              <a:ext uri="{FF2B5EF4-FFF2-40B4-BE49-F238E27FC236}">
                <a16:creationId xmlns:a16="http://schemas.microsoft.com/office/drawing/2014/main" id="{09F18860-1DC3-4806-9E24-103F025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504" y="4855464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C4764490-3331-48AB-AA5B-0C16ADD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157216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38DE099D-4119-46F7-8ACB-07BEB07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264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13" name="Text 311">
            <a:extLst xmlns:a="http://schemas.openxmlformats.org/drawingml/2006/main">
              <a:ext uri="{FF2B5EF4-FFF2-40B4-BE49-F238E27FC236}">
                <a16:creationId xmlns:a16="http://schemas.microsoft.com/office/drawing/2014/main" id="{D98C827E-DE16-4085-9D7B-C6CB9B0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2303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7.1</a:t>
            </a:r>
          </a:p>
        </p:txBody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C2D52F43-C930-4DC2-BE4F-7595DA4D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701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15" name="Text 313">
            <a:extLst xmlns:a="http://schemas.openxmlformats.org/drawingml/2006/main">
              <a:ext uri="{FF2B5EF4-FFF2-40B4-BE49-F238E27FC236}">
                <a16:creationId xmlns:a16="http://schemas.microsoft.com/office/drawing/2014/main" id="{AB88101A-CAF2-42B5-92F0-81B5FE83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2303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1E29F80F-9215-4DC0-909C-09BBFF2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280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17" name="Text 315">
            <a:extLst xmlns:a="http://schemas.openxmlformats.org/drawingml/2006/main">
              <a:ext uri="{FF2B5EF4-FFF2-40B4-BE49-F238E27FC236}">
                <a16:creationId xmlns:a16="http://schemas.microsoft.com/office/drawing/2014/main" id="{3FABE105-9171-4FFC-91BF-A027B88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3319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7.2</a:t>
            </a:r>
          </a:p>
        </p:txBody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A3D1485F-8765-4BC5-B2E2-BE1E9522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717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19" name="Text 317">
            <a:extLst xmlns:a="http://schemas.openxmlformats.org/drawingml/2006/main">
              <a:ext uri="{FF2B5EF4-FFF2-40B4-BE49-F238E27FC236}">
                <a16:creationId xmlns:a16="http://schemas.microsoft.com/office/drawing/2014/main" id="{724F1843-DCE7-43EA-AB60-7D36FB56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3319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D7284E12-3CF3-480E-A382-F0523BA5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296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21" name="Text 319">
            <a:extLst xmlns:a="http://schemas.openxmlformats.org/drawingml/2006/main">
              <a:ext uri="{FF2B5EF4-FFF2-40B4-BE49-F238E27FC236}">
                <a16:creationId xmlns:a16="http://schemas.microsoft.com/office/drawing/2014/main" id="{731FA6AE-DA7F-41FF-A053-901D0C66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335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7.3</a:t>
            </a:r>
          </a:p>
        </p:txBody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B616EB51-5904-4304-9384-EC5286FF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733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23" name="Text 321">
            <a:extLst xmlns:a="http://schemas.openxmlformats.org/drawingml/2006/main">
              <a:ext uri="{FF2B5EF4-FFF2-40B4-BE49-F238E27FC236}">
                <a16:creationId xmlns:a16="http://schemas.microsoft.com/office/drawing/2014/main" id="{B41139A0-15B0-47C7-ACBE-7CA2DCC1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4335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1B9C2018-16DF-4E56-8B49-C19214B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312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25" name="Text 323">
            <a:extLst xmlns:a="http://schemas.openxmlformats.org/drawingml/2006/main">
              <a:ext uri="{FF2B5EF4-FFF2-40B4-BE49-F238E27FC236}">
                <a16:creationId xmlns:a16="http://schemas.microsoft.com/office/drawing/2014/main" id="{F659123F-3C67-4721-B457-1002901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5351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7.4</a:t>
            </a:r>
          </a:p>
        </p:txBody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64AD7FAD-1B12-4BBA-85B3-FD4A0D2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5749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27" name="Text 325">
            <a:extLst xmlns:a="http://schemas.openxmlformats.org/drawingml/2006/main">
              <a:ext uri="{FF2B5EF4-FFF2-40B4-BE49-F238E27FC236}">
                <a16:creationId xmlns:a16="http://schemas.microsoft.com/office/drawing/2014/main" id="{6AA562B1-323B-43FE-A18C-706685E5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5351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5820A2BB-F004-4904-BCB4-F3899DF9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7328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29" name="Text 327">
            <a:extLst xmlns:a="http://schemas.openxmlformats.org/drawingml/2006/main">
              <a:ext uri="{FF2B5EF4-FFF2-40B4-BE49-F238E27FC236}">
                <a16:creationId xmlns:a16="http://schemas.microsoft.com/office/drawing/2014/main" id="{C606D4A7-4E20-41D4-AA63-DE56733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6367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7.5</a:t>
            </a:r>
          </a:p>
        </p:txBody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BB8299F0-A0D5-4043-A411-DCE26820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765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31" name="Text 329">
            <a:extLst xmlns:a="http://schemas.openxmlformats.org/drawingml/2006/main">
              <a:ext uri="{FF2B5EF4-FFF2-40B4-BE49-F238E27FC236}">
                <a16:creationId xmlns:a16="http://schemas.microsoft.com/office/drawing/2014/main" id="{188CBC0C-3D32-49CC-9D92-CA7D875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6367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D9A65A29-F828-47AD-8273-D309DC36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344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33" name="Text 331">
            <a:extLst xmlns:a="http://schemas.openxmlformats.org/drawingml/2006/main">
              <a:ext uri="{FF2B5EF4-FFF2-40B4-BE49-F238E27FC236}">
                <a16:creationId xmlns:a16="http://schemas.microsoft.com/office/drawing/2014/main" id="{571189BE-AA99-41BF-A38A-AD704E5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7383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7.6</a:t>
            </a:r>
          </a:p>
        </p:txBody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60146998-129A-4478-B681-54193CB4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7781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35" name="Text 333">
            <a:extLst xmlns:a="http://schemas.openxmlformats.org/drawingml/2006/main">
              <a:ext uri="{FF2B5EF4-FFF2-40B4-BE49-F238E27FC236}">
                <a16:creationId xmlns:a16="http://schemas.microsoft.com/office/drawing/2014/main" id="{36527D96-492E-4276-91CD-8C6851D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7383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E0025C8D-7C08-4267-9B47-A4541C6C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9360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37" name="Text 335">
            <a:extLst xmlns:a="http://schemas.openxmlformats.org/drawingml/2006/main">
              <a:ext uri="{FF2B5EF4-FFF2-40B4-BE49-F238E27FC236}">
                <a16:creationId xmlns:a16="http://schemas.microsoft.com/office/drawing/2014/main" id="{EAE09A07-A90D-43E7-9354-DE5348D7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399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7.7</a:t>
            </a:r>
          </a:p>
        </p:txBody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10F0670A-9DDC-485F-9FA2-D6D9E375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97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39" name="Text 337">
            <a:extLst xmlns:a="http://schemas.openxmlformats.org/drawingml/2006/main">
              <a:ext uri="{FF2B5EF4-FFF2-40B4-BE49-F238E27FC236}">
                <a16:creationId xmlns:a16="http://schemas.microsoft.com/office/drawing/2014/main" id="{1EB31E97-1733-4F87-B63B-E4DD7C0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8399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05A4FE7A-9C4C-41C8-BF5B-00CCDBE7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0376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41" name="Text 339">
            <a:extLst xmlns:a="http://schemas.openxmlformats.org/drawingml/2006/main">
              <a:ext uri="{FF2B5EF4-FFF2-40B4-BE49-F238E27FC236}">
                <a16:creationId xmlns:a16="http://schemas.microsoft.com/office/drawing/2014/main" id="{DDA7EB03-56FE-4983-B13B-1C8B17D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9415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7.8</a:t>
            </a:r>
          </a:p>
        </p:txBody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2F13E45D-29F9-427A-B555-D52BB6A2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9813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43" name="Text 341">
            <a:extLst xmlns:a="http://schemas.openxmlformats.org/drawingml/2006/main">
              <a:ext uri="{FF2B5EF4-FFF2-40B4-BE49-F238E27FC236}">
                <a16:creationId xmlns:a16="http://schemas.microsoft.com/office/drawing/2014/main" id="{67A818C1-BA23-42DA-A6C6-E2D13442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9415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7CEC1C56-0E1F-420A-97C8-F2582462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1392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45" name="Text 343">
            <a:extLst xmlns:a="http://schemas.openxmlformats.org/drawingml/2006/main">
              <a:ext uri="{FF2B5EF4-FFF2-40B4-BE49-F238E27FC236}">
                <a16:creationId xmlns:a16="http://schemas.microsoft.com/office/drawing/2014/main" id="{FC5CADE8-34CF-49EC-8045-292AA5F4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043168"/>
            <a:ext cx="30175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7.9</a:t>
            </a:r>
          </a:p>
        </p:txBody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4C094D50-7196-4D87-9F34-1D87BA7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0829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47" name="Text 345">
            <a:extLst xmlns:a="http://schemas.openxmlformats.org/drawingml/2006/main">
              <a:ext uri="{FF2B5EF4-FFF2-40B4-BE49-F238E27FC236}">
                <a16:creationId xmlns:a16="http://schemas.microsoft.com/office/drawing/2014/main" id="{1F61E2AB-8C49-45E6-855E-4C1DB1C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6043168"/>
            <a:ext cx="1886712" cy="10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850A829B-1E9E-4405-AE74-4B955E38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72" y="61904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35986BD8-264C-448B-B684-D7EB43B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6035040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28B14C77-9D46-4D70-B06E-9C071EB3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304" y="4700016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A392D584-59B5-4158-92E8-374A5884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5175504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C3D194AA-1BA7-4F5F-AA14-675F221F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4732020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B09CE377-CED7-4E6C-917A-740BCCCF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4732020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8D267644-D7D4-4BEC-AAB1-7B01D11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4764024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355" name="Text 353">
            <a:extLst xmlns:a="http://schemas.openxmlformats.org/drawingml/2006/main">
              <a:ext uri="{FF2B5EF4-FFF2-40B4-BE49-F238E27FC236}">
                <a16:creationId xmlns:a16="http://schemas.microsoft.com/office/drawing/2014/main" id="{0B6EFB70-FBA6-42F0-BAA6-6DB20AE3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176" y="4828032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56" name="Text 354">
            <a:extLst xmlns:a="http://schemas.openxmlformats.org/drawingml/2006/main">
              <a:ext uri="{FF2B5EF4-FFF2-40B4-BE49-F238E27FC236}">
                <a16:creationId xmlns:a16="http://schemas.microsoft.com/office/drawing/2014/main" id="{0C134A32-3DC5-4B60-8CB0-BDACD32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232" y="4846320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3D11895C-88F7-4892-B37A-2E196AF4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232" y="5079492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358" name="Text 356">
            <a:extLst xmlns:a="http://schemas.openxmlformats.org/drawingml/2006/main">
              <a:ext uri="{FF2B5EF4-FFF2-40B4-BE49-F238E27FC236}">
                <a16:creationId xmlns:a16="http://schemas.microsoft.com/office/drawing/2014/main" id="{B0687722-D022-4F47-B507-F9CA95F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776" y="4855464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7C6A7521-AD7F-412E-97E8-9FB9A8AD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5157216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93957930-29F1-4941-ACE1-5072271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308009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61" name="Text 359">
            <a:extLst xmlns:a="http://schemas.openxmlformats.org/drawingml/2006/main">
              <a:ext uri="{FF2B5EF4-FFF2-40B4-BE49-F238E27FC236}">
                <a16:creationId xmlns:a16="http://schemas.microsoft.com/office/drawing/2014/main" id="{3EBEBC19-02A7-478E-B083-683DA73A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230368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8.1</a:t>
            </a:r>
          </a:p>
        </p:txBody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661EBB32-032D-423B-AF72-9F9BB6B7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260959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63" name="Text 361">
            <a:extLst xmlns:a="http://schemas.openxmlformats.org/drawingml/2006/main">
              <a:ext uri="{FF2B5EF4-FFF2-40B4-BE49-F238E27FC236}">
                <a16:creationId xmlns:a16="http://schemas.microsoft.com/office/drawing/2014/main" id="{446EE3AC-668B-44B2-B71F-A0390F11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230368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7AA8A569-BFD3-4307-AEA7-66FCBA2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391136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65" name="Text 363">
            <a:extLst xmlns:a="http://schemas.openxmlformats.org/drawingml/2006/main">
              <a:ext uri="{FF2B5EF4-FFF2-40B4-BE49-F238E27FC236}">
                <a16:creationId xmlns:a16="http://schemas.microsoft.com/office/drawing/2014/main" id="{4F9C9046-F2A2-4B02-88DF-597469B7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313495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8.2</a:t>
            </a:r>
          </a:p>
        </p:txBody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7F4767E8-BE4A-4A83-9E53-AFABA83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344086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67" name="Text 365">
            <a:extLst xmlns:a="http://schemas.openxmlformats.org/drawingml/2006/main">
              <a:ext uri="{FF2B5EF4-FFF2-40B4-BE49-F238E27FC236}">
                <a16:creationId xmlns:a16="http://schemas.microsoft.com/office/drawing/2014/main" id="{F4C7248E-9520-48C5-BB97-9F58DD9D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313495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B5AED432-2E17-4E81-B78A-F3AFDD8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474263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69" name="Text 367">
            <a:extLst xmlns:a="http://schemas.openxmlformats.org/drawingml/2006/main">
              <a:ext uri="{FF2B5EF4-FFF2-40B4-BE49-F238E27FC236}">
                <a16:creationId xmlns:a16="http://schemas.microsoft.com/office/drawing/2014/main" id="{CCCDA2D4-7DFF-4289-898C-5BB252FB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396623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8.3</a:t>
            </a:r>
          </a:p>
        </p:txBody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60CD2823-79FA-44F5-B067-EB5F09FA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427213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71" name="Text 369">
            <a:extLst xmlns:a="http://schemas.openxmlformats.org/drawingml/2006/main">
              <a:ext uri="{FF2B5EF4-FFF2-40B4-BE49-F238E27FC236}">
                <a16:creationId xmlns:a16="http://schemas.microsoft.com/office/drawing/2014/main" id="{9EF6316A-9F46-49C4-86AE-3AF00897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396623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CDB1435A-B6AA-44E3-9544-83131476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557391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73" name="Text 371">
            <a:extLst xmlns:a="http://schemas.openxmlformats.org/drawingml/2006/main">
              <a:ext uri="{FF2B5EF4-FFF2-40B4-BE49-F238E27FC236}">
                <a16:creationId xmlns:a16="http://schemas.microsoft.com/office/drawing/2014/main" id="{DB1B319D-F1B6-41F9-8456-F01103CE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479750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8.4</a:t>
            </a:r>
          </a:p>
        </p:txBody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8107BFEC-59D5-434A-9C92-E07690A2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510341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75" name="Text 373">
            <a:extLst xmlns:a="http://schemas.openxmlformats.org/drawingml/2006/main">
              <a:ext uri="{FF2B5EF4-FFF2-40B4-BE49-F238E27FC236}">
                <a16:creationId xmlns:a16="http://schemas.microsoft.com/office/drawing/2014/main" id="{5BBBFFD8-CFA9-4C3E-AEA2-E5B333E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479750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7DEB06FE-0E61-4789-89C1-D5A9725E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640518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77" name="Text 375">
            <a:extLst xmlns:a="http://schemas.openxmlformats.org/drawingml/2006/main">
              <a:ext uri="{FF2B5EF4-FFF2-40B4-BE49-F238E27FC236}">
                <a16:creationId xmlns:a16="http://schemas.microsoft.com/office/drawing/2014/main" id="{C202E313-2802-4FC3-B695-AAE9DE4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562877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8.5</a:t>
            </a:r>
          </a:p>
        </p:txBody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69D7E63A-EC21-4948-8A08-D3426CE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593468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79" name="Text 377">
            <a:extLst xmlns:a="http://schemas.openxmlformats.org/drawingml/2006/main">
              <a:ext uri="{FF2B5EF4-FFF2-40B4-BE49-F238E27FC236}">
                <a16:creationId xmlns:a16="http://schemas.microsoft.com/office/drawing/2014/main" id="{07378193-0564-4685-BAD7-922A9790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562877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BA170AF9-0D44-4C28-9A78-81C73E6A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723645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81" name="Text 379">
            <a:extLst xmlns:a="http://schemas.openxmlformats.org/drawingml/2006/main">
              <a:ext uri="{FF2B5EF4-FFF2-40B4-BE49-F238E27FC236}">
                <a16:creationId xmlns:a16="http://schemas.microsoft.com/office/drawing/2014/main" id="{8E54E1D9-EBB1-402C-928D-33529E91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646004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8.6</a:t>
            </a:r>
          </a:p>
        </p:txBody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EC70306E-8245-4CFE-A853-9446D76C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676595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83" name="Text 381">
            <a:extLst xmlns:a="http://schemas.openxmlformats.org/drawingml/2006/main">
              <a:ext uri="{FF2B5EF4-FFF2-40B4-BE49-F238E27FC236}">
                <a16:creationId xmlns:a16="http://schemas.microsoft.com/office/drawing/2014/main" id="{7651B183-6CA7-4D9B-B32B-15BD41EC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646004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9A7A566D-AD1F-4179-BF2F-1F9AB9CE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806773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85" name="Text 383">
            <a:extLst xmlns:a="http://schemas.openxmlformats.org/drawingml/2006/main">
              <a:ext uri="{FF2B5EF4-FFF2-40B4-BE49-F238E27FC236}">
                <a16:creationId xmlns:a16="http://schemas.microsoft.com/office/drawing/2014/main" id="{7FE13E70-EA5C-441C-AE2A-A87F8F8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729132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8.7</a:t>
            </a:r>
          </a:p>
        </p:txBody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F09522FC-73C1-4EF8-AC66-3653A67D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759722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87" name="Text 385">
            <a:extLst xmlns:a="http://schemas.openxmlformats.org/drawingml/2006/main">
              <a:ext uri="{FF2B5EF4-FFF2-40B4-BE49-F238E27FC236}">
                <a16:creationId xmlns:a16="http://schemas.microsoft.com/office/drawing/2014/main" id="{3B823F6C-C4BC-4EF1-AA6C-CD1E1626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729132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9827C4AA-ECDB-4EDE-B0F7-1C818AB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889900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89" name="Text 387">
            <a:extLst xmlns:a="http://schemas.openxmlformats.org/drawingml/2006/main">
              <a:ext uri="{FF2B5EF4-FFF2-40B4-BE49-F238E27FC236}">
                <a16:creationId xmlns:a16="http://schemas.microsoft.com/office/drawing/2014/main" id="{860FFB1D-DAC0-48E1-8926-AC60CD9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812259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8.8</a:t>
            </a:r>
          </a:p>
        </p:txBody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119F4EB9-08FD-440B-B34D-A9EB3341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842850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91" name="Text 389">
            <a:extLst xmlns:a="http://schemas.openxmlformats.org/drawingml/2006/main">
              <a:ext uri="{FF2B5EF4-FFF2-40B4-BE49-F238E27FC236}">
                <a16:creationId xmlns:a16="http://schemas.microsoft.com/office/drawing/2014/main" id="{8E31DEB9-1A7A-4C79-A1F6-FA607B0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812259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26C87EE0-7962-460C-96B5-1F1840E1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973027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93" name="Text 391">
            <a:extLst xmlns:a="http://schemas.openxmlformats.org/drawingml/2006/main">
              <a:ext uri="{FF2B5EF4-FFF2-40B4-BE49-F238E27FC236}">
                <a16:creationId xmlns:a16="http://schemas.microsoft.com/office/drawing/2014/main" id="{2BCB3268-29E6-4B56-8BAD-A2E9EB3A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895386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8.9</a:t>
            </a:r>
          </a:p>
        </p:txBody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FA3F9E9D-A1B2-448D-8D61-9A64A73F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592597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95" name="Text 393">
            <a:extLst xmlns:a="http://schemas.openxmlformats.org/drawingml/2006/main">
              <a:ext uri="{FF2B5EF4-FFF2-40B4-BE49-F238E27FC236}">
                <a16:creationId xmlns:a16="http://schemas.microsoft.com/office/drawing/2014/main" id="{754A782E-E934-4950-AD3E-5A07CE31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895386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6C2AB3FA-C6F3-4E86-B02A-94539CFC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6056154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397" name="Text 395">
            <a:extLst xmlns:a="http://schemas.openxmlformats.org/drawingml/2006/main">
              <a:ext uri="{FF2B5EF4-FFF2-40B4-BE49-F238E27FC236}">
                <a16:creationId xmlns:a16="http://schemas.microsoft.com/office/drawing/2014/main" id="{123B82B5-7B81-47F6-9761-8A8CD6B6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5978513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8.10</a:t>
            </a:r>
          </a:p>
        </p:txBody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A62E25D7-8B34-41C8-A327-799E41FB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6009104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399" name="Text 397">
            <a:extLst xmlns:a="http://schemas.openxmlformats.org/drawingml/2006/main">
              <a:ext uri="{FF2B5EF4-FFF2-40B4-BE49-F238E27FC236}">
                <a16:creationId xmlns:a16="http://schemas.microsoft.com/office/drawing/2014/main" id="{7B9628AB-D76D-4967-B9CF-BCF68CB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5978513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DC78CB69-42DE-47F6-8785-B3273A69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61392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401" name="Text 399">
            <a:extLst xmlns:a="http://schemas.openxmlformats.org/drawingml/2006/main">
              <a:ext uri="{FF2B5EF4-FFF2-40B4-BE49-F238E27FC236}">
                <a16:creationId xmlns:a16="http://schemas.microsoft.com/office/drawing/2014/main" id="{0DF8A918-0FE2-48DC-838B-CFE249B1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752" y="6061641"/>
            <a:ext cx="30175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8.11</a:t>
            </a:r>
          </a:p>
        </p:txBody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BF0AEC5B-AA66-4CDE-BF33-294F8BE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944" y="6092232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03" name="Text 401">
            <a:extLst xmlns:a="http://schemas.openxmlformats.org/drawingml/2006/main">
              <a:ext uri="{FF2B5EF4-FFF2-40B4-BE49-F238E27FC236}">
                <a16:creationId xmlns:a16="http://schemas.microsoft.com/office/drawing/2014/main" id="{38C62F53-0A23-41CB-AB84-49259B1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5240" y="6061641"/>
            <a:ext cx="1886712" cy="8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96E088A7-081C-4507-A735-726767B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944" y="61904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9EAD9563-4418-46F9-BC19-2E5F8F77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92" y="6035040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2DFED1A5-94FB-4597-978F-B20728B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576" y="4700016"/>
            <a:ext cx="2755392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7D2D9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C8C2CB">
                <a:alpha val="16000"/>
              </a:srgbClr>
            </a:outerShdw>
          </a:effectLst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DF22F201-A180-4685-9BC3-CFB4DDD7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728" y="5175504"/>
            <a:ext cx="457200" cy="10607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7">
              <a:alpha val="92000"/>
            </a:srgbClr>
          </a:solidFill>
          <a:ln xmlns:a="http://schemas.openxmlformats.org/drawingml/2006/main" w="12700">
            <a:solidFill>
              <a:srgbClr val="F7F4F7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48537FA0-EE5B-47C4-BCD0-D049440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4732020"/>
            <a:ext cx="26822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E175C8AA-7311-4BC2-9567-6B38FE4F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4732020"/>
            <a:ext cx="384048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 w="12700">
            <a:solidFill>
              <a:srgbClr val="442142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B9E610E8-57FB-4B6F-8CF1-A38423A7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152" y="4764024"/>
            <a:ext cx="2682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6"/>
          </a:solidFill>
          <a:ln xmlns:a="http://schemas.openxmlformats.org/drawingml/2006/main" w="12700">
            <a:solidFill>
              <a:srgbClr val="F6F2F6">
                <a:alpha val="0"/>
              </a:srgbClr>
            </a:solidFill>
            <a:prstDash val="solid"/>
          </a:ln>
        </p:spPr>
      </p:sp>
      <p:sp>
        <p:nvSpPr>
          <p:cNvPr id="411" name="Text 409">
            <a:extLst xmlns:a="http://schemas.openxmlformats.org/drawingml/2006/main">
              <a:ext uri="{FF2B5EF4-FFF2-40B4-BE49-F238E27FC236}">
                <a16:creationId xmlns:a16="http://schemas.microsoft.com/office/drawing/2014/main" id="{6D12C74B-EDAF-44D7-85C8-DC838E2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828032"/>
            <a:ext cx="32918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2142"/>
          </a:solidFill>
          <a:ln xmlns:a="http://schemas.openxmlformats.org/drawingml/2006/main">
            <a:solidFill>
              <a:srgbClr val="442142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12" name="Text 410">
            <a:extLst xmlns:a="http://schemas.openxmlformats.org/drawingml/2006/main">
              <a:ext uri="{FF2B5EF4-FFF2-40B4-BE49-F238E27FC236}">
                <a16:creationId xmlns:a16="http://schemas.microsoft.com/office/drawing/2014/main" id="{F89E065A-2177-4534-A042-3BCB032B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04" y="4846320"/>
            <a:ext cx="86868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79F4E851-3179-4A9E-A450-C879F0FE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504" y="5079492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A87D"/>
            </a:solidFill>
            <a:prstDash val="solid"/>
          </a:ln>
        </p:spPr>
      </p:sp>
      <p:sp>
        <p:nvSpPr>
          <p:cNvPr id="414" name="Text 412">
            <a:extLst xmlns:a="http://schemas.openxmlformats.org/drawingml/2006/main">
              <a:ext uri="{FF2B5EF4-FFF2-40B4-BE49-F238E27FC236}">
                <a16:creationId xmlns:a16="http://schemas.microsoft.com/office/drawing/2014/main" id="{7958B207-3CF3-4AFD-A3FF-FF240F87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4855464"/>
            <a:ext cx="31089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6"/>
          </a:solidFill>
          <a:ln xmlns:a="http://schemas.openxmlformats.org/drawingml/2006/main" w="7620">
            <a:solidFill>
              <a:srgbClr val="B4A87D"/>
            </a:solidFill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D624C5FE-7B90-4FBF-93EB-776C037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728" y="5157216"/>
            <a:ext cx="26090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6E2E7"/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99565842-0A3D-4C16-A08A-B895D946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565038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417" name="Text 415">
            <a:extLst xmlns:a="http://schemas.openxmlformats.org/drawingml/2006/main">
              <a:ext uri="{FF2B5EF4-FFF2-40B4-BE49-F238E27FC236}">
                <a16:creationId xmlns:a16="http://schemas.microsoft.com/office/drawing/2014/main" id="{D066DC15-155E-41E7-A7D9-6DEE063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5453482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9.1</a:t>
            </a:r>
          </a:p>
        </p:txBody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5473549F-F088-4752-9E3A-0979002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501030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19" name="Text 417">
            <a:extLst xmlns:a="http://schemas.openxmlformats.org/drawingml/2006/main">
              <a:ext uri="{FF2B5EF4-FFF2-40B4-BE49-F238E27FC236}">
                <a16:creationId xmlns:a16="http://schemas.microsoft.com/office/drawing/2014/main" id="{0799B411-F141-431A-BCF9-E72006AC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5453482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D709E944-61C7-487A-B76C-06FDDF06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682082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421" name="Text 419">
            <a:extLst xmlns:a="http://schemas.openxmlformats.org/drawingml/2006/main">
              <a:ext uri="{FF2B5EF4-FFF2-40B4-BE49-F238E27FC236}">
                <a16:creationId xmlns:a16="http://schemas.microsoft.com/office/drawing/2014/main" id="{20610B04-D86B-48C5-9515-130FF6DC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5570525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9.2</a:t>
            </a:r>
          </a:p>
        </p:txBody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CFC6F1AF-2FB7-4BA5-A59B-96D3A44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618074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23" name="Text 421">
            <a:extLst xmlns:a="http://schemas.openxmlformats.org/drawingml/2006/main">
              <a:ext uri="{FF2B5EF4-FFF2-40B4-BE49-F238E27FC236}">
                <a16:creationId xmlns:a16="http://schemas.microsoft.com/office/drawing/2014/main" id="{BF9CC011-CFB8-419F-9AF1-BDE82026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5570525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8ED53B89-3B03-48ED-B444-DC1023F1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799125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425" name="Text 423">
            <a:extLst xmlns:a="http://schemas.openxmlformats.org/drawingml/2006/main">
              <a:ext uri="{FF2B5EF4-FFF2-40B4-BE49-F238E27FC236}">
                <a16:creationId xmlns:a16="http://schemas.microsoft.com/office/drawing/2014/main" id="{D98AE26C-4188-40F7-A55B-4D40AB87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5687568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9.3</a:t>
            </a:r>
          </a:p>
        </p:txBody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DFF63769-0E96-43B5-BC91-2E358895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735117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27" name="Text 425">
            <a:extLst xmlns:a="http://schemas.openxmlformats.org/drawingml/2006/main">
              <a:ext uri="{FF2B5EF4-FFF2-40B4-BE49-F238E27FC236}">
                <a16:creationId xmlns:a16="http://schemas.microsoft.com/office/drawing/2014/main" id="{3408410F-3F18-4DE3-B6BA-C1DCD5B7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5687568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E0D5171C-2ABB-4497-80AD-85BC805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916168"/>
            <a:ext cx="204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826">
            <a:solidFill>
              <a:srgbClr val="F3F1F4">
                <a:alpha val="92000"/>
              </a:srgbClr>
            </a:solidFill>
            <a:prstDash val="solid"/>
          </a:ln>
        </p:spPr>
      </p:sp>
      <p:sp>
        <p:nvSpPr>
          <p:cNvPr id="429" name="Text 427">
            <a:extLst xmlns:a="http://schemas.openxmlformats.org/drawingml/2006/main">
              <a:ext uri="{FF2B5EF4-FFF2-40B4-BE49-F238E27FC236}">
                <a16:creationId xmlns:a16="http://schemas.microsoft.com/office/drawing/2014/main" id="{1A1D1914-9300-4CAB-94C7-EA00282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5804611"/>
            <a:ext cx="30175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90" b="1">
                <a:solidFill>
                  <a:srgbClr val="3C1D3A"/>
                </a:solidFill>
                <a:latin typeface="Arial"/>
                <a:ea typeface="Arial"/>
                <a:cs typeface="Arial"/>
              </a:rPr>
              <a:t>9.4</a:t>
            </a:r>
          </a:p>
        </p:txBody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223879E2-ABDB-4899-A53D-9B46A2C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216" y="5852160"/>
            <a:ext cx="25603" cy="25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A87D"/>
          </a:solidFill>
          <a:ln xmlns:a="http://schemas.openxmlformats.org/drawingml/2006/main" w="12700">
            <a:solidFill>
              <a:srgbClr val="B4A87D">
                <a:alpha val="0"/>
              </a:srgbClr>
            </a:solidFill>
            <a:prstDash val="solid"/>
          </a:ln>
        </p:spPr>
      </p:sp>
      <p:sp>
        <p:nvSpPr>
          <p:cNvPr id="431" name="Text 429">
            <a:extLst xmlns:a="http://schemas.openxmlformats.org/drawingml/2006/main">
              <a:ext uri="{FF2B5EF4-FFF2-40B4-BE49-F238E27FC236}">
                <a16:creationId xmlns:a16="http://schemas.microsoft.com/office/drawing/2014/main" id="{5B61176E-3E0A-42B9-853C-353ECEDB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12" y="5804611"/>
            <a:ext cx="1886712" cy="1170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90">
                <a:solidFill>
                  <a:srgbClr val="4B485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93F27094-B79E-4ABB-95A1-7307394D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6190488"/>
            <a:ext cx="155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0D81B24A-B624-4B64-A557-A8912DC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6035040"/>
            <a:ext cx="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C7BD93">
                <a:alpha val="8800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A49E1A4A-538E-4982-A03F-554FFB70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6556248"/>
            <a:ext cx="86319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6E2E7"/>
            </a:solidFill>
            <a:prstDash val="solid"/>
          </a:ln>
        </p:spPr>
      </p:sp>
      <p:sp>
        <p:nvSpPr>
          <p:cNvPr id="435" name="Text 433">
            <a:extLst xmlns:a="http://schemas.openxmlformats.org/drawingml/2006/main">
              <a:ext uri="{FF2B5EF4-FFF2-40B4-BE49-F238E27FC236}">
                <a16:creationId xmlns:a16="http://schemas.microsoft.com/office/drawing/2014/main" id="{174521B8-436A-44B1-B620-DFE243A8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6583680"/>
            <a:ext cx="7315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50">
                <a:solidFill>
                  <a:srgbClr val="7B748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05678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2026-08-03T13:55:47.8930000Z</dcterms:created>
  <dcterms:modified xsi:type="dcterms:W3CDTF">2026-08-03T13:55:47.8930000Z</dcterms:modified>
</coreProperties>
</file>