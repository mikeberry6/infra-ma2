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004"/>
            <a:ext cx="9144000" cy="16459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1554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348472" y="128016"/>
            <a:ext cx="475488" cy="246888"/>
          </a:xfrm>
          <a:prstGeom prst="rect">
            <a:avLst/>
          </a:prstGeom>
          <a:solidFill>
            <a:srgbClr val="FFFFFF"/>
          </a:solidFill>
          <a:ln w="7620">
            <a:solidFill>
              <a:srgbClr val="D7D2D9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56032" y="822960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9184" y="1298448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" y="854964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" y="854964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886968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4904" y="950976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969264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1202436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508504" y="978408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9184" y="1280160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1629461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1480" y="1517904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590" dirty="0"/>
          </a:p>
        </p:txBody>
      </p:sp>
      <p:sp>
        <p:nvSpPr>
          <p:cNvPr id="18" name="Shape 16"/>
          <p:cNvSpPr/>
          <p:nvPr/>
        </p:nvSpPr>
        <p:spPr>
          <a:xfrm>
            <a:off x="804672" y="1565453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6968" y="1517904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590" dirty="0"/>
          </a:p>
        </p:txBody>
      </p:sp>
      <p:sp>
        <p:nvSpPr>
          <p:cNvPr id="20" name="Shape 18"/>
          <p:cNvSpPr/>
          <p:nvPr/>
        </p:nvSpPr>
        <p:spPr>
          <a:xfrm>
            <a:off x="804672" y="174650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11480" y="1634947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590" dirty="0"/>
          </a:p>
        </p:txBody>
      </p:sp>
      <p:sp>
        <p:nvSpPr>
          <p:cNvPr id="22" name="Shape 20"/>
          <p:cNvSpPr/>
          <p:nvPr/>
        </p:nvSpPr>
        <p:spPr>
          <a:xfrm>
            <a:off x="804672" y="1682496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86968" y="1634947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590" dirty="0"/>
          </a:p>
        </p:txBody>
      </p:sp>
      <p:sp>
        <p:nvSpPr>
          <p:cNvPr id="24" name="Shape 22"/>
          <p:cNvSpPr/>
          <p:nvPr/>
        </p:nvSpPr>
        <p:spPr>
          <a:xfrm>
            <a:off x="804672" y="1863547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" y="1751990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590" dirty="0"/>
          </a:p>
        </p:txBody>
      </p:sp>
      <p:sp>
        <p:nvSpPr>
          <p:cNvPr id="26" name="Shape 24"/>
          <p:cNvSpPr/>
          <p:nvPr/>
        </p:nvSpPr>
        <p:spPr>
          <a:xfrm>
            <a:off x="804672" y="17995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6968" y="1751990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590" dirty="0"/>
          </a:p>
        </p:txBody>
      </p:sp>
      <p:sp>
        <p:nvSpPr>
          <p:cNvPr id="28" name="Shape 26"/>
          <p:cNvSpPr/>
          <p:nvPr/>
        </p:nvSpPr>
        <p:spPr>
          <a:xfrm>
            <a:off x="804672" y="1980590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1480" y="1869034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590" dirty="0"/>
          </a:p>
        </p:txBody>
      </p:sp>
      <p:sp>
        <p:nvSpPr>
          <p:cNvPr id="30" name="Shape 28"/>
          <p:cNvSpPr/>
          <p:nvPr/>
        </p:nvSpPr>
        <p:spPr>
          <a:xfrm>
            <a:off x="804672" y="1916582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" y="1869034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32" name="Shape 30"/>
          <p:cNvSpPr/>
          <p:nvPr/>
        </p:nvSpPr>
        <p:spPr>
          <a:xfrm>
            <a:off x="804672" y="209763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11480" y="1986077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804672" y="2033626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6968" y="1986077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90" dirty="0"/>
          </a:p>
        </p:txBody>
      </p:sp>
      <p:sp>
        <p:nvSpPr>
          <p:cNvPr id="36" name="Shape 34"/>
          <p:cNvSpPr/>
          <p:nvPr/>
        </p:nvSpPr>
        <p:spPr>
          <a:xfrm>
            <a:off x="2709672" y="2313432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65120" y="2313432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4304" y="822960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67456" y="1298448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0880" y="854964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0880" y="854964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0880" y="886968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13176" y="950976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761232" y="969264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761232" y="1202436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46776" y="978408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267456" y="1280160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742944" y="14494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349752" y="13533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590" dirty="0"/>
          </a:p>
        </p:txBody>
      </p:sp>
      <p:sp>
        <p:nvSpPr>
          <p:cNvPr id="50" name="Shape 48"/>
          <p:cNvSpPr/>
          <p:nvPr/>
        </p:nvSpPr>
        <p:spPr>
          <a:xfrm>
            <a:off x="3742944" y="13931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825240" y="13533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52" name="Shape 50"/>
          <p:cNvSpPr/>
          <p:nvPr/>
        </p:nvSpPr>
        <p:spPr>
          <a:xfrm>
            <a:off x="3742944" y="15510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49752" y="14549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590" dirty="0"/>
          </a:p>
        </p:txBody>
      </p:sp>
      <p:sp>
        <p:nvSpPr>
          <p:cNvPr id="54" name="Shape 52"/>
          <p:cNvSpPr/>
          <p:nvPr/>
        </p:nvSpPr>
        <p:spPr>
          <a:xfrm>
            <a:off x="3742944" y="14947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825240" y="14549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590" dirty="0"/>
          </a:p>
        </p:txBody>
      </p:sp>
      <p:sp>
        <p:nvSpPr>
          <p:cNvPr id="56" name="Shape 54"/>
          <p:cNvSpPr/>
          <p:nvPr/>
        </p:nvSpPr>
        <p:spPr>
          <a:xfrm>
            <a:off x="3742944" y="16526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349752" y="15565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590" dirty="0"/>
          </a:p>
        </p:txBody>
      </p:sp>
      <p:sp>
        <p:nvSpPr>
          <p:cNvPr id="58" name="Shape 56"/>
          <p:cNvSpPr/>
          <p:nvPr/>
        </p:nvSpPr>
        <p:spPr>
          <a:xfrm>
            <a:off x="3742944" y="15963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825240" y="15565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590" dirty="0"/>
          </a:p>
        </p:txBody>
      </p:sp>
      <p:sp>
        <p:nvSpPr>
          <p:cNvPr id="60" name="Shape 58"/>
          <p:cNvSpPr/>
          <p:nvPr/>
        </p:nvSpPr>
        <p:spPr>
          <a:xfrm>
            <a:off x="3742944" y="17542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349752" y="16581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590" dirty="0"/>
          </a:p>
        </p:txBody>
      </p:sp>
      <p:sp>
        <p:nvSpPr>
          <p:cNvPr id="62" name="Shape 60"/>
          <p:cNvSpPr/>
          <p:nvPr/>
        </p:nvSpPr>
        <p:spPr>
          <a:xfrm>
            <a:off x="3742944" y="16979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25240" y="16581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90" dirty="0"/>
          </a:p>
        </p:txBody>
      </p:sp>
      <p:sp>
        <p:nvSpPr>
          <p:cNvPr id="64" name="Shape 62"/>
          <p:cNvSpPr/>
          <p:nvPr/>
        </p:nvSpPr>
        <p:spPr>
          <a:xfrm>
            <a:off x="3742944" y="18558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349752" y="17597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590" dirty="0"/>
          </a:p>
        </p:txBody>
      </p:sp>
      <p:sp>
        <p:nvSpPr>
          <p:cNvPr id="66" name="Shape 64"/>
          <p:cNvSpPr/>
          <p:nvPr/>
        </p:nvSpPr>
        <p:spPr>
          <a:xfrm>
            <a:off x="3742944" y="17995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825240" y="17597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590" dirty="0"/>
          </a:p>
        </p:txBody>
      </p:sp>
      <p:sp>
        <p:nvSpPr>
          <p:cNvPr id="68" name="Shape 66"/>
          <p:cNvSpPr/>
          <p:nvPr/>
        </p:nvSpPr>
        <p:spPr>
          <a:xfrm>
            <a:off x="3742944" y="19574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49752" y="18613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590" dirty="0"/>
          </a:p>
        </p:txBody>
      </p:sp>
      <p:sp>
        <p:nvSpPr>
          <p:cNvPr id="70" name="Shape 68"/>
          <p:cNvSpPr/>
          <p:nvPr/>
        </p:nvSpPr>
        <p:spPr>
          <a:xfrm>
            <a:off x="3742944" y="19011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825240" y="18613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90" dirty="0"/>
          </a:p>
        </p:txBody>
      </p:sp>
      <p:sp>
        <p:nvSpPr>
          <p:cNvPr id="72" name="Shape 70"/>
          <p:cNvSpPr/>
          <p:nvPr/>
        </p:nvSpPr>
        <p:spPr>
          <a:xfrm>
            <a:off x="3742944" y="20590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3349752" y="19629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590" dirty="0"/>
          </a:p>
        </p:txBody>
      </p:sp>
      <p:sp>
        <p:nvSpPr>
          <p:cNvPr id="74" name="Shape 72"/>
          <p:cNvSpPr/>
          <p:nvPr/>
        </p:nvSpPr>
        <p:spPr>
          <a:xfrm>
            <a:off x="3742944" y="20027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3825240" y="19629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76" name="Shape 74"/>
          <p:cNvSpPr/>
          <p:nvPr/>
        </p:nvSpPr>
        <p:spPr>
          <a:xfrm>
            <a:off x="3742944" y="21606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349752" y="20645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590" dirty="0"/>
          </a:p>
        </p:txBody>
      </p:sp>
      <p:sp>
        <p:nvSpPr>
          <p:cNvPr id="78" name="Shape 76"/>
          <p:cNvSpPr/>
          <p:nvPr/>
        </p:nvSpPr>
        <p:spPr>
          <a:xfrm>
            <a:off x="3742944" y="21043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825240" y="20645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80" name="Shape 78"/>
          <p:cNvSpPr/>
          <p:nvPr/>
        </p:nvSpPr>
        <p:spPr>
          <a:xfrm>
            <a:off x="3742944" y="22622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349752" y="2166112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590" dirty="0"/>
          </a:p>
        </p:txBody>
      </p:sp>
      <p:sp>
        <p:nvSpPr>
          <p:cNvPr id="82" name="Shape 80"/>
          <p:cNvSpPr/>
          <p:nvPr/>
        </p:nvSpPr>
        <p:spPr>
          <a:xfrm>
            <a:off x="3742944" y="22059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825240" y="2166112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84" name="Shape 82"/>
          <p:cNvSpPr/>
          <p:nvPr/>
        </p:nvSpPr>
        <p:spPr>
          <a:xfrm>
            <a:off x="5647944" y="2313432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803392" y="2313432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132576" y="822960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87" name="Shape 85"/>
          <p:cNvSpPr/>
          <p:nvPr/>
        </p:nvSpPr>
        <p:spPr>
          <a:xfrm>
            <a:off x="6205728" y="1298448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69152" y="854964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169152" y="854964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169152" y="886968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251448" y="950976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699504" y="969264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6699504" y="1202436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385048" y="978408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6205728" y="1280160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1216" y="1430953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288024" y="1353312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590" dirty="0"/>
          </a:p>
        </p:txBody>
      </p:sp>
      <p:sp>
        <p:nvSpPr>
          <p:cNvPr id="98" name="Shape 96"/>
          <p:cNvSpPr/>
          <p:nvPr/>
        </p:nvSpPr>
        <p:spPr>
          <a:xfrm>
            <a:off x="6681216" y="1383903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763512" y="1353312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00" name="Shape 98"/>
          <p:cNvSpPr/>
          <p:nvPr/>
        </p:nvSpPr>
        <p:spPr>
          <a:xfrm>
            <a:off x="6681216" y="1514080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288024" y="1436439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590" dirty="0"/>
          </a:p>
        </p:txBody>
      </p:sp>
      <p:sp>
        <p:nvSpPr>
          <p:cNvPr id="102" name="Shape 100"/>
          <p:cNvSpPr/>
          <p:nvPr/>
        </p:nvSpPr>
        <p:spPr>
          <a:xfrm>
            <a:off x="6681216" y="1467030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6763512" y="1436439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590" dirty="0"/>
          </a:p>
        </p:txBody>
      </p:sp>
      <p:sp>
        <p:nvSpPr>
          <p:cNvPr id="104" name="Shape 102"/>
          <p:cNvSpPr/>
          <p:nvPr/>
        </p:nvSpPr>
        <p:spPr>
          <a:xfrm>
            <a:off x="6681216" y="1597207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6288024" y="1519567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590" dirty="0"/>
          </a:p>
        </p:txBody>
      </p:sp>
      <p:sp>
        <p:nvSpPr>
          <p:cNvPr id="106" name="Shape 104"/>
          <p:cNvSpPr/>
          <p:nvPr/>
        </p:nvSpPr>
        <p:spPr>
          <a:xfrm>
            <a:off x="6681216" y="155015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6763512" y="1519567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08" name="Shape 106"/>
          <p:cNvSpPr/>
          <p:nvPr/>
        </p:nvSpPr>
        <p:spPr>
          <a:xfrm>
            <a:off x="6681216" y="1680335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288024" y="1602694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590" dirty="0"/>
          </a:p>
        </p:txBody>
      </p:sp>
      <p:sp>
        <p:nvSpPr>
          <p:cNvPr id="110" name="Shape 108"/>
          <p:cNvSpPr/>
          <p:nvPr/>
        </p:nvSpPr>
        <p:spPr>
          <a:xfrm>
            <a:off x="6681216" y="163328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6763512" y="1602694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112" name="Shape 110"/>
          <p:cNvSpPr/>
          <p:nvPr/>
        </p:nvSpPr>
        <p:spPr>
          <a:xfrm>
            <a:off x="6681216" y="176346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6288024" y="1685821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590" dirty="0"/>
          </a:p>
        </p:txBody>
      </p:sp>
      <p:sp>
        <p:nvSpPr>
          <p:cNvPr id="114" name="Shape 112"/>
          <p:cNvSpPr/>
          <p:nvPr/>
        </p:nvSpPr>
        <p:spPr>
          <a:xfrm>
            <a:off x="6681216" y="1716412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6763512" y="1685821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16" name="Shape 114"/>
          <p:cNvSpPr/>
          <p:nvPr/>
        </p:nvSpPr>
        <p:spPr>
          <a:xfrm>
            <a:off x="6681216" y="1846589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288024" y="1768948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590" dirty="0"/>
          </a:p>
        </p:txBody>
      </p:sp>
      <p:sp>
        <p:nvSpPr>
          <p:cNvPr id="118" name="Shape 116"/>
          <p:cNvSpPr/>
          <p:nvPr/>
        </p:nvSpPr>
        <p:spPr>
          <a:xfrm>
            <a:off x="6681216" y="179953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6763512" y="1768948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20" name="Shape 118"/>
          <p:cNvSpPr/>
          <p:nvPr/>
        </p:nvSpPr>
        <p:spPr>
          <a:xfrm>
            <a:off x="6681216" y="1929717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288024" y="1852076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590" dirty="0"/>
          </a:p>
        </p:txBody>
      </p:sp>
      <p:sp>
        <p:nvSpPr>
          <p:cNvPr id="122" name="Shape 120"/>
          <p:cNvSpPr/>
          <p:nvPr/>
        </p:nvSpPr>
        <p:spPr>
          <a:xfrm>
            <a:off x="6681216" y="1882666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763512" y="1852076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124" name="Shape 122"/>
          <p:cNvSpPr/>
          <p:nvPr/>
        </p:nvSpPr>
        <p:spPr>
          <a:xfrm>
            <a:off x="6681216" y="201284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288024" y="1935203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590" dirty="0"/>
          </a:p>
        </p:txBody>
      </p:sp>
      <p:sp>
        <p:nvSpPr>
          <p:cNvPr id="126" name="Shape 124"/>
          <p:cNvSpPr/>
          <p:nvPr/>
        </p:nvSpPr>
        <p:spPr>
          <a:xfrm>
            <a:off x="6681216" y="1965794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6763512" y="1935203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590" dirty="0"/>
          </a:p>
        </p:txBody>
      </p:sp>
      <p:sp>
        <p:nvSpPr>
          <p:cNvPr id="128" name="Shape 126"/>
          <p:cNvSpPr/>
          <p:nvPr/>
        </p:nvSpPr>
        <p:spPr>
          <a:xfrm>
            <a:off x="6681216" y="2095971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6288024" y="2018330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590" dirty="0"/>
          </a:p>
        </p:txBody>
      </p:sp>
      <p:sp>
        <p:nvSpPr>
          <p:cNvPr id="130" name="Shape 128"/>
          <p:cNvSpPr/>
          <p:nvPr/>
        </p:nvSpPr>
        <p:spPr>
          <a:xfrm>
            <a:off x="6681216" y="2048921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763512" y="2018330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590" dirty="0"/>
          </a:p>
        </p:txBody>
      </p:sp>
      <p:sp>
        <p:nvSpPr>
          <p:cNvPr id="132" name="Shape 130"/>
          <p:cNvSpPr/>
          <p:nvPr/>
        </p:nvSpPr>
        <p:spPr>
          <a:xfrm>
            <a:off x="6681216" y="2179098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6288024" y="2101457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3.10</a:t>
            </a:r>
            <a:endParaRPr lang="en-US" sz="590" dirty="0"/>
          </a:p>
        </p:txBody>
      </p:sp>
      <p:sp>
        <p:nvSpPr>
          <p:cNvPr id="134" name="Shape 132"/>
          <p:cNvSpPr/>
          <p:nvPr/>
        </p:nvSpPr>
        <p:spPr>
          <a:xfrm>
            <a:off x="6681216" y="2132048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6763512" y="2101457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590" dirty="0"/>
          </a:p>
        </p:txBody>
      </p:sp>
      <p:sp>
        <p:nvSpPr>
          <p:cNvPr id="136" name="Shape 134"/>
          <p:cNvSpPr/>
          <p:nvPr/>
        </p:nvSpPr>
        <p:spPr>
          <a:xfrm>
            <a:off x="6681216" y="226222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6288024" y="2184585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590" dirty="0"/>
          </a:p>
        </p:txBody>
      </p:sp>
      <p:sp>
        <p:nvSpPr>
          <p:cNvPr id="138" name="Shape 136"/>
          <p:cNvSpPr/>
          <p:nvPr/>
        </p:nvSpPr>
        <p:spPr>
          <a:xfrm>
            <a:off x="6681216" y="2215176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6763512" y="2184585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590" dirty="0"/>
          </a:p>
        </p:txBody>
      </p:sp>
      <p:sp>
        <p:nvSpPr>
          <p:cNvPr id="140" name="Shape 138"/>
          <p:cNvSpPr/>
          <p:nvPr/>
        </p:nvSpPr>
        <p:spPr>
          <a:xfrm>
            <a:off x="8586216" y="2313432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741664" y="2313432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56032" y="2761488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143" name="Shape 141"/>
          <p:cNvSpPr/>
          <p:nvPr/>
        </p:nvSpPr>
        <p:spPr>
          <a:xfrm>
            <a:off x="329184" y="3236976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92608" y="2793492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92608" y="2793492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92608" y="2825496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374904" y="2889504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8" name="Text 146"/>
          <p:cNvSpPr txBox="1"/>
          <p:nvPr/>
        </p:nvSpPr>
        <p:spPr>
          <a:xfrm>
            <a:off x="822960" y="2907792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" dirty="0"/>
          </a:p>
        </p:txBody>
      </p:sp>
      <p:sp>
        <p:nvSpPr>
          <p:cNvPr id="149" name="Shape 147"/>
          <p:cNvSpPr/>
          <p:nvPr/>
        </p:nvSpPr>
        <p:spPr>
          <a:xfrm>
            <a:off x="822960" y="3140964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2508504" y="2916936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329184" y="3218688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804672" y="345094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411480" y="3339389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590" dirty="0"/>
          </a:p>
        </p:txBody>
      </p:sp>
      <p:sp>
        <p:nvSpPr>
          <p:cNvPr id="154" name="Shape 152"/>
          <p:cNvSpPr/>
          <p:nvPr/>
        </p:nvSpPr>
        <p:spPr>
          <a:xfrm>
            <a:off x="804672" y="3386938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886968" y="3339389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156" name="Shape 154"/>
          <p:cNvSpPr/>
          <p:nvPr/>
        </p:nvSpPr>
        <p:spPr>
          <a:xfrm>
            <a:off x="804672" y="3567989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411480" y="3456432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590" dirty="0"/>
          </a:p>
        </p:txBody>
      </p:sp>
      <p:sp>
        <p:nvSpPr>
          <p:cNvPr id="158" name="Shape 156"/>
          <p:cNvSpPr/>
          <p:nvPr/>
        </p:nvSpPr>
        <p:spPr>
          <a:xfrm>
            <a:off x="804672" y="3503981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886968" y="3456432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60" name="Shape 158"/>
          <p:cNvSpPr/>
          <p:nvPr/>
        </p:nvSpPr>
        <p:spPr>
          <a:xfrm>
            <a:off x="804672" y="368503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411480" y="3573475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590" dirty="0"/>
          </a:p>
        </p:txBody>
      </p:sp>
      <p:sp>
        <p:nvSpPr>
          <p:cNvPr id="162" name="Shape 160"/>
          <p:cNvSpPr/>
          <p:nvPr/>
        </p:nvSpPr>
        <p:spPr>
          <a:xfrm>
            <a:off x="804672" y="3621024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886968" y="3573475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90" dirty="0"/>
          </a:p>
        </p:txBody>
      </p:sp>
      <p:sp>
        <p:nvSpPr>
          <p:cNvPr id="164" name="Shape 162"/>
          <p:cNvSpPr/>
          <p:nvPr/>
        </p:nvSpPr>
        <p:spPr>
          <a:xfrm>
            <a:off x="804672" y="3802075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411480" y="3690518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590" dirty="0"/>
          </a:p>
        </p:txBody>
      </p:sp>
      <p:sp>
        <p:nvSpPr>
          <p:cNvPr id="166" name="Shape 164"/>
          <p:cNvSpPr/>
          <p:nvPr/>
        </p:nvSpPr>
        <p:spPr>
          <a:xfrm>
            <a:off x="804672" y="37380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886968" y="3690518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68" name="Shape 166"/>
          <p:cNvSpPr/>
          <p:nvPr/>
        </p:nvSpPr>
        <p:spPr>
          <a:xfrm>
            <a:off x="804672" y="3919118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411480" y="3807562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590" dirty="0"/>
          </a:p>
        </p:txBody>
      </p:sp>
      <p:sp>
        <p:nvSpPr>
          <p:cNvPr id="170" name="Shape 168"/>
          <p:cNvSpPr/>
          <p:nvPr/>
        </p:nvSpPr>
        <p:spPr>
          <a:xfrm>
            <a:off x="804672" y="3855110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71" name="Text 169"/>
          <p:cNvSpPr txBox="1"/>
          <p:nvPr/>
        </p:nvSpPr>
        <p:spPr>
          <a:xfrm>
            <a:off x="886968" y="3807562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172" name="Shape 170"/>
          <p:cNvSpPr/>
          <p:nvPr/>
        </p:nvSpPr>
        <p:spPr>
          <a:xfrm>
            <a:off x="804672" y="403616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411480" y="3924605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590" dirty="0"/>
          </a:p>
        </p:txBody>
      </p:sp>
      <p:sp>
        <p:nvSpPr>
          <p:cNvPr id="174" name="Shape 172"/>
          <p:cNvSpPr/>
          <p:nvPr/>
        </p:nvSpPr>
        <p:spPr>
          <a:xfrm>
            <a:off x="804672" y="3972154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886968" y="3924605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76" name="Shape 174"/>
          <p:cNvSpPr/>
          <p:nvPr/>
        </p:nvSpPr>
        <p:spPr>
          <a:xfrm>
            <a:off x="804672" y="4153205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411480" y="4041648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590" dirty="0"/>
          </a:p>
        </p:txBody>
      </p:sp>
      <p:sp>
        <p:nvSpPr>
          <p:cNvPr id="178" name="Shape 176"/>
          <p:cNvSpPr/>
          <p:nvPr/>
        </p:nvSpPr>
        <p:spPr>
          <a:xfrm>
            <a:off x="804672" y="408919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886968" y="4041648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80" name="Shape 178"/>
          <p:cNvSpPr/>
          <p:nvPr/>
        </p:nvSpPr>
        <p:spPr>
          <a:xfrm>
            <a:off x="2709672" y="4251960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865120" y="4251960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194304" y="2761488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183" name="Shape 181"/>
          <p:cNvSpPr/>
          <p:nvPr/>
        </p:nvSpPr>
        <p:spPr>
          <a:xfrm>
            <a:off x="3267456" y="3236976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230880" y="2793492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230880" y="2793492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3230880" y="2825496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3313176" y="2889504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88" name="Text 186"/>
          <p:cNvSpPr txBox="1"/>
          <p:nvPr/>
        </p:nvSpPr>
        <p:spPr>
          <a:xfrm>
            <a:off x="3761232" y="2907792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00" dirty="0"/>
          </a:p>
        </p:txBody>
      </p:sp>
      <p:sp>
        <p:nvSpPr>
          <p:cNvPr id="189" name="Shape 187"/>
          <p:cNvSpPr/>
          <p:nvPr/>
        </p:nvSpPr>
        <p:spPr>
          <a:xfrm>
            <a:off x="3761232" y="3140964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5446776" y="2916936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191" name="Shape 189"/>
          <p:cNvSpPr/>
          <p:nvPr/>
        </p:nvSpPr>
        <p:spPr>
          <a:xfrm>
            <a:off x="3267456" y="3218688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742944" y="3362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93" name="Text 191"/>
          <p:cNvSpPr txBox="1"/>
          <p:nvPr/>
        </p:nvSpPr>
        <p:spPr>
          <a:xfrm>
            <a:off x="3349752" y="3291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590" dirty="0"/>
          </a:p>
        </p:txBody>
      </p:sp>
      <p:sp>
        <p:nvSpPr>
          <p:cNvPr id="194" name="Shape 192"/>
          <p:cNvSpPr/>
          <p:nvPr/>
        </p:nvSpPr>
        <p:spPr>
          <a:xfrm>
            <a:off x="3742944" y="3318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95" name="Text 193"/>
          <p:cNvSpPr txBox="1"/>
          <p:nvPr/>
        </p:nvSpPr>
        <p:spPr>
          <a:xfrm>
            <a:off x="3825240" y="3291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196" name="Shape 194"/>
          <p:cNvSpPr/>
          <p:nvPr/>
        </p:nvSpPr>
        <p:spPr>
          <a:xfrm>
            <a:off x="3742944" y="3438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197" name="Text 195"/>
          <p:cNvSpPr txBox="1"/>
          <p:nvPr/>
        </p:nvSpPr>
        <p:spPr>
          <a:xfrm>
            <a:off x="3349752" y="3368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590" dirty="0"/>
          </a:p>
        </p:txBody>
      </p:sp>
      <p:sp>
        <p:nvSpPr>
          <p:cNvPr id="198" name="Shape 196"/>
          <p:cNvSpPr/>
          <p:nvPr/>
        </p:nvSpPr>
        <p:spPr>
          <a:xfrm>
            <a:off x="3742944" y="3395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199" name="Text 197"/>
          <p:cNvSpPr txBox="1"/>
          <p:nvPr/>
        </p:nvSpPr>
        <p:spPr>
          <a:xfrm>
            <a:off x="3825240" y="3368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200" name="Shape 198"/>
          <p:cNvSpPr/>
          <p:nvPr/>
        </p:nvSpPr>
        <p:spPr>
          <a:xfrm>
            <a:off x="3742944" y="35149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01" name="Text 199"/>
          <p:cNvSpPr txBox="1"/>
          <p:nvPr/>
        </p:nvSpPr>
        <p:spPr>
          <a:xfrm>
            <a:off x="3349752" y="34442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590" dirty="0"/>
          </a:p>
        </p:txBody>
      </p:sp>
      <p:sp>
        <p:nvSpPr>
          <p:cNvPr id="202" name="Shape 200"/>
          <p:cNvSpPr/>
          <p:nvPr/>
        </p:nvSpPr>
        <p:spPr>
          <a:xfrm>
            <a:off x="3742944" y="34713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03" name="Text 201"/>
          <p:cNvSpPr txBox="1"/>
          <p:nvPr/>
        </p:nvSpPr>
        <p:spPr>
          <a:xfrm>
            <a:off x="3825240" y="34442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90" dirty="0"/>
          </a:p>
        </p:txBody>
      </p:sp>
      <p:sp>
        <p:nvSpPr>
          <p:cNvPr id="204" name="Shape 202"/>
          <p:cNvSpPr/>
          <p:nvPr/>
        </p:nvSpPr>
        <p:spPr>
          <a:xfrm>
            <a:off x="3742944" y="35911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3349752" y="35204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590" dirty="0"/>
          </a:p>
        </p:txBody>
      </p:sp>
      <p:sp>
        <p:nvSpPr>
          <p:cNvPr id="206" name="Shape 204"/>
          <p:cNvSpPr/>
          <p:nvPr/>
        </p:nvSpPr>
        <p:spPr>
          <a:xfrm>
            <a:off x="3742944" y="35475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3825240" y="35204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90" dirty="0"/>
          </a:p>
        </p:txBody>
      </p:sp>
      <p:sp>
        <p:nvSpPr>
          <p:cNvPr id="208" name="Shape 206"/>
          <p:cNvSpPr/>
          <p:nvPr/>
        </p:nvSpPr>
        <p:spPr>
          <a:xfrm>
            <a:off x="3742944" y="36673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09" name="Text 207"/>
          <p:cNvSpPr txBox="1"/>
          <p:nvPr/>
        </p:nvSpPr>
        <p:spPr>
          <a:xfrm>
            <a:off x="3349752" y="35966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590" dirty="0"/>
          </a:p>
        </p:txBody>
      </p:sp>
      <p:sp>
        <p:nvSpPr>
          <p:cNvPr id="210" name="Shape 208"/>
          <p:cNvSpPr/>
          <p:nvPr/>
        </p:nvSpPr>
        <p:spPr>
          <a:xfrm>
            <a:off x="3742944" y="36237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3825240" y="35966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212" name="Shape 210"/>
          <p:cNvSpPr/>
          <p:nvPr/>
        </p:nvSpPr>
        <p:spPr>
          <a:xfrm>
            <a:off x="3742944" y="3743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3349752" y="3672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590" dirty="0"/>
          </a:p>
        </p:txBody>
      </p:sp>
      <p:sp>
        <p:nvSpPr>
          <p:cNvPr id="214" name="Shape 212"/>
          <p:cNvSpPr/>
          <p:nvPr/>
        </p:nvSpPr>
        <p:spPr>
          <a:xfrm>
            <a:off x="3742944" y="3699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3825240" y="3672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216" name="Shape 214"/>
          <p:cNvSpPr/>
          <p:nvPr/>
        </p:nvSpPr>
        <p:spPr>
          <a:xfrm>
            <a:off x="3742944" y="3819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17" name="Text 215"/>
          <p:cNvSpPr txBox="1"/>
          <p:nvPr/>
        </p:nvSpPr>
        <p:spPr>
          <a:xfrm>
            <a:off x="3349752" y="3749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</a:t>
            </a:r>
            <a:endParaRPr lang="en-US" sz="590" dirty="0"/>
          </a:p>
        </p:txBody>
      </p:sp>
      <p:sp>
        <p:nvSpPr>
          <p:cNvPr id="218" name="Shape 216"/>
          <p:cNvSpPr/>
          <p:nvPr/>
        </p:nvSpPr>
        <p:spPr>
          <a:xfrm>
            <a:off x="3742944" y="3776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19" name="Text 217"/>
          <p:cNvSpPr txBox="1"/>
          <p:nvPr/>
        </p:nvSpPr>
        <p:spPr>
          <a:xfrm>
            <a:off x="3825240" y="3749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220" name="Shape 218"/>
          <p:cNvSpPr/>
          <p:nvPr/>
        </p:nvSpPr>
        <p:spPr>
          <a:xfrm>
            <a:off x="3742944" y="38959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3349752" y="38252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</a:t>
            </a:r>
            <a:endParaRPr lang="en-US" sz="590" dirty="0"/>
          </a:p>
        </p:txBody>
      </p:sp>
      <p:sp>
        <p:nvSpPr>
          <p:cNvPr id="222" name="Shape 220"/>
          <p:cNvSpPr/>
          <p:nvPr/>
        </p:nvSpPr>
        <p:spPr>
          <a:xfrm>
            <a:off x="3742944" y="38523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3825240" y="38252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224" name="Shape 222"/>
          <p:cNvSpPr/>
          <p:nvPr/>
        </p:nvSpPr>
        <p:spPr>
          <a:xfrm>
            <a:off x="3742944" y="39721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3349752" y="39014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endParaRPr lang="en-US" sz="590" dirty="0"/>
          </a:p>
        </p:txBody>
      </p:sp>
      <p:sp>
        <p:nvSpPr>
          <p:cNvPr id="226" name="Shape 224"/>
          <p:cNvSpPr/>
          <p:nvPr/>
        </p:nvSpPr>
        <p:spPr>
          <a:xfrm>
            <a:off x="3742944" y="39285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27" name="Text 225"/>
          <p:cNvSpPr txBox="1"/>
          <p:nvPr/>
        </p:nvSpPr>
        <p:spPr>
          <a:xfrm>
            <a:off x="3825240" y="39014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90" dirty="0"/>
          </a:p>
        </p:txBody>
      </p:sp>
      <p:sp>
        <p:nvSpPr>
          <p:cNvPr id="228" name="Shape 226"/>
          <p:cNvSpPr/>
          <p:nvPr/>
        </p:nvSpPr>
        <p:spPr>
          <a:xfrm>
            <a:off x="3742944" y="40483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29" name="Text 227"/>
          <p:cNvSpPr txBox="1"/>
          <p:nvPr/>
        </p:nvSpPr>
        <p:spPr>
          <a:xfrm>
            <a:off x="3349752" y="39776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</a:t>
            </a:r>
            <a:endParaRPr lang="en-US" sz="590" dirty="0"/>
          </a:p>
        </p:txBody>
      </p:sp>
      <p:sp>
        <p:nvSpPr>
          <p:cNvPr id="230" name="Shape 228"/>
          <p:cNvSpPr/>
          <p:nvPr/>
        </p:nvSpPr>
        <p:spPr>
          <a:xfrm>
            <a:off x="3742944" y="40047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31" name="Text 229"/>
          <p:cNvSpPr txBox="1"/>
          <p:nvPr/>
        </p:nvSpPr>
        <p:spPr>
          <a:xfrm>
            <a:off x="3825240" y="39776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232" name="Shape 230"/>
          <p:cNvSpPr/>
          <p:nvPr/>
        </p:nvSpPr>
        <p:spPr>
          <a:xfrm>
            <a:off x="3742944" y="4124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33" name="Text 231"/>
          <p:cNvSpPr txBox="1"/>
          <p:nvPr/>
        </p:nvSpPr>
        <p:spPr>
          <a:xfrm>
            <a:off x="3349752" y="4053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</a:t>
            </a:r>
            <a:endParaRPr lang="en-US" sz="590" dirty="0"/>
          </a:p>
        </p:txBody>
      </p:sp>
      <p:sp>
        <p:nvSpPr>
          <p:cNvPr id="234" name="Shape 232"/>
          <p:cNvSpPr/>
          <p:nvPr/>
        </p:nvSpPr>
        <p:spPr>
          <a:xfrm>
            <a:off x="3742944" y="4080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3825240" y="4053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90" dirty="0"/>
          </a:p>
        </p:txBody>
      </p:sp>
      <p:sp>
        <p:nvSpPr>
          <p:cNvPr id="236" name="Shape 234"/>
          <p:cNvSpPr/>
          <p:nvPr/>
        </p:nvSpPr>
        <p:spPr>
          <a:xfrm>
            <a:off x="3742944" y="4200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3349752" y="4130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5.12</a:t>
            </a:r>
            <a:endParaRPr lang="en-US" sz="590" dirty="0"/>
          </a:p>
        </p:txBody>
      </p:sp>
      <p:sp>
        <p:nvSpPr>
          <p:cNvPr id="238" name="Shape 236"/>
          <p:cNvSpPr/>
          <p:nvPr/>
        </p:nvSpPr>
        <p:spPr>
          <a:xfrm>
            <a:off x="3742944" y="4157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3825240" y="4130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240" name="Shape 238"/>
          <p:cNvSpPr/>
          <p:nvPr/>
        </p:nvSpPr>
        <p:spPr>
          <a:xfrm>
            <a:off x="5647944" y="4251960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03392" y="4251960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32576" y="2761488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243" name="Shape 241"/>
          <p:cNvSpPr/>
          <p:nvPr/>
        </p:nvSpPr>
        <p:spPr>
          <a:xfrm>
            <a:off x="6205728" y="3236976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69152" y="2793492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169152" y="2793492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169152" y="2825496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247" name="Text 245"/>
          <p:cNvSpPr txBox="1"/>
          <p:nvPr/>
        </p:nvSpPr>
        <p:spPr>
          <a:xfrm>
            <a:off x="6251448" y="2889504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48" name="Text 246"/>
          <p:cNvSpPr txBox="1"/>
          <p:nvPr/>
        </p:nvSpPr>
        <p:spPr>
          <a:xfrm>
            <a:off x="6699504" y="2907792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100" dirty="0"/>
          </a:p>
        </p:txBody>
      </p:sp>
      <p:sp>
        <p:nvSpPr>
          <p:cNvPr id="249" name="Shape 247"/>
          <p:cNvSpPr/>
          <p:nvPr/>
        </p:nvSpPr>
        <p:spPr>
          <a:xfrm>
            <a:off x="6699504" y="3140964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250" name="Text 248"/>
          <p:cNvSpPr txBox="1"/>
          <p:nvPr/>
        </p:nvSpPr>
        <p:spPr>
          <a:xfrm>
            <a:off x="8385048" y="2916936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  <p:sp>
        <p:nvSpPr>
          <p:cNvPr id="251" name="Shape 249"/>
          <p:cNvSpPr/>
          <p:nvPr/>
        </p:nvSpPr>
        <p:spPr>
          <a:xfrm>
            <a:off x="6205728" y="3218688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6681216" y="3362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53" name="Text 251"/>
          <p:cNvSpPr txBox="1"/>
          <p:nvPr/>
        </p:nvSpPr>
        <p:spPr>
          <a:xfrm>
            <a:off x="6288024" y="3291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</a:t>
            </a:r>
            <a:endParaRPr lang="en-US" sz="590" dirty="0"/>
          </a:p>
        </p:txBody>
      </p:sp>
      <p:sp>
        <p:nvSpPr>
          <p:cNvPr id="254" name="Shape 252"/>
          <p:cNvSpPr/>
          <p:nvPr/>
        </p:nvSpPr>
        <p:spPr>
          <a:xfrm>
            <a:off x="6681216" y="3318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55" name="Text 253"/>
          <p:cNvSpPr txBox="1"/>
          <p:nvPr/>
        </p:nvSpPr>
        <p:spPr>
          <a:xfrm>
            <a:off x="6763512" y="3291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590" dirty="0"/>
          </a:p>
        </p:txBody>
      </p:sp>
      <p:sp>
        <p:nvSpPr>
          <p:cNvPr id="256" name="Shape 254"/>
          <p:cNvSpPr/>
          <p:nvPr/>
        </p:nvSpPr>
        <p:spPr>
          <a:xfrm>
            <a:off x="6681216" y="3438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57" name="Text 255"/>
          <p:cNvSpPr txBox="1"/>
          <p:nvPr/>
        </p:nvSpPr>
        <p:spPr>
          <a:xfrm>
            <a:off x="6288024" y="3368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</a:t>
            </a:r>
            <a:endParaRPr lang="en-US" sz="590" dirty="0"/>
          </a:p>
        </p:txBody>
      </p:sp>
      <p:sp>
        <p:nvSpPr>
          <p:cNvPr id="258" name="Shape 256"/>
          <p:cNvSpPr/>
          <p:nvPr/>
        </p:nvSpPr>
        <p:spPr>
          <a:xfrm>
            <a:off x="6681216" y="3395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59" name="Text 257"/>
          <p:cNvSpPr txBox="1"/>
          <p:nvPr/>
        </p:nvSpPr>
        <p:spPr>
          <a:xfrm>
            <a:off x="6763512" y="3368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90" dirty="0"/>
          </a:p>
        </p:txBody>
      </p:sp>
      <p:sp>
        <p:nvSpPr>
          <p:cNvPr id="260" name="Shape 258"/>
          <p:cNvSpPr/>
          <p:nvPr/>
        </p:nvSpPr>
        <p:spPr>
          <a:xfrm>
            <a:off x="6681216" y="35149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61" name="Text 259"/>
          <p:cNvSpPr txBox="1"/>
          <p:nvPr/>
        </p:nvSpPr>
        <p:spPr>
          <a:xfrm>
            <a:off x="6288024" y="34442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590" dirty="0"/>
          </a:p>
        </p:txBody>
      </p:sp>
      <p:sp>
        <p:nvSpPr>
          <p:cNvPr id="262" name="Shape 260"/>
          <p:cNvSpPr/>
          <p:nvPr/>
        </p:nvSpPr>
        <p:spPr>
          <a:xfrm>
            <a:off x="6681216" y="34713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63" name="Text 261"/>
          <p:cNvSpPr txBox="1"/>
          <p:nvPr/>
        </p:nvSpPr>
        <p:spPr>
          <a:xfrm>
            <a:off x="6763512" y="34442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90" dirty="0"/>
          </a:p>
        </p:txBody>
      </p:sp>
      <p:sp>
        <p:nvSpPr>
          <p:cNvPr id="264" name="Shape 262"/>
          <p:cNvSpPr/>
          <p:nvPr/>
        </p:nvSpPr>
        <p:spPr>
          <a:xfrm>
            <a:off x="6681216" y="35911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65" name="Text 263"/>
          <p:cNvSpPr txBox="1"/>
          <p:nvPr/>
        </p:nvSpPr>
        <p:spPr>
          <a:xfrm>
            <a:off x="6288024" y="35204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</a:t>
            </a:r>
            <a:endParaRPr lang="en-US" sz="590" dirty="0"/>
          </a:p>
        </p:txBody>
      </p:sp>
      <p:sp>
        <p:nvSpPr>
          <p:cNvPr id="266" name="Shape 264"/>
          <p:cNvSpPr/>
          <p:nvPr/>
        </p:nvSpPr>
        <p:spPr>
          <a:xfrm>
            <a:off x="6681216" y="35475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67" name="Text 265"/>
          <p:cNvSpPr txBox="1"/>
          <p:nvPr/>
        </p:nvSpPr>
        <p:spPr>
          <a:xfrm>
            <a:off x="6763512" y="35204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268" name="Shape 266"/>
          <p:cNvSpPr/>
          <p:nvPr/>
        </p:nvSpPr>
        <p:spPr>
          <a:xfrm>
            <a:off x="6681216" y="36673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69" name="Text 267"/>
          <p:cNvSpPr txBox="1"/>
          <p:nvPr/>
        </p:nvSpPr>
        <p:spPr>
          <a:xfrm>
            <a:off x="6288024" y="35966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</a:t>
            </a:r>
            <a:endParaRPr lang="en-US" sz="590" dirty="0"/>
          </a:p>
        </p:txBody>
      </p:sp>
      <p:sp>
        <p:nvSpPr>
          <p:cNvPr id="270" name="Shape 268"/>
          <p:cNvSpPr/>
          <p:nvPr/>
        </p:nvSpPr>
        <p:spPr>
          <a:xfrm>
            <a:off x="6681216" y="36237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71" name="Text 269"/>
          <p:cNvSpPr txBox="1"/>
          <p:nvPr/>
        </p:nvSpPr>
        <p:spPr>
          <a:xfrm>
            <a:off x="6763512" y="35966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272" name="Shape 270"/>
          <p:cNvSpPr/>
          <p:nvPr/>
        </p:nvSpPr>
        <p:spPr>
          <a:xfrm>
            <a:off x="6681216" y="3743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73" name="Text 271"/>
          <p:cNvSpPr txBox="1"/>
          <p:nvPr/>
        </p:nvSpPr>
        <p:spPr>
          <a:xfrm>
            <a:off x="6288024" y="3672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</a:t>
            </a:r>
            <a:endParaRPr lang="en-US" sz="590" dirty="0"/>
          </a:p>
        </p:txBody>
      </p:sp>
      <p:sp>
        <p:nvSpPr>
          <p:cNvPr id="274" name="Shape 272"/>
          <p:cNvSpPr/>
          <p:nvPr/>
        </p:nvSpPr>
        <p:spPr>
          <a:xfrm>
            <a:off x="6681216" y="3699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75" name="Text 273"/>
          <p:cNvSpPr txBox="1"/>
          <p:nvPr/>
        </p:nvSpPr>
        <p:spPr>
          <a:xfrm>
            <a:off x="6763512" y="3672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276" name="Shape 274"/>
          <p:cNvSpPr/>
          <p:nvPr/>
        </p:nvSpPr>
        <p:spPr>
          <a:xfrm>
            <a:off x="6681216" y="3819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77" name="Text 275"/>
          <p:cNvSpPr txBox="1"/>
          <p:nvPr/>
        </p:nvSpPr>
        <p:spPr>
          <a:xfrm>
            <a:off x="6288024" y="3749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</a:t>
            </a:r>
            <a:endParaRPr lang="en-US" sz="590" dirty="0"/>
          </a:p>
        </p:txBody>
      </p:sp>
      <p:sp>
        <p:nvSpPr>
          <p:cNvPr id="278" name="Shape 276"/>
          <p:cNvSpPr/>
          <p:nvPr/>
        </p:nvSpPr>
        <p:spPr>
          <a:xfrm>
            <a:off x="6681216" y="3776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79" name="Text 277"/>
          <p:cNvSpPr txBox="1"/>
          <p:nvPr/>
        </p:nvSpPr>
        <p:spPr>
          <a:xfrm>
            <a:off x="6763512" y="3749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590" dirty="0"/>
          </a:p>
        </p:txBody>
      </p:sp>
      <p:sp>
        <p:nvSpPr>
          <p:cNvPr id="280" name="Shape 278"/>
          <p:cNvSpPr/>
          <p:nvPr/>
        </p:nvSpPr>
        <p:spPr>
          <a:xfrm>
            <a:off x="6681216" y="38959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81" name="Text 279"/>
          <p:cNvSpPr txBox="1"/>
          <p:nvPr/>
        </p:nvSpPr>
        <p:spPr>
          <a:xfrm>
            <a:off x="6288024" y="38252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</a:t>
            </a:r>
            <a:endParaRPr lang="en-US" sz="590" dirty="0"/>
          </a:p>
        </p:txBody>
      </p:sp>
      <p:sp>
        <p:nvSpPr>
          <p:cNvPr id="282" name="Shape 280"/>
          <p:cNvSpPr/>
          <p:nvPr/>
        </p:nvSpPr>
        <p:spPr>
          <a:xfrm>
            <a:off x="6681216" y="38523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83" name="Text 281"/>
          <p:cNvSpPr txBox="1"/>
          <p:nvPr/>
        </p:nvSpPr>
        <p:spPr>
          <a:xfrm>
            <a:off x="6763512" y="38252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90" dirty="0"/>
          </a:p>
        </p:txBody>
      </p:sp>
      <p:sp>
        <p:nvSpPr>
          <p:cNvPr id="284" name="Shape 282"/>
          <p:cNvSpPr/>
          <p:nvPr/>
        </p:nvSpPr>
        <p:spPr>
          <a:xfrm>
            <a:off x="6681216" y="39721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6288024" y="39014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</a:t>
            </a:r>
            <a:endParaRPr lang="en-US" sz="590" dirty="0"/>
          </a:p>
        </p:txBody>
      </p:sp>
      <p:sp>
        <p:nvSpPr>
          <p:cNvPr id="286" name="Shape 284"/>
          <p:cNvSpPr/>
          <p:nvPr/>
        </p:nvSpPr>
        <p:spPr>
          <a:xfrm>
            <a:off x="6681216" y="39285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6763512" y="39014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590" dirty="0"/>
          </a:p>
        </p:txBody>
      </p:sp>
      <p:sp>
        <p:nvSpPr>
          <p:cNvPr id="288" name="Shape 286"/>
          <p:cNvSpPr/>
          <p:nvPr/>
        </p:nvSpPr>
        <p:spPr>
          <a:xfrm>
            <a:off x="6681216" y="40483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6288024" y="39776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6.10</a:t>
            </a:r>
            <a:endParaRPr lang="en-US" sz="590" dirty="0"/>
          </a:p>
        </p:txBody>
      </p:sp>
      <p:sp>
        <p:nvSpPr>
          <p:cNvPr id="290" name="Shape 288"/>
          <p:cNvSpPr/>
          <p:nvPr/>
        </p:nvSpPr>
        <p:spPr>
          <a:xfrm>
            <a:off x="6681216" y="40047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91" name="Text 289"/>
          <p:cNvSpPr txBox="1"/>
          <p:nvPr/>
        </p:nvSpPr>
        <p:spPr>
          <a:xfrm>
            <a:off x="6763512" y="39776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590" dirty="0"/>
          </a:p>
        </p:txBody>
      </p:sp>
      <p:sp>
        <p:nvSpPr>
          <p:cNvPr id="292" name="Shape 290"/>
          <p:cNvSpPr/>
          <p:nvPr/>
        </p:nvSpPr>
        <p:spPr>
          <a:xfrm>
            <a:off x="6681216" y="41245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93" name="Text 291"/>
          <p:cNvSpPr txBox="1"/>
          <p:nvPr/>
        </p:nvSpPr>
        <p:spPr>
          <a:xfrm>
            <a:off x="6288024" y="40538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6.11</a:t>
            </a:r>
            <a:endParaRPr lang="en-US" sz="590" dirty="0"/>
          </a:p>
        </p:txBody>
      </p:sp>
      <p:sp>
        <p:nvSpPr>
          <p:cNvPr id="294" name="Shape 292"/>
          <p:cNvSpPr/>
          <p:nvPr/>
        </p:nvSpPr>
        <p:spPr>
          <a:xfrm>
            <a:off x="6681216" y="40809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95" name="Text 293"/>
          <p:cNvSpPr txBox="1"/>
          <p:nvPr/>
        </p:nvSpPr>
        <p:spPr>
          <a:xfrm>
            <a:off x="6763512" y="40538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590" dirty="0"/>
          </a:p>
        </p:txBody>
      </p:sp>
      <p:sp>
        <p:nvSpPr>
          <p:cNvPr id="296" name="Shape 294"/>
          <p:cNvSpPr/>
          <p:nvPr/>
        </p:nvSpPr>
        <p:spPr>
          <a:xfrm>
            <a:off x="6681216" y="42007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297" name="Text 295"/>
          <p:cNvSpPr txBox="1"/>
          <p:nvPr/>
        </p:nvSpPr>
        <p:spPr>
          <a:xfrm>
            <a:off x="6288024" y="4130040"/>
            <a:ext cx="30175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6.12</a:t>
            </a:r>
            <a:endParaRPr lang="en-US" sz="590" dirty="0"/>
          </a:p>
        </p:txBody>
      </p:sp>
      <p:sp>
        <p:nvSpPr>
          <p:cNvPr id="298" name="Shape 296"/>
          <p:cNvSpPr/>
          <p:nvPr/>
        </p:nvSpPr>
        <p:spPr>
          <a:xfrm>
            <a:off x="6681216" y="415716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299" name="Text 297"/>
          <p:cNvSpPr txBox="1"/>
          <p:nvPr/>
        </p:nvSpPr>
        <p:spPr>
          <a:xfrm>
            <a:off x="6763512" y="4130040"/>
            <a:ext cx="188671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300" name="Shape 298"/>
          <p:cNvSpPr/>
          <p:nvPr/>
        </p:nvSpPr>
        <p:spPr>
          <a:xfrm>
            <a:off x="8586216" y="4251960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8741664" y="4251960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56032" y="4700016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303" name="Shape 301"/>
          <p:cNvSpPr/>
          <p:nvPr/>
        </p:nvSpPr>
        <p:spPr>
          <a:xfrm>
            <a:off x="329184" y="5175504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92608" y="4732020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92608" y="4732020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92608" y="4764024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307" name="Text 305"/>
          <p:cNvSpPr txBox="1"/>
          <p:nvPr/>
        </p:nvSpPr>
        <p:spPr>
          <a:xfrm>
            <a:off x="374904" y="4828032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08" name="Text 306"/>
          <p:cNvSpPr txBox="1"/>
          <p:nvPr/>
        </p:nvSpPr>
        <p:spPr>
          <a:xfrm>
            <a:off x="822960" y="4846320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100" dirty="0"/>
          </a:p>
        </p:txBody>
      </p:sp>
      <p:sp>
        <p:nvSpPr>
          <p:cNvPr id="309" name="Shape 307"/>
          <p:cNvSpPr/>
          <p:nvPr/>
        </p:nvSpPr>
        <p:spPr>
          <a:xfrm>
            <a:off x="822960" y="5079492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310" name="Text 308"/>
          <p:cNvSpPr txBox="1"/>
          <p:nvPr/>
        </p:nvSpPr>
        <p:spPr>
          <a:xfrm>
            <a:off x="2508504" y="4855464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00" dirty="0"/>
          </a:p>
        </p:txBody>
      </p:sp>
      <p:sp>
        <p:nvSpPr>
          <p:cNvPr id="311" name="Shape 309"/>
          <p:cNvSpPr/>
          <p:nvPr/>
        </p:nvSpPr>
        <p:spPr>
          <a:xfrm>
            <a:off x="329184" y="5157216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804672" y="53264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13" name="Text 311"/>
          <p:cNvSpPr txBox="1"/>
          <p:nvPr/>
        </p:nvSpPr>
        <p:spPr>
          <a:xfrm>
            <a:off x="411480" y="52303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590" dirty="0"/>
          </a:p>
        </p:txBody>
      </p:sp>
      <p:sp>
        <p:nvSpPr>
          <p:cNvPr id="314" name="Shape 312"/>
          <p:cNvSpPr/>
          <p:nvPr/>
        </p:nvSpPr>
        <p:spPr>
          <a:xfrm>
            <a:off x="804672" y="52701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15" name="Text 313"/>
          <p:cNvSpPr txBox="1"/>
          <p:nvPr/>
        </p:nvSpPr>
        <p:spPr>
          <a:xfrm>
            <a:off x="886968" y="52303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590" dirty="0"/>
          </a:p>
        </p:txBody>
      </p:sp>
      <p:sp>
        <p:nvSpPr>
          <p:cNvPr id="316" name="Shape 314"/>
          <p:cNvSpPr/>
          <p:nvPr/>
        </p:nvSpPr>
        <p:spPr>
          <a:xfrm>
            <a:off x="804672" y="54280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17" name="Text 315"/>
          <p:cNvSpPr txBox="1"/>
          <p:nvPr/>
        </p:nvSpPr>
        <p:spPr>
          <a:xfrm>
            <a:off x="411480" y="53319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</a:t>
            </a:r>
            <a:endParaRPr lang="en-US" sz="590" dirty="0"/>
          </a:p>
        </p:txBody>
      </p:sp>
      <p:sp>
        <p:nvSpPr>
          <p:cNvPr id="318" name="Shape 316"/>
          <p:cNvSpPr/>
          <p:nvPr/>
        </p:nvSpPr>
        <p:spPr>
          <a:xfrm>
            <a:off x="804672" y="53717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19" name="Text 317"/>
          <p:cNvSpPr txBox="1"/>
          <p:nvPr/>
        </p:nvSpPr>
        <p:spPr>
          <a:xfrm>
            <a:off x="886968" y="53319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320" name="Shape 318"/>
          <p:cNvSpPr/>
          <p:nvPr/>
        </p:nvSpPr>
        <p:spPr>
          <a:xfrm>
            <a:off x="804672" y="55296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21" name="Text 319"/>
          <p:cNvSpPr txBox="1"/>
          <p:nvPr/>
        </p:nvSpPr>
        <p:spPr>
          <a:xfrm>
            <a:off x="411480" y="54335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590" dirty="0"/>
          </a:p>
        </p:txBody>
      </p:sp>
      <p:sp>
        <p:nvSpPr>
          <p:cNvPr id="322" name="Shape 320"/>
          <p:cNvSpPr/>
          <p:nvPr/>
        </p:nvSpPr>
        <p:spPr>
          <a:xfrm>
            <a:off x="804672" y="54733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23" name="Text 321"/>
          <p:cNvSpPr txBox="1"/>
          <p:nvPr/>
        </p:nvSpPr>
        <p:spPr>
          <a:xfrm>
            <a:off x="886968" y="54335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590" dirty="0"/>
          </a:p>
        </p:txBody>
      </p:sp>
      <p:sp>
        <p:nvSpPr>
          <p:cNvPr id="324" name="Shape 322"/>
          <p:cNvSpPr/>
          <p:nvPr/>
        </p:nvSpPr>
        <p:spPr>
          <a:xfrm>
            <a:off x="804672" y="56312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25" name="Text 323"/>
          <p:cNvSpPr txBox="1"/>
          <p:nvPr/>
        </p:nvSpPr>
        <p:spPr>
          <a:xfrm>
            <a:off x="411480" y="55351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590" dirty="0"/>
          </a:p>
        </p:txBody>
      </p:sp>
      <p:sp>
        <p:nvSpPr>
          <p:cNvPr id="326" name="Shape 324"/>
          <p:cNvSpPr/>
          <p:nvPr/>
        </p:nvSpPr>
        <p:spPr>
          <a:xfrm>
            <a:off x="804672" y="55749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27" name="Text 325"/>
          <p:cNvSpPr txBox="1"/>
          <p:nvPr/>
        </p:nvSpPr>
        <p:spPr>
          <a:xfrm>
            <a:off x="886968" y="55351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328" name="Shape 326"/>
          <p:cNvSpPr/>
          <p:nvPr/>
        </p:nvSpPr>
        <p:spPr>
          <a:xfrm>
            <a:off x="804672" y="57328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29" name="Text 327"/>
          <p:cNvSpPr txBox="1"/>
          <p:nvPr/>
        </p:nvSpPr>
        <p:spPr>
          <a:xfrm>
            <a:off x="411480" y="56367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590" dirty="0"/>
          </a:p>
        </p:txBody>
      </p:sp>
      <p:sp>
        <p:nvSpPr>
          <p:cNvPr id="330" name="Shape 328"/>
          <p:cNvSpPr/>
          <p:nvPr/>
        </p:nvSpPr>
        <p:spPr>
          <a:xfrm>
            <a:off x="804672" y="56765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31" name="Text 329"/>
          <p:cNvSpPr txBox="1"/>
          <p:nvPr/>
        </p:nvSpPr>
        <p:spPr>
          <a:xfrm>
            <a:off x="886968" y="56367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590" dirty="0"/>
          </a:p>
        </p:txBody>
      </p:sp>
      <p:sp>
        <p:nvSpPr>
          <p:cNvPr id="332" name="Shape 330"/>
          <p:cNvSpPr/>
          <p:nvPr/>
        </p:nvSpPr>
        <p:spPr>
          <a:xfrm>
            <a:off x="804672" y="58344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33" name="Text 331"/>
          <p:cNvSpPr txBox="1"/>
          <p:nvPr/>
        </p:nvSpPr>
        <p:spPr>
          <a:xfrm>
            <a:off x="411480" y="57383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590" dirty="0"/>
          </a:p>
        </p:txBody>
      </p:sp>
      <p:sp>
        <p:nvSpPr>
          <p:cNvPr id="334" name="Shape 332"/>
          <p:cNvSpPr/>
          <p:nvPr/>
        </p:nvSpPr>
        <p:spPr>
          <a:xfrm>
            <a:off x="804672" y="57781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35" name="Text 333"/>
          <p:cNvSpPr txBox="1"/>
          <p:nvPr/>
        </p:nvSpPr>
        <p:spPr>
          <a:xfrm>
            <a:off x="886968" y="57383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90" dirty="0"/>
          </a:p>
        </p:txBody>
      </p:sp>
      <p:sp>
        <p:nvSpPr>
          <p:cNvPr id="336" name="Shape 334"/>
          <p:cNvSpPr/>
          <p:nvPr/>
        </p:nvSpPr>
        <p:spPr>
          <a:xfrm>
            <a:off x="804672" y="59360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37" name="Text 335"/>
          <p:cNvSpPr txBox="1"/>
          <p:nvPr/>
        </p:nvSpPr>
        <p:spPr>
          <a:xfrm>
            <a:off x="411480" y="58399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</a:t>
            </a:r>
            <a:endParaRPr lang="en-US" sz="590" dirty="0"/>
          </a:p>
        </p:txBody>
      </p:sp>
      <p:sp>
        <p:nvSpPr>
          <p:cNvPr id="338" name="Shape 336"/>
          <p:cNvSpPr/>
          <p:nvPr/>
        </p:nvSpPr>
        <p:spPr>
          <a:xfrm>
            <a:off x="804672" y="58797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39" name="Text 337"/>
          <p:cNvSpPr txBox="1"/>
          <p:nvPr/>
        </p:nvSpPr>
        <p:spPr>
          <a:xfrm>
            <a:off x="886968" y="58399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90" dirty="0"/>
          </a:p>
        </p:txBody>
      </p:sp>
      <p:sp>
        <p:nvSpPr>
          <p:cNvPr id="340" name="Shape 338"/>
          <p:cNvSpPr/>
          <p:nvPr/>
        </p:nvSpPr>
        <p:spPr>
          <a:xfrm>
            <a:off x="804672" y="60376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41" name="Text 339"/>
          <p:cNvSpPr txBox="1"/>
          <p:nvPr/>
        </p:nvSpPr>
        <p:spPr>
          <a:xfrm>
            <a:off x="411480" y="59415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</a:t>
            </a:r>
            <a:endParaRPr lang="en-US" sz="590" dirty="0"/>
          </a:p>
        </p:txBody>
      </p:sp>
      <p:sp>
        <p:nvSpPr>
          <p:cNvPr id="342" name="Shape 340"/>
          <p:cNvSpPr/>
          <p:nvPr/>
        </p:nvSpPr>
        <p:spPr>
          <a:xfrm>
            <a:off x="804672" y="59813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43" name="Text 341"/>
          <p:cNvSpPr txBox="1"/>
          <p:nvPr/>
        </p:nvSpPr>
        <p:spPr>
          <a:xfrm>
            <a:off x="886968" y="59415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90" dirty="0"/>
          </a:p>
        </p:txBody>
      </p:sp>
      <p:sp>
        <p:nvSpPr>
          <p:cNvPr id="344" name="Shape 342"/>
          <p:cNvSpPr/>
          <p:nvPr/>
        </p:nvSpPr>
        <p:spPr>
          <a:xfrm>
            <a:off x="804672" y="61392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45" name="Text 343"/>
          <p:cNvSpPr txBox="1"/>
          <p:nvPr/>
        </p:nvSpPr>
        <p:spPr>
          <a:xfrm>
            <a:off x="411480" y="6043168"/>
            <a:ext cx="30175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</a:t>
            </a:r>
            <a:endParaRPr lang="en-US" sz="590" dirty="0"/>
          </a:p>
        </p:txBody>
      </p:sp>
      <p:sp>
        <p:nvSpPr>
          <p:cNvPr id="346" name="Shape 344"/>
          <p:cNvSpPr/>
          <p:nvPr/>
        </p:nvSpPr>
        <p:spPr>
          <a:xfrm>
            <a:off x="804672" y="60829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47" name="Text 345"/>
          <p:cNvSpPr txBox="1"/>
          <p:nvPr/>
        </p:nvSpPr>
        <p:spPr>
          <a:xfrm>
            <a:off x="886968" y="6043168"/>
            <a:ext cx="1886712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90" dirty="0"/>
          </a:p>
        </p:txBody>
      </p:sp>
      <p:sp>
        <p:nvSpPr>
          <p:cNvPr id="348" name="Shape 346"/>
          <p:cNvSpPr/>
          <p:nvPr/>
        </p:nvSpPr>
        <p:spPr>
          <a:xfrm>
            <a:off x="2709672" y="6190488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865120" y="6190488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194304" y="4700016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351" name="Shape 349"/>
          <p:cNvSpPr/>
          <p:nvPr/>
        </p:nvSpPr>
        <p:spPr>
          <a:xfrm>
            <a:off x="3267456" y="5175504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230880" y="4732020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230880" y="4732020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230880" y="4764024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355" name="Text 353"/>
          <p:cNvSpPr txBox="1"/>
          <p:nvPr/>
        </p:nvSpPr>
        <p:spPr>
          <a:xfrm>
            <a:off x="3313176" y="4828032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6" name="Text 354"/>
          <p:cNvSpPr txBox="1"/>
          <p:nvPr/>
        </p:nvSpPr>
        <p:spPr>
          <a:xfrm>
            <a:off x="3761232" y="4846320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100" dirty="0"/>
          </a:p>
        </p:txBody>
      </p:sp>
      <p:sp>
        <p:nvSpPr>
          <p:cNvPr id="357" name="Shape 355"/>
          <p:cNvSpPr/>
          <p:nvPr/>
        </p:nvSpPr>
        <p:spPr>
          <a:xfrm>
            <a:off x="3761232" y="5079492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358" name="Text 356"/>
          <p:cNvSpPr txBox="1"/>
          <p:nvPr/>
        </p:nvSpPr>
        <p:spPr>
          <a:xfrm>
            <a:off x="5446776" y="4855464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  <p:sp>
        <p:nvSpPr>
          <p:cNvPr id="359" name="Shape 357"/>
          <p:cNvSpPr/>
          <p:nvPr/>
        </p:nvSpPr>
        <p:spPr>
          <a:xfrm>
            <a:off x="3267456" y="5157216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742944" y="5308009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61" name="Text 359"/>
          <p:cNvSpPr txBox="1"/>
          <p:nvPr/>
        </p:nvSpPr>
        <p:spPr>
          <a:xfrm>
            <a:off x="3349752" y="5230368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590" dirty="0"/>
          </a:p>
        </p:txBody>
      </p:sp>
      <p:sp>
        <p:nvSpPr>
          <p:cNvPr id="362" name="Shape 360"/>
          <p:cNvSpPr/>
          <p:nvPr/>
        </p:nvSpPr>
        <p:spPr>
          <a:xfrm>
            <a:off x="3742944" y="5260959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63" name="Text 361"/>
          <p:cNvSpPr txBox="1"/>
          <p:nvPr/>
        </p:nvSpPr>
        <p:spPr>
          <a:xfrm>
            <a:off x="3825240" y="5230368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590" dirty="0"/>
          </a:p>
        </p:txBody>
      </p:sp>
      <p:sp>
        <p:nvSpPr>
          <p:cNvPr id="364" name="Shape 362"/>
          <p:cNvSpPr/>
          <p:nvPr/>
        </p:nvSpPr>
        <p:spPr>
          <a:xfrm>
            <a:off x="3742944" y="5391136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65" name="Text 363"/>
          <p:cNvSpPr txBox="1"/>
          <p:nvPr/>
        </p:nvSpPr>
        <p:spPr>
          <a:xfrm>
            <a:off x="3349752" y="5313495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</a:t>
            </a:r>
            <a:endParaRPr lang="en-US" sz="590" dirty="0"/>
          </a:p>
        </p:txBody>
      </p:sp>
      <p:sp>
        <p:nvSpPr>
          <p:cNvPr id="366" name="Shape 364"/>
          <p:cNvSpPr/>
          <p:nvPr/>
        </p:nvSpPr>
        <p:spPr>
          <a:xfrm>
            <a:off x="3742944" y="5344086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67" name="Text 365"/>
          <p:cNvSpPr txBox="1"/>
          <p:nvPr/>
        </p:nvSpPr>
        <p:spPr>
          <a:xfrm>
            <a:off x="3825240" y="5313495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590" dirty="0"/>
          </a:p>
        </p:txBody>
      </p:sp>
      <p:sp>
        <p:nvSpPr>
          <p:cNvPr id="368" name="Shape 366"/>
          <p:cNvSpPr/>
          <p:nvPr/>
        </p:nvSpPr>
        <p:spPr>
          <a:xfrm>
            <a:off x="3742944" y="5474263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69" name="Text 367"/>
          <p:cNvSpPr txBox="1"/>
          <p:nvPr/>
        </p:nvSpPr>
        <p:spPr>
          <a:xfrm>
            <a:off x="3349752" y="5396623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590" dirty="0"/>
          </a:p>
        </p:txBody>
      </p:sp>
      <p:sp>
        <p:nvSpPr>
          <p:cNvPr id="370" name="Shape 368"/>
          <p:cNvSpPr/>
          <p:nvPr/>
        </p:nvSpPr>
        <p:spPr>
          <a:xfrm>
            <a:off x="3742944" y="5427213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71" name="Text 369"/>
          <p:cNvSpPr txBox="1"/>
          <p:nvPr/>
        </p:nvSpPr>
        <p:spPr>
          <a:xfrm>
            <a:off x="3825240" y="5396623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372" name="Shape 370"/>
          <p:cNvSpPr/>
          <p:nvPr/>
        </p:nvSpPr>
        <p:spPr>
          <a:xfrm>
            <a:off x="3742944" y="5557391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73" name="Text 371"/>
          <p:cNvSpPr txBox="1"/>
          <p:nvPr/>
        </p:nvSpPr>
        <p:spPr>
          <a:xfrm>
            <a:off x="3349752" y="5479750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590" dirty="0"/>
          </a:p>
        </p:txBody>
      </p:sp>
      <p:sp>
        <p:nvSpPr>
          <p:cNvPr id="374" name="Shape 372"/>
          <p:cNvSpPr/>
          <p:nvPr/>
        </p:nvSpPr>
        <p:spPr>
          <a:xfrm>
            <a:off x="3742944" y="5510341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75" name="Text 373"/>
          <p:cNvSpPr txBox="1"/>
          <p:nvPr/>
        </p:nvSpPr>
        <p:spPr>
          <a:xfrm>
            <a:off x="3825240" y="5479750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90" dirty="0"/>
          </a:p>
        </p:txBody>
      </p:sp>
      <p:sp>
        <p:nvSpPr>
          <p:cNvPr id="376" name="Shape 374"/>
          <p:cNvSpPr/>
          <p:nvPr/>
        </p:nvSpPr>
        <p:spPr>
          <a:xfrm>
            <a:off x="3742944" y="5640518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77" name="Text 375"/>
          <p:cNvSpPr txBox="1"/>
          <p:nvPr/>
        </p:nvSpPr>
        <p:spPr>
          <a:xfrm>
            <a:off x="3349752" y="5562877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590" dirty="0"/>
          </a:p>
        </p:txBody>
      </p:sp>
      <p:sp>
        <p:nvSpPr>
          <p:cNvPr id="378" name="Shape 376"/>
          <p:cNvSpPr/>
          <p:nvPr/>
        </p:nvSpPr>
        <p:spPr>
          <a:xfrm>
            <a:off x="3742944" y="5593468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79" name="Text 377"/>
          <p:cNvSpPr txBox="1"/>
          <p:nvPr/>
        </p:nvSpPr>
        <p:spPr>
          <a:xfrm>
            <a:off x="3825240" y="5562877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90" dirty="0"/>
          </a:p>
        </p:txBody>
      </p:sp>
      <p:sp>
        <p:nvSpPr>
          <p:cNvPr id="380" name="Shape 378"/>
          <p:cNvSpPr/>
          <p:nvPr/>
        </p:nvSpPr>
        <p:spPr>
          <a:xfrm>
            <a:off x="3742944" y="5723645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81" name="Text 379"/>
          <p:cNvSpPr txBox="1"/>
          <p:nvPr/>
        </p:nvSpPr>
        <p:spPr>
          <a:xfrm>
            <a:off x="3349752" y="5646004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</a:t>
            </a:r>
            <a:endParaRPr lang="en-US" sz="590" dirty="0"/>
          </a:p>
        </p:txBody>
      </p:sp>
      <p:sp>
        <p:nvSpPr>
          <p:cNvPr id="382" name="Shape 380"/>
          <p:cNvSpPr/>
          <p:nvPr/>
        </p:nvSpPr>
        <p:spPr>
          <a:xfrm>
            <a:off x="3742944" y="5676595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83" name="Text 381"/>
          <p:cNvSpPr txBox="1"/>
          <p:nvPr/>
        </p:nvSpPr>
        <p:spPr>
          <a:xfrm>
            <a:off x="3825240" y="5646004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590" dirty="0"/>
          </a:p>
        </p:txBody>
      </p:sp>
      <p:sp>
        <p:nvSpPr>
          <p:cNvPr id="384" name="Shape 382"/>
          <p:cNvSpPr/>
          <p:nvPr/>
        </p:nvSpPr>
        <p:spPr>
          <a:xfrm>
            <a:off x="3742944" y="5806773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85" name="Text 383"/>
          <p:cNvSpPr txBox="1"/>
          <p:nvPr/>
        </p:nvSpPr>
        <p:spPr>
          <a:xfrm>
            <a:off x="3349752" y="5729132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</a:t>
            </a:r>
            <a:endParaRPr lang="en-US" sz="590" dirty="0"/>
          </a:p>
        </p:txBody>
      </p:sp>
      <p:sp>
        <p:nvSpPr>
          <p:cNvPr id="386" name="Shape 384"/>
          <p:cNvSpPr/>
          <p:nvPr/>
        </p:nvSpPr>
        <p:spPr>
          <a:xfrm>
            <a:off x="3742944" y="5759722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87" name="Text 385"/>
          <p:cNvSpPr txBox="1"/>
          <p:nvPr/>
        </p:nvSpPr>
        <p:spPr>
          <a:xfrm>
            <a:off x="3825240" y="5729132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590" dirty="0"/>
          </a:p>
        </p:txBody>
      </p:sp>
      <p:sp>
        <p:nvSpPr>
          <p:cNvPr id="388" name="Shape 386"/>
          <p:cNvSpPr/>
          <p:nvPr/>
        </p:nvSpPr>
        <p:spPr>
          <a:xfrm>
            <a:off x="3742944" y="5889900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89" name="Text 387"/>
          <p:cNvSpPr txBox="1"/>
          <p:nvPr/>
        </p:nvSpPr>
        <p:spPr>
          <a:xfrm>
            <a:off x="3349752" y="5812259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</a:t>
            </a:r>
            <a:endParaRPr lang="en-US" sz="590" dirty="0"/>
          </a:p>
        </p:txBody>
      </p:sp>
      <p:sp>
        <p:nvSpPr>
          <p:cNvPr id="390" name="Shape 388"/>
          <p:cNvSpPr/>
          <p:nvPr/>
        </p:nvSpPr>
        <p:spPr>
          <a:xfrm>
            <a:off x="3742944" y="5842850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91" name="Text 389"/>
          <p:cNvSpPr txBox="1"/>
          <p:nvPr/>
        </p:nvSpPr>
        <p:spPr>
          <a:xfrm>
            <a:off x="3825240" y="5812259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392" name="Shape 390"/>
          <p:cNvSpPr/>
          <p:nvPr/>
        </p:nvSpPr>
        <p:spPr>
          <a:xfrm>
            <a:off x="3742944" y="5973027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93" name="Text 391"/>
          <p:cNvSpPr txBox="1"/>
          <p:nvPr/>
        </p:nvSpPr>
        <p:spPr>
          <a:xfrm>
            <a:off x="3349752" y="5895386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</a:t>
            </a:r>
            <a:endParaRPr lang="en-US" sz="590" dirty="0"/>
          </a:p>
        </p:txBody>
      </p:sp>
      <p:sp>
        <p:nvSpPr>
          <p:cNvPr id="394" name="Shape 392"/>
          <p:cNvSpPr/>
          <p:nvPr/>
        </p:nvSpPr>
        <p:spPr>
          <a:xfrm>
            <a:off x="3742944" y="592597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95" name="Text 393"/>
          <p:cNvSpPr txBox="1"/>
          <p:nvPr/>
        </p:nvSpPr>
        <p:spPr>
          <a:xfrm>
            <a:off x="3825240" y="5895386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590" dirty="0"/>
          </a:p>
        </p:txBody>
      </p:sp>
      <p:sp>
        <p:nvSpPr>
          <p:cNvPr id="396" name="Shape 394"/>
          <p:cNvSpPr/>
          <p:nvPr/>
        </p:nvSpPr>
        <p:spPr>
          <a:xfrm>
            <a:off x="3742944" y="6056154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397" name="Text 395"/>
          <p:cNvSpPr txBox="1"/>
          <p:nvPr/>
        </p:nvSpPr>
        <p:spPr>
          <a:xfrm>
            <a:off x="3349752" y="5978513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</a:t>
            </a:r>
            <a:endParaRPr lang="en-US" sz="590" dirty="0"/>
          </a:p>
        </p:txBody>
      </p:sp>
      <p:sp>
        <p:nvSpPr>
          <p:cNvPr id="398" name="Shape 396"/>
          <p:cNvSpPr/>
          <p:nvPr/>
        </p:nvSpPr>
        <p:spPr>
          <a:xfrm>
            <a:off x="3742944" y="6009104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399" name="Text 397"/>
          <p:cNvSpPr txBox="1"/>
          <p:nvPr/>
        </p:nvSpPr>
        <p:spPr>
          <a:xfrm>
            <a:off x="3825240" y="5978513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590" dirty="0"/>
          </a:p>
        </p:txBody>
      </p:sp>
      <p:sp>
        <p:nvSpPr>
          <p:cNvPr id="400" name="Shape 398"/>
          <p:cNvSpPr/>
          <p:nvPr/>
        </p:nvSpPr>
        <p:spPr>
          <a:xfrm>
            <a:off x="3742944" y="61392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01" name="Text 399"/>
          <p:cNvSpPr txBox="1"/>
          <p:nvPr/>
        </p:nvSpPr>
        <p:spPr>
          <a:xfrm>
            <a:off x="3349752" y="6061641"/>
            <a:ext cx="30175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590" dirty="0"/>
          </a:p>
        </p:txBody>
      </p:sp>
      <p:sp>
        <p:nvSpPr>
          <p:cNvPr id="402" name="Shape 400"/>
          <p:cNvSpPr/>
          <p:nvPr/>
        </p:nvSpPr>
        <p:spPr>
          <a:xfrm>
            <a:off x="3742944" y="6092232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03" name="Text 401"/>
          <p:cNvSpPr txBox="1"/>
          <p:nvPr/>
        </p:nvSpPr>
        <p:spPr>
          <a:xfrm>
            <a:off x="3825240" y="6061641"/>
            <a:ext cx="1886712" cy="83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590" dirty="0"/>
          </a:p>
        </p:txBody>
      </p:sp>
      <p:sp>
        <p:nvSpPr>
          <p:cNvPr id="404" name="Shape 402"/>
          <p:cNvSpPr/>
          <p:nvPr/>
        </p:nvSpPr>
        <p:spPr>
          <a:xfrm>
            <a:off x="5647944" y="6190488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5803392" y="6190488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6132576" y="4700016"/>
            <a:ext cx="2755392" cy="1609344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8890">
            <a:solidFill>
              <a:srgbClr val="D7D2D9"/>
            </a:solidFill>
            <a:prstDash val="solid"/>
          </a:ln>
          <a:effectLst>
            <a:outerShdw sx="100000" sy="100000" kx="0" ky="0" algn="bl" rotWithShape="0" blurRad="25400" dist="50800" dir="2700000">
              <a:srgbClr val="C8C2CB">
                <a:alpha val="16000"/>
              </a:srgbClr>
            </a:outerShdw>
          </a:effectLst>
        </p:spPr>
      </p:sp>
      <p:sp>
        <p:nvSpPr>
          <p:cNvPr id="407" name="Shape 405"/>
          <p:cNvSpPr/>
          <p:nvPr/>
        </p:nvSpPr>
        <p:spPr>
          <a:xfrm>
            <a:off x="6205728" y="5175504"/>
            <a:ext cx="457200" cy="1060704"/>
          </a:xfrm>
          <a:prstGeom prst="rect">
            <a:avLst/>
          </a:prstGeom>
          <a:solidFill>
            <a:srgbClr val="F7F4F7">
              <a:alpha val="92000"/>
            </a:srgbClr>
          </a:solidFill>
          <a:ln w="12700">
            <a:solidFill>
              <a:srgbClr val="F7F4F7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6169152" y="4732020"/>
            <a:ext cx="2682240" cy="32004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6169152" y="4732020"/>
            <a:ext cx="384048" cy="32004"/>
          </a:xfrm>
          <a:prstGeom prst="rect">
            <a:avLst/>
          </a:prstGeom>
          <a:solidFill>
            <a:srgbClr val="442142"/>
          </a:solidFill>
          <a:ln w="12700">
            <a:solidFill>
              <a:srgbClr val="442142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6169152" y="4764024"/>
            <a:ext cx="2682240" cy="384048"/>
          </a:xfrm>
          <a:prstGeom prst="rect">
            <a:avLst/>
          </a:prstGeom>
          <a:solidFill>
            <a:srgbClr val="F6F2F6"/>
          </a:solidFill>
          <a:ln w="12700">
            <a:solidFill>
              <a:srgbClr val="F6F2F6">
                <a:alpha val="0"/>
              </a:srgbClr>
            </a:solidFill>
            <a:prstDash val="solid"/>
          </a:ln>
        </p:spPr>
      </p:sp>
      <p:sp>
        <p:nvSpPr>
          <p:cNvPr id="411" name="Text 409"/>
          <p:cNvSpPr txBox="1"/>
          <p:nvPr/>
        </p:nvSpPr>
        <p:spPr>
          <a:xfrm>
            <a:off x="6251448" y="4828032"/>
            <a:ext cx="329184" cy="274320"/>
          </a:xfrm>
          <a:prstGeom prst="rect">
            <a:avLst/>
          </a:prstGeom>
          <a:solidFill>
            <a:srgbClr val="442142"/>
          </a:solidFill>
          <a:ln>
            <a:solidFill>
              <a:srgbClr val="442142">
                <a:alpha val="0"/>
              </a:srgbClr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12" name="Text 410"/>
          <p:cNvSpPr txBox="1"/>
          <p:nvPr/>
        </p:nvSpPr>
        <p:spPr>
          <a:xfrm>
            <a:off x="6699504" y="4846320"/>
            <a:ext cx="868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413" name="Shape 411"/>
          <p:cNvSpPr/>
          <p:nvPr/>
        </p:nvSpPr>
        <p:spPr>
          <a:xfrm>
            <a:off x="6699504" y="5079492"/>
            <a:ext cx="804672" cy="0"/>
          </a:xfrm>
          <a:prstGeom prst="line">
            <a:avLst/>
          </a:prstGeom>
          <a:noFill/>
          <a:ln w="9525">
            <a:solidFill>
              <a:srgbClr val="B4A87D"/>
            </a:solidFill>
            <a:prstDash val="solid"/>
          </a:ln>
        </p:spPr>
      </p:sp>
      <p:sp>
        <p:nvSpPr>
          <p:cNvPr id="414" name="Text 412"/>
          <p:cNvSpPr txBox="1"/>
          <p:nvPr/>
        </p:nvSpPr>
        <p:spPr>
          <a:xfrm>
            <a:off x="8385048" y="4855464"/>
            <a:ext cx="310896" cy="210312"/>
          </a:xfrm>
          <a:prstGeom prst="rect">
            <a:avLst/>
          </a:prstGeom>
          <a:solidFill>
            <a:srgbClr val="FCFBF6"/>
          </a:solidFill>
          <a:ln w="7620">
            <a:solidFill>
              <a:srgbClr val="B4A87D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  <p:sp>
        <p:nvSpPr>
          <p:cNvPr id="415" name="Shape 413"/>
          <p:cNvSpPr/>
          <p:nvPr/>
        </p:nvSpPr>
        <p:spPr>
          <a:xfrm>
            <a:off x="6205728" y="5157216"/>
            <a:ext cx="2609088" cy="0"/>
          </a:xfrm>
          <a:prstGeom prst="line">
            <a:avLst/>
          </a:prstGeom>
          <a:noFill/>
          <a:ln w="7620">
            <a:solidFill>
              <a:srgbClr val="E6E2E7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6681216" y="5565038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17" name="Text 415"/>
          <p:cNvSpPr txBox="1"/>
          <p:nvPr/>
        </p:nvSpPr>
        <p:spPr>
          <a:xfrm>
            <a:off x="6288024" y="5453482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</a:t>
            </a:r>
            <a:endParaRPr lang="en-US" sz="590" dirty="0"/>
          </a:p>
        </p:txBody>
      </p:sp>
      <p:sp>
        <p:nvSpPr>
          <p:cNvPr id="418" name="Shape 416"/>
          <p:cNvSpPr/>
          <p:nvPr/>
        </p:nvSpPr>
        <p:spPr>
          <a:xfrm>
            <a:off x="6681216" y="5501030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19" name="Text 417"/>
          <p:cNvSpPr txBox="1"/>
          <p:nvPr/>
        </p:nvSpPr>
        <p:spPr>
          <a:xfrm>
            <a:off x="6763512" y="5453482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590" dirty="0"/>
          </a:p>
        </p:txBody>
      </p:sp>
      <p:sp>
        <p:nvSpPr>
          <p:cNvPr id="420" name="Shape 418"/>
          <p:cNvSpPr/>
          <p:nvPr/>
        </p:nvSpPr>
        <p:spPr>
          <a:xfrm>
            <a:off x="6681216" y="5682082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21" name="Text 419"/>
          <p:cNvSpPr txBox="1"/>
          <p:nvPr/>
        </p:nvSpPr>
        <p:spPr>
          <a:xfrm>
            <a:off x="6288024" y="5570525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</a:t>
            </a:r>
            <a:endParaRPr lang="en-US" sz="590" dirty="0"/>
          </a:p>
        </p:txBody>
      </p:sp>
      <p:sp>
        <p:nvSpPr>
          <p:cNvPr id="422" name="Shape 420"/>
          <p:cNvSpPr/>
          <p:nvPr/>
        </p:nvSpPr>
        <p:spPr>
          <a:xfrm>
            <a:off x="6681216" y="5618074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23" name="Text 421"/>
          <p:cNvSpPr txBox="1"/>
          <p:nvPr/>
        </p:nvSpPr>
        <p:spPr>
          <a:xfrm>
            <a:off x="6763512" y="5570525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90" dirty="0"/>
          </a:p>
        </p:txBody>
      </p:sp>
      <p:sp>
        <p:nvSpPr>
          <p:cNvPr id="424" name="Shape 422"/>
          <p:cNvSpPr/>
          <p:nvPr/>
        </p:nvSpPr>
        <p:spPr>
          <a:xfrm>
            <a:off x="6681216" y="5799125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25" name="Text 423"/>
          <p:cNvSpPr txBox="1"/>
          <p:nvPr/>
        </p:nvSpPr>
        <p:spPr>
          <a:xfrm>
            <a:off x="6288024" y="5687568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</a:t>
            </a:r>
            <a:endParaRPr lang="en-US" sz="590" dirty="0"/>
          </a:p>
        </p:txBody>
      </p:sp>
      <p:sp>
        <p:nvSpPr>
          <p:cNvPr id="426" name="Shape 424"/>
          <p:cNvSpPr/>
          <p:nvPr/>
        </p:nvSpPr>
        <p:spPr>
          <a:xfrm>
            <a:off x="6681216" y="5735117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27" name="Text 425"/>
          <p:cNvSpPr txBox="1"/>
          <p:nvPr/>
        </p:nvSpPr>
        <p:spPr>
          <a:xfrm>
            <a:off x="6763512" y="5687568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90" dirty="0"/>
          </a:p>
        </p:txBody>
      </p:sp>
      <p:sp>
        <p:nvSpPr>
          <p:cNvPr id="428" name="Shape 426"/>
          <p:cNvSpPr/>
          <p:nvPr/>
        </p:nvSpPr>
        <p:spPr>
          <a:xfrm>
            <a:off x="6681216" y="5916168"/>
            <a:ext cx="2042160" cy="0"/>
          </a:xfrm>
          <a:prstGeom prst="line">
            <a:avLst/>
          </a:prstGeom>
          <a:noFill/>
          <a:ln w="4826">
            <a:solidFill>
              <a:srgbClr val="F3F1F4">
                <a:alpha val="92000"/>
              </a:srgbClr>
            </a:solidFill>
            <a:prstDash val="solid"/>
          </a:ln>
        </p:spPr>
      </p:sp>
      <p:sp>
        <p:nvSpPr>
          <p:cNvPr id="429" name="Text 427"/>
          <p:cNvSpPr txBox="1"/>
          <p:nvPr/>
        </p:nvSpPr>
        <p:spPr>
          <a:xfrm>
            <a:off x="6288024" y="5804611"/>
            <a:ext cx="30175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90" b="1" dirty="0">
                <a:solidFill>
                  <a:srgbClr val="3C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</a:t>
            </a:r>
            <a:endParaRPr lang="en-US" sz="590" dirty="0"/>
          </a:p>
        </p:txBody>
      </p:sp>
      <p:sp>
        <p:nvSpPr>
          <p:cNvPr id="430" name="Shape 428"/>
          <p:cNvSpPr/>
          <p:nvPr/>
        </p:nvSpPr>
        <p:spPr>
          <a:xfrm>
            <a:off x="6681216" y="5852160"/>
            <a:ext cx="25603" cy="25603"/>
          </a:xfrm>
          <a:prstGeom prst="rect">
            <a:avLst/>
          </a:prstGeom>
          <a:solidFill>
            <a:srgbClr val="B4A87D"/>
          </a:solidFill>
          <a:ln w="12700">
            <a:solidFill>
              <a:srgbClr val="B4A87D">
                <a:alpha val="0"/>
              </a:srgbClr>
            </a:solidFill>
            <a:prstDash val="solid"/>
          </a:ln>
        </p:spPr>
      </p:sp>
      <p:sp>
        <p:nvSpPr>
          <p:cNvPr id="431" name="Text 429"/>
          <p:cNvSpPr txBox="1"/>
          <p:nvPr/>
        </p:nvSpPr>
        <p:spPr>
          <a:xfrm>
            <a:off x="6763512" y="5804611"/>
            <a:ext cx="1886712" cy="117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4B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590" dirty="0"/>
          </a:p>
        </p:txBody>
      </p:sp>
      <p:sp>
        <p:nvSpPr>
          <p:cNvPr id="432" name="Shape 430"/>
          <p:cNvSpPr/>
          <p:nvPr/>
        </p:nvSpPr>
        <p:spPr>
          <a:xfrm>
            <a:off x="8586216" y="6190488"/>
            <a:ext cx="155448" cy="0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8741664" y="6190488"/>
            <a:ext cx="0" cy="-155448"/>
          </a:xfrm>
          <a:prstGeom prst="line">
            <a:avLst/>
          </a:prstGeom>
          <a:noFill/>
          <a:ln w="8255">
            <a:solidFill>
              <a:srgbClr val="C7BD93">
                <a:alpha val="8800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56032" y="6556248"/>
            <a:ext cx="8631936" cy="0"/>
          </a:xfrm>
          <a:prstGeom prst="line">
            <a:avLst/>
          </a:prstGeom>
          <a:noFill/>
          <a:ln w="6350">
            <a:solidFill>
              <a:srgbClr val="E6E2E7"/>
            </a:solidFill>
            <a:prstDash val="solid"/>
          </a:ln>
        </p:spPr>
      </p:sp>
      <p:sp>
        <p:nvSpPr>
          <p:cNvPr id="435" name="Text 433"/>
          <p:cNvSpPr txBox="1"/>
          <p:nvPr/>
        </p:nvSpPr>
        <p:spPr>
          <a:xfrm>
            <a:off x="8796528" y="6583680"/>
            <a:ext cx="731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550" dirty="0">
                <a:solidFill>
                  <a:srgbClr val="7B7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Format</dc:title>
  <dc:subject>Box format</dc:subject>
  <dc:creator>OpenAI</dc:creator>
  <cp:lastModifiedBy>OpenAI</cp:lastModifiedBy>
  <cp:revision>1</cp:revision>
  <dcterms:created xsi:type="dcterms:W3CDTF">2026-08-03T03:41:46Z</dcterms:created>
  <dcterms:modified xsi:type="dcterms:W3CDTF">2026-08-03T03:41:46Z</dcterms:modified>
</cp:coreProperties>
</file>