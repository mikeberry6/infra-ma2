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/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/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/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/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/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/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/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/>
            </a:r>
          </a:p>
          <a:p>
            <a:pPr lvl="1"/>
            <a:r>
              <a:rPr lang="en-US" smtClean="0"/>
              <a:t/>
            </a:r>
          </a:p>
          <a:p>
            <a:pPr lvl="2"/>
            <a:r>
              <a:rPr lang="en-US" smtClean="0"/>
              <a:t/>
            </a:r>
          </a:p>
          <a:p>
            <a:pPr lvl="3"/>
            <a:r>
              <a:rPr lang="en-US" smtClean="0"/>
              <a:t/>
            </a:r>
          </a:p>
          <a:p>
            <a:pPr lvl="4"/>
            <a:r>
              <a:rPr lang="en-US" smtClean="0"/>
              <a:t/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7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9184" y="155448"/>
            <a:ext cx="8458200" cy="40233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00" b="1" i="0">
                <a:solidFill>
                  <a:srgbClr val="2D394A"/>
                </a:solidFill>
                <a:latin typeface="Georgia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328" y="621792"/>
            <a:ext cx="8412480" cy="201168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40" b="0" i="0">
                <a:solidFill>
                  <a:srgbClr val="72777F"/>
                </a:solidFill>
                <a:latin typeface="Arial"/>
              </a:rPr>
              <a:t/>
            </a:r>
            <a:r>
              <a:rPr sz="1040" b="1" i="0">
                <a:solidFill>
                  <a:srgbClr val="3D6956"/>
                </a:solidFill>
                <a:latin typeface="Arial"/>
              </a:rPr>
              <a:t/>
            </a:r>
            <a:r>
              <a:rPr sz="104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29184" y="932688"/>
            <a:ext cx="786384" cy="512064"/>
          </a:xfrm>
          <a:prstGeom prst="rect">
            <a:avLst/>
          </a:prstGeom>
          <a:solidFill>
            <a:srgbClr val="2D394A"/>
          </a:solidFill>
          <a:ln w="3175">
            <a:solidFill>
              <a:srgbClr val="2D394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932688"/>
            <a:ext cx="786384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7" name="Rectangle 6"/>
          <p:cNvSpPr/>
          <p:nvPr/>
        </p:nvSpPr>
        <p:spPr>
          <a:xfrm>
            <a:off x="1115568" y="932688"/>
            <a:ext cx="1543507" cy="512064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15568" y="932688"/>
            <a:ext cx="1543507" cy="23774"/>
          </a:xfrm>
          <a:prstGeom prst="rect">
            <a:avLst/>
          </a:prstGeom>
          <a:solidFill>
            <a:srgbClr val="4B3B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001268"/>
            <a:ext cx="1378915" cy="1371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97864" y="1147572"/>
            <a:ext cx="1378915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20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2659075" y="932688"/>
            <a:ext cx="1543507" cy="512064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59075" y="932688"/>
            <a:ext cx="1543507" cy="23774"/>
          </a:xfrm>
          <a:prstGeom prst="rect">
            <a:avLst/>
          </a:prstGeom>
          <a:solidFill>
            <a:srgbClr val="4B3B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1371" y="1001268"/>
            <a:ext cx="1378915" cy="1371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1371" y="1147572"/>
            <a:ext cx="1378915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20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4202582" y="932688"/>
            <a:ext cx="1543507" cy="512064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02582" y="932688"/>
            <a:ext cx="1543507" cy="23774"/>
          </a:xfrm>
          <a:prstGeom prst="rect">
            <a:avLst/>
          </a:prstGeom>
          <a:solidFill>
            <a:srgbClr val="4B3B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84878" y="1001268"/>
            <a:ext cx="1378915" cy="1371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84878" y="1147572"/>
            <a:ext cx="1378915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20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5746089" y="932688"/>
            <a:ext cx="1543507" cy="512064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46089" y="932688"/>
            <a:ext cx="1543507" cy="23774"/>
          </a:xfrm>
          <a:prstGeom prst="rect">
            <a:avLst/>
          </a:prstGeom>
          <a:solidFill>
            <a:srgbClr val="4B3B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8385" y="1001268"/>
            <a:ext cx="1378915" cy="1371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28385" y="1147572"/>
            <a:ext cx="1378915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20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7289596" y="932688"/>
            <a:ext cx="1543507" cy="512064"/>
          </a:xfrm>
          <a:prstGeom prst="rect">
            <a:avLst/>
          </a:prstGeom>
          <a:solidFill>
            <a:srgbClr val="E7EFEA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89596" y="932688"/>
            <a:ext cx="1543507" cy="23774"/>
          </a:xfrm>
          <a:prstGeom prst="rect">
            <a:avLst/>
          </a:prstGeom>
          <a:solidFill>
            <a:srgbClr val="3D69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1892" y="1001268"/>
            <a:ext cx="1378915" cy="13716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80" b="1" i="0">
                <a:solidFill>
                  <a:srgbClr val="3D6956"/>
                </a:solidFill>
                <a:latin typeface="Arial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1892" y="1147572"/>
            <a:ext cx="1378915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20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329184" y="1609344"/>
            <a:ext cx="438912" cy="274320"/>
          </a:xfrm>
          <a:prstGeom prst="rect">
            <a:avLst/>
          </a:prstGeom>
          <a:solidFill>
            <a:srgbClr val="2D39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9184" y="1609344"/>
            <a:ext cx="438912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4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768096" y="1609344"/>
            <a:ext cx="2395728" cy="274320"/>
          </a:xfrm>
          <a:prstGeom prst="rect">
            <a:avLst/>
          </a:prstGeom>
          <a:solidFill>
            <a:srgbClr val="2D39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7" y="1609344"/>
            <a:ext cx="2249424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3163824" y="1609344"/>
            <a:ext cx="5669280" cy="274320"/>
          </a:xfrm>
          <a:prstGeom prst="rect">
            <a:avLst/>
          </a:prstGeom>
          <a:solidFill>
            <a:srgbClr val="4B3B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163824" y="1609344"/>
            <a:ext cx="5669280" cy="27432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8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" y="1883664"/>
            <a:ext cx="2834640" cy="228600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63824" y="1883664"/>
            <a:ext cx="2180492" cy="228600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63824" y="1883664"/>
            <a:ext cx="2180492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5344316" y="1883664"/>
            <a:ext cx="1744393" cy="228600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4316" y="1883664"/>
            <a:ext cx="1744393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38" name="Rectangle 37"/>
          <p:cNvSpPr/>
          <p:nvPr/>
        </p:nvSpPr>
        <p:spPr>
          <a:xfrm>
            <a:off x="7088710" y="1883664"/>
            <a:ext cx="1744393" cy="228600"/>
          </a:xfrm>
          <a:prstGeom prst="rect">
            <a:avLst/>
          </a:prstGeom>
          <a:solidFill>
            <a:srgbClr val="ECEAE5"/>
          </a:solidFill>
          <a:ln w="4445">
            <a:solidFill>
              <a:srgbClr val="BDBAB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88710" y="1883664"/>
            <a:ext cx="1744393" cy="22860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80" b="1" i="0">
                <a:solidFill>
                  <a:srgbClr val="2D394A"/>
                </a:solidFill>
                <a:latin typeface="Arial"/>
              </a:rPr>
              <a:t/>
            </a:r>
          </a:p>
        </p:txBody>
      </p:sp>
      <p:sp>
        <p:nvSpPr>
          <p:cNvPr id="40" name="Rectangle 39"/>
          <p:cNvSpPr/>
          <p:nvPr/>
        </p:nvSpPr>
        <p:spPr>
          <a:xfrm>
            <a:off x="329184" y="2112264"/>
            <a:ext cx="438912" cy="356616"/>
          </a:xfrm>
          <a:prstGeom prst="rect">
            <a:avLst/>
          </a:prstGeom>
          <a:solidFill>
            <a:srgbClr val="F4F2EE"/>
          </a:solidFill>
          <a:ln w="4445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 rot="16200000">
            <a:off x="329184" y="2112264"/>
            <a:ext cx="438912" cy="35661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30" b="1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42" name="Rectangle 41"/>
          <p:cNvSpPr/>
          <p:nvPr/>
        </p:nvSpPr>
        <p:spPr>
          <a:xfrm>
            <a:off x="768096" y="2112264"/>
            <a:ext cx="2395728" cy="187452"/>
          </a:xfrm>
          <a:prstGeom prst="rect">
            <a:avLst/>
          </a:prstGeom>
          <a:solidFill>
            <a:srgbClr val="F4F2EE"/>
          </a:solidFill>
          <a:ln w="4445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2299716"/>
            <a:ext cx="2395728" cy="169164"/>
          </a:xfrm>
          <a:prstGeom prst="rect">
            <a:avLst/>
          </a:prstGeom>
          <a:solidFill>
            <a:srgbClr val="F4F2EE"/>
          </a:solidFill>
          <a:ln w="4445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2112264"/>
            <a:ext cx="2249424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90" b="1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7" y="2299716"/>
            <a:ext cx="2249424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30" b="1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46" name="Rectangle 45"/>
          <p:cNvSpPr/>
          <p:nvPr/>
        </p:nvSpPr>
        <p:spPr>
          <a:xfrm>
            <a:off x="3163824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163824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163824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163824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50" name="Rectangle 49"/>
          <p:cNvSpPr/>
          <p:nvPr/>
        </p:nvSpPr>
        <p:spPr>
          <a:xfrm>
            <a:off x="3599922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99922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99922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99922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4036020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036020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036020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36020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58" name="Rectangle 57"/>
          <p:cNvSpPr/>
          <p:nvPr/>
        </p:nvSpPr>
        <p:spPr>
          <a:xfrm>
            <a:off x="4472119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4472119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472119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72119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62" name="Rectangle 61"/>
          <p:cNvSpPr/>
          <p:nvPr/>
        </p:nvSpPr>
        <p:spPr>
          <a:xfrm>
            <a:off x="4908217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908217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908217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908217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66" name="Rectangle 65"/>
          <p:cNvSpPr/>
          <p:nvPr/>
        </p:nvSpPr>
        <p:spPr>
          <a:xfrm>
            <a:off x="5344316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344316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344316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44316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70" name="Rectangle 69"/>
          <p:cNvSpPr/>
          <p:nvPr/>
        </p:nvSpPr>
        <p:spPr>
          <a:xfrm>
            <a:off x="5780414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780414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780414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80414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74" name="Rectangle 73"/>
          <p:cNvSpPr/>
          <p:nvPr/>
        </p:nvSpPr>
        <p:spPr>
          <a:xfrm>
            <a:off x="6216513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216513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16513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16513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78" name="Rectangle 77"/>
          <p:cNvSpPr/>
          <p:nvPr/>
        </p:nvSpPr>
        <p:spPr>
          <a:xfrm>
            <a:off x="6652611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652611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652611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652611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82" name="Rectangle 81"/>
          <p:cNvSpPr/>
          <p:nvPr/>
        </p:nvSpPr>
        <p:spPr>
          <a:xfrm>
            <a:off x="7088710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088710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088710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8710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86" name="Rectangle 85"/>
          <p:cNvSpPr/>
          <p:nvPr/>
        </p:nvSpPr>
        <p:spPr>
          <a:xfrm>
            <a:off x="7524808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524808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524808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24808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90" name="Rectangle 89"/>
          <p:cNvSpPr/>
          <p:nvPr/>
        </p:nvSpPr>
        <p:spPr>
          <a:xfrm>
            <a:off x="7960907" y="2112264"/>
            <a:ext cx="436098" cy="187452"/>
          </a:xfrm>
          <a:prstGeom prst="rect">
            <a:avLst/>
          </a:prstGeom>
          <a:solidFill>
            <a:srgbClr val="E7EFEA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960907" y="2299716"/>
            <a:ext cx="436098" cy="169164"/>
          </a:xfrm>
          <a:prstGeom prst="rect">
            <a:avLst/>
          </a:prstGeom>
          <a:solidFill>
            <a:srgbClr val="E7EFEA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960907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D6956"/>
                </a:solidFill>
                <a:latin typeface="Arial"/>
              </a:rPr>
              <a:t/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60907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1" i="0">
                <a:solidFill>
                  <a:srgbClr val="3D6956"/>
                </a:solidFill>
                <a:latin typeface="Arial"/>
              </a:rPr>
              <a:t/>
            </a:r>
          </a:p>
        </p:txBody>
      </p:sp>
      <p:sp>
        <p:nvSpPr>
          <p:cNvPr id="94" name="Rectangle 93"/>
          <p:cNvSpPr/>
          <p:nvPr/>
        </p:nvSpPr>
        <p:spPr>
          <a:xfrm>
            <a:off x="8397005" y="2112264"/>
            <a:ext cx="436098" cy="187452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397005" y="2299716"/>
            <a:ext cx="436098" cy="169164"/>
          </a:xfrm>
          <a:prstGeom prst="rect">
            <a:avLst/>
          </a:prstGeom>
          <a:solidFill>
            <a:srgbClr val="FCFBF8"/>
          </a:solidFill>
          <a:ln w="3556">
            <a:solidFill>
              <a:srgbClr val="D9D7D1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97005" y="2112264"/>
            <a:ext cx="436098" cy="18745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30" b="1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397005" y="2299716"/>
            <a:ext cx="436098" cy="169164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9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98" name="Rectangle 97"/>
          <p:cNvSpPr/>
          <p:nvPr/>
        </p:nvSpPr>
        <p:spPr>
          <a:xfrm>
            <a:off x="768096" y="2468880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163824" y="2468880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960907" y="2468880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1" name="Connector 100"/>
          <p:cNvCxnSpPr/>
          <p:nvPr/>
        </p:nvCxnSpPr>
        <p:spPr>
          <a:xfrm>
            <a:off x="768096" y="2693822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832103" y="2468880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03" name="Rectangle 102"/>
          <p:cNvSpPr/>
          <p:nvPr/>
        </p:nvSpPr>
        <p:spPr>
          <a:xfrm>
            <a:off x="768096" y="2693822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3163824" y="2693822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7960907" y="2693822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Connector 105"/>
          <p:cNvCxnSpPr/>
          <p:nvPr/>
        </p:nvCxnSpPr>
        <p:spPr>
          <a:xfrm>
            <a:off x="768096" y="2918764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07" name="TextBox 106"/>
          <p:cNvSpPr txBox="1"/>
          <p:nvPr/>
        </p:nvSpPr>
        <p:spPr>
          <a:xfrm>
            <a:off x="832103" y="2693822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768096" y="2918764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163824" y="2918764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960907" y="2918764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1" name="Connector 110"/>
          <p:cNvCxnSpPr/>
          <p:nvPr/>
        </p:nvCxnSpPr>
        <p:spPr>
          <a:xfrm>
            <a:off x="768096" y="3143707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12" name="TextBox 111"/>
          <p:cNvSpPr txBox="1"/>
          <p:nvPr/>
        </p:nvSpPr>
        <p:spPr>
          <a:xfrm>
            <a:off x="832103" y="2918764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13" name="Rectangle 112"/>
          <p:cNvSpPr/>
          <p:nvPr/>
        </p:nvSpPr>
        <p:spPr>
          <a:xfrm>
            <a:off x="768096" y="3143707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3163824" y="3143707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960907" y="3143707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16" name="Connector 115"/>
          <p:cNvCxnSpPr/>
          <p:nvPr/>
        </p:nvCxnSpPr>
        <p:spPr>
          <a:xfrm>
            <a:off x="768096" y="3368649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17" name="TextBox 116"/>
          <p:cNvSpPr txBox="1"/>
          <p:nvPr/>
        </p:nvSpPr>
        <p:spPr>
          <a:xfrm>
            <a:off x="832103" y="3143707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7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768096" y="3368649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163824" y="3368649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7960907" y="3368649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1" name="Connector 120"/>
          <p:cNvCxnSpPr/>
          <p:nvPr/>
        </p:nvCxnSpPr>
        <p:spPr>
          <a:xfrm>
            <a:off x="768096" y="3593592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832103" y="3368649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23" name="Rectangle 122"/>
          <p:cNvSpPr/>
          <p:nvPr/>
        </p:nvSpPr>
        <p:spPr>
          <a:xfrm>
            <a:off x="768096" y="3593592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3163824" y="3593592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960907" y="3593592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6" name="Connector 125"/>
          <p:cNvCxnSpPr/>
          <p:nvPr/>
        </p:nvCxnSpPr>
        <p:spPr>
          <a:xfrm>
            <a:off x="768096" y="3818534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27" name="TextBox 126"/>
          <p:cNvSpPr txBox="1"/>
          <p:nvPr/>
        </p:nvSpPr>
        <p:spPr>
          <a:xfrm>
            <a:off x="832103" y="3593592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28" name="Rectangle 127"/>
          <p:cNvSpPr/>
          <p:nvPr/>
        </p:nvSpPr>
        <p:spPr>
          <a:xfrm>
            <a:off x="768096" y="3818534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3163824" y="3818534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960907" y="3818534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1" name="Connector 130"/>
          <p:cNvCxnSpPr/>
          <p:nvPr/>
        </p:nvCxnSpPr>
        <p:spPr>
          <a:xfrm>
            <a:off x="768096" y="4043476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32" name="TextBox 131"/>
          <p:cNvSpPr txBox="1"/>
          <p:nvPr/>
        </p:nvSpPr>
        <p:spPr>
          <a:xfrm>
            <a:off x="832103" y="3818534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4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33" name="Rectangle 132"/>
          <p:cNvSpPr/>
          <p:nvPr/>
        </p:nvSpPr>
        <p:spPr>
          <a:xfrm>
            <a:off x="768096" y="4043476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3163824" y="4043476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7960907" y="4043476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36" name="Connector 135"/>
          <p:cNvCxnSpPr/>
          <p:nvPr/>
        </p:nvCxnSpPr>
        <p:spPr>
          <a:xfrm>
            <a:off x="768096" y="4268419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832103" y="4043476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38" name="Rectangle 137"/>
          <p:cNvSpPr/>
          <p:nvPr/>
        </p:nvSpPr>
        <p:spPr>
          <a:xfrm>
            <a:off x="768096" y="4268419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3163824" y="4268419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7960907" y="4268419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1" name="Connector 140"/>
          <p:cNvCxnSpPr/>
          <p:nvPr/>
        </p:nvCxnSpPr>
        <p:spPr>
          <a:xfrm>
            <a:off x="768096" y="4493361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42" name="TextBox 141"/>
          <p:cNvSpPr txBox="1"/>
          <p:nvPr/>
        </p:nvSpPr>
        <p:spPr>
          <a:xfrm>
            <a:off x="832103" y="4268419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43" name="Rectangle 142"/>
          <p:cNvSpPr/>
          <p:nvPr/>
        </p:nvSpPr>
        <p:spPr>
          <a:xfrm>
            <a:off x="768096" y="4493361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3163824" y="4493361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960907" y="4493361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46" name="Connector 145"/>
          <p:cNvCxnSpPr/>
          <p:nvPr/>
        </p:nvCxnSpPr>
        <p:spPr>
          <a:xfrm>
            <a:off x="768096" y="4718304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47" name="TextBox 146"/>
          <p:cNvSpPr txBox="1"/>
          <p:nvPr/>
        </p:nvSpPr>
        <p:spPr>
          <a:xfrm>
            <a:off x="832103" y="4493361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48" name="Rectangle 147"/>
          <p:cNvSpPr/>
          <p:nvPr/>
        </p:nvSpPr>
        <p:spPr>
          <a:xfrm>
            <a:off x="768096" y="4718304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3163824" y="4718304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7960907" y="4718304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1" name="Connector 150"/>
          <p:cNvCxnSpPr/>
          <p:nvPr/>
        </p:nvCxnSpPr>
        <p:spPr>
          <a:xfrm>
            <a:off x="768096" y="4943246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52" name="TextBox 151"/>
          <p:cNvSpPr txBox="1"/>
          <p:nvPr/>
        </p:nvSpPr>
        <p:spPr>
          <a:xfrm>
            <a:off x="832103" y="4718304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53" name="Rectangle 152"/>
          <p:cNvSpPr/>
          <p:nvPr/>
        </p:nvSpPr>
        <p:spPr>
          <a:xfrm>
            <a:off x="768096" y="4943246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3163824" y="4943246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7960907" y="4943246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56" name="Connector 155"/>
          <p:cNvCxnSpPr/>
          <p:nvPr/>
        </p:nvCxnSpPr>
        <p:spPr>
          <a:xfrm>
            <a:off x="768096" y="5168188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57" name="TextBox 156"/>
          <p:cNvSpPr txBox="1"/>
          <p:nvPr/>
        </p:nvSpPr>
        <p:spPr>
          <a:xfrm>
            <a:off x="832103" y="4943246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58" name="Rectangle 157"/>
          <p:cNvSpPr/>
          <p:nvPr/>
        </p:nvSpPr>
        <p:spPr>
          <a:xfrm>
            <a:off x="768096" y="5168188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3163824" y="5168188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960907" y="5168188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1" name="Connector 160"/>
          <p:cNvCxnSpPr/>
          <p:nvPr/>
        </p:nvCxnSpPr>
        <p:spPr>
          <a:xfrm>
            <a:off x="768096" y="5393131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62" name="TextBox 161"/>
          <p:cNvSpPr txBox="1"/>
          <p:nvPr/>
        </p:nvSpPr>
        <p:spPr>
          <a:xfrm>
            <a:off x="832103" y="5168188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63" name="Rectangle 162"/>
          <p:cNvSpPr/>
          <p:nvPr/>
        </p:nvSpPr>
        <p:spPr>
          <a:xfrm>
            <a:off x="768096" y="5393131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3163824" y="5393131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7960907" y="5393131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66" name="Connector 165"/>
          <p:cNvCxnSpPr/>
          <p:nvPr/>
        </p:nvCxnSpPr>
        <p:spPr>
          <a:xfrm>
            <a:off x="768096" y="5618073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67" name="TextBox 166"/>
          <p:cNvSpPr txBox="1"/>
          <p:nvPr/>
        </p:nvSpPr>
        <p:spPr>
          <a:xfrm>
            <a:off x="832103" y="5393131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68" name="Rectangle 167"/>
          <p:cNvSpPr/>
          <p:nvPr/>
        </p:nvSpPr>
        <p:spPr>
          <a:xfrm>
            <a:off x="768096" y="5618073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3163824" y="5618073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960907" y="5618073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1" name="Connector 170"/>
          <p:cNvCxnSpPr/>
          <p:nvPr/>
        </p:nvCxnSpPr>
        <p:spPr>
          <a:xfrm>
            <a:off x="768096" y="5843016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72" name="TextBox 171"/>
          <p:cNvSpPr txBox="1"/>
          <p:nvPr/>
        </p:nvSpPr>
        <p:spPr>
          <a:xfrm>
            <a:off x="832103" y="5618073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73" name="Rectangle 172"/>
          <p:cNvSpPr/>
          <p:nvPr/>
        </p:nvSpPr>
        <p:spPr>
          <a:xfrm>
            <a:off x="768096" y="5843016"/>
            <a:ext cx="2395728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3163824" y="5843016"/>
            <a:ext cx="5669280" cy="224942"/>
          </a:xfrm>
          <a:prstGeom prst="rect">
            <a:avLst/>
          </a:prstGeom>
          <a:solidFill>
            <a:srgbClr val="F4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7960907" y="5843016"/>
            <a:ext cx="872196" cy="224942"/>
          </a:xfrm>
          <a:prstGeom prst="rect">
            <a:avLst/>
          </a:prstGeom>
          <a:solidFill>
            <a:srgbClr val="ECF2E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76" name="Connector 175"/>
          <p:cNvCxnSpPr/>
          <p:nvPr/>
        </p:nvCxnSpPr>
        <p:spPr>
          <a:xfrm>
            <a:off x="768096" y="6067958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77" name="TextBox 176"/>
          <p:cNvSpPr txBox="1"/>
          <p:nvPr/>
        </p:nvSpPr>
        <p:spPr>
          <a:xfrm>
            <a:off x="832103" y="5843016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sp>
        <p:nvSpPr>
          <p:cNvPr id="178" name="Rectangle 177"/>
          <p:cNvSpPr/>
          <p:nvPr/>
        </p:nvSpPr>
        <p:spPr>
          <a:xfrm>
            <a:off x="768096" y="6067958"/>
            <a:ext cx="2395728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3163824" y="6067958"/>
            <a:ext cx="5669280" cy="224942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960907" y="6067958"/>
            <a:ext cx="872196" cy="224942"/>
          </a:xfrm>
          <a:prstGeom prst="rect">
            <a:avLst/>
          </a:prstGeom>
          <a:solidFill>
            <a:srgbClr val="F0F5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81" name="Connector 180"/>
          <p:cNvCxnSpPr/>
          <p:nvPr/>
        </p:nvCxnSpPr>
        <p:spPr>
          <a:xfrm>
            <a:off x="768096" y="6292900"/>
            <a:ext cx="8065008" cy="0"/>
          </a:xfrm>
          <a:prstGeom prst="line">
            <a:avLst/>
          </a:prstGeom>
          <a:ln w="5334">
            <a:solidFill>
              <a:srgbClr val="E6E4DE"/>
            </a:solidFill>
          </a:ln>
          <a:effectLst/>
        </p:spPr>
      </p:cxnSp>
      <p:sp>
        <p:nvSpPr>
          <p:cNvPr id="182" name="TextBox 181"/>
          <p:cNvSpPr txBox="1"/>
          <p:nvPr/>
        </p:nvSpPr>
        <p:spPr>
          <a:xfrm>
            <a:off x="832103" y="6067958"/>
            <a:ext cx="2286000" cy="22494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5" b="0" i="0">
                <a:solidFill>
                  <a:srgbClr val="353A42"/>
                </a:solidFill>
                <a:latin typeface="Arial"/>
              </a:rPr>
              <a:t/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3163824" y="2112264"/>
            <a:ext cx="0" cy="4180636"/>
          </a:xfrm>
          <a:prstGeom prst="line">
            <a:avLst/>
          </a:prstGeom>
          <a:ln w="9906">
            <a:solidFill>
              <a:srgbClr val="BDBAB3"/>
            </a:solidFill>
          </a:ln>
          <a:effectLst/>
        </p:spPr>
      </p:cxnSp>
      <p:cxnSp>
        <p:nvCxnSpPr>
          <p:cNvPr id="184" name="Connector 183"/>
          <p:cNvCxnSpPr/>
          <p:nvPr/>
        </p:nvCxnSpPr>
        <p:spPr>
          <a:xfrm>
            <a:off x="3599922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85" name="Connector 184"/>
          <p:cNvCxnSpPr/>
          <p:nvPr/>
        </p:nvCxnSpPr>
        <p:spPr>
          <a:xfrm>
            <a:off x="4036020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86" name="Connector 185"/>
          <p:cNvCxnSpPr/>
          <p:nvPr/>
        </p:nvCxnSpPr>
        <p:spPr>
          <a:xfrm>
            <a:off x="4472119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87" name="Connector 186"/>
          <p:cNvCxnSpPr/>
          <p:nvPr/>
        </p:nvCxnSpPr>
        <p:spPr>
          <a:xfrm>
            <a:off x="4908217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88" name="Connector 187"/>
          <p:cNvCxnSpPr/>
          <p:nvPr/>
        </p:nvCxnSpPr>
        <p:spPr>
          <a:xfrm>
            <a:off x="5344316" y="2112264"/>
            <a:ext cx="0" cy="4180636"/>
          </a:xfrm>
          <a:prstGeom prst="line">
            <a:avLst/>
          </a:prstGeom>
          <a:ln w="9906">
            <a:solidFill>
              <a:srgbClr val="BDBAB3"/>
            </a:solidFill>
          </a:ln>
          <a:effectLst/>
        </p:spPr>
      </p:cxnSp>
      <p:cxnSp>
        <p:nvCxnSpPr>
          <p:cNvPr id="189" name="Connector 188"/>
          <p:cNvCxnSpPr/>
          <p:nvPr/>
        </p:nvCxnSpPr>
        <p:spPr>
          <a:xfrm>
            <a:off x="5780414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90" name="Connector 189"/>
          <p:cNvCxnSpPr/>
          <p:nvPr/>
        </p:nvCxnSpPr>
        <p:spPr>
          <a:xfrm>
            <a:off x="6216513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91" name="Connector 190"/>
          <p:cNvCxnSpPr/>
          <p:nvPr/>
        </p:nvCxnSpPr>
        <p:spPr>
          <a:xfrm>
            <a:off x="6652611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92" name="Connector 191"/>
          <p:cNvCxnSpPr/>
          <p:nvPr/>
        </p:nvCxnSpPr>
        <p:spPr>
          <a:xfrm>
            <a:off x="7088710" y="2112264"/>
            <a:ext cx="0" cy="4180636"/>
          </a:xfrm>
          <a:prstGeom prst="line">
            <a:avLst/>
          </a:prstGeom>
          <a:ln w="9906">
            <a:solidFill>
              <a:srgbClr val="BDBAB3"/>
            </a:solidFill>
          </a:ln>
          <a:effectLst/>
        </p:spPr>
      </p:cxnSp>
      <p:cxnSp>
        <p:nvCxnSpPr>
          <p:cNvPr id="193" name="Connector 192"/>
          <p:cNvCxnSpPr/>
          <p:nvPr/>
        </p:nvCxnSpPr>
        <p:spPr>
          <a:xfrm>
            <a:off x="7524808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94" name="Connector 193"/>
          <p:cNvCxnSpPr/>
          <p:nvPr/>
        </p:nvCxnSpPr>
        <p:spPr>
          <a:xfrm>
            <a:off x="7960907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95" name="Connector 194"/>
          <p:cNvCxnSpPr/>
          <p:nvPr/>
        </p:nvCxnSpPr>
        <p:spPr>
          <a:xfrm>
            <a:off x="8397005" y="2112264"/>
            <a:ext cx="0" cy="4180636"/>
          </a:xfrm>
          <a:prstGeom prst="line">
            <a:avLst/>
          </a:prstGeom>
          <a:ln w="4191">
            <a:solidFill>
              <a:srgbClr val="E6E4DE"/>
            </a:solidFill>
          </a:ln>
          <a:effectLst/>
        </p:spPr>
      </p:cxnSp>
      <p:cxnSp>
        <p:nvCxnSpPr>
          <p:cNvPr id="196" name="Connector 195"/>
          <p:cNvCxnSpPr/>
          <p:nvPr/>
        </p:nvCxnSpPr>
        <p:spPr>
          <a:xfrm>
            <a:off x="8833104" y="2112264"/>
            <a:ext cx="0" cy="4180636"/>
          </a:xfrm>
          <a:prstGeom prst="line">
            <a:avLst/>
          </a:prstGeom>
          <a:ln w="9906">
            <a:solidFill>
              <a:srgbClr val="BDBAB3"/>
            </a:solidFill>
          </a:ln>
          <a:effectLst/>
        </p:spPr>
      </p:cxnSp>
      <p:sp>
        <p:nvSpPr>
          <p:cNvPr id="197" name="Rectangle 196"/>
          <p:cNvSpPr/>
          <p:nvPr/>
        </p:nvSpPr>
        <p:spPr>
          <a:xfrm>
            <a:off x="329184" y="2468880"/>
            <a:ext cx="438912" cy="2024481"/>
          </a:xfrm>
          <a:prstGeom prst="rect">
            <a:avLst/>
          </a:prstGeom>
          <a:solidFill>
            <a:srgbClr val="4B3B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 rot="16200000">
            <a:off x="-427024" y="3279952"/>
            <a:ext cx="1951329" cy="40233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5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99" name="Rectangle 198"/>
          <p:cNvSpPr/>
          <p:nvPr/>
        </p:nvSpPr>
        <p:spPr>
          <a:xfrm>
            <a:off x="329184" y="4493361"/>
            <a:ext cx="438912" cy="674827"/>
          </a:xfrm>
          <a:prstGeom prst="rect">
            <a:avLst/>
          </a:prstGeom>
          <a:solidFill>
            <a:srgbClr val="6B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 rot="16200000">
            <a:off x="247802" y="4629607"/>
            <a:ext cx="601675" cy="40233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55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01" name="Rectangle 200"/>
          <p:cNvSpPr/>
          <p:nvPr/>
        </p:nvSpPr>
        <p:spPr>
          <a:xfrm>
            <a:off x="329184" y="5168188"/>
            <a:ext cx="438912" cy="1124712"/>
          </a:xfrm>
          <a:prstGeom prst="rect">
            <a:avLst/>
          </a:prstGeom>
          <a:solidFill>
            <a:srgbClr val="B07C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 rot="16200000">
            <a:off x="22860" y="5529376"/>
            <a:ext cx="1051560" cy="40233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625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cxnSp>
        <p:nvCxnSpPr>
          <p:cNvPr id="203" name="Connector 202"/>
          <p:cNvCxnSpPr/>
          <p:nvPr/>
        </p:nvCxnSpPr>
        <p:spPr>
          <a:xfrm>
            <a:off x="329184" y="4493361"/>
            <a:ext cx="8503920" cy="0"/>
          </a:xfrm>
          <a:prstGeom prst="line">
            <a:avLst/>
          </a:prstGeom>
          <a:ln w="12700">
            <a:solidFill>
              <a:srgbClr val="BDBAB3"/>
            </a:solidFill>
          </a:ln>
          <a:effectLst/>
        </p:spPr>
      </p:cxnSp>
      <p:cxnSp>
        <p:nvCxnSpPr>
          <p:cNvPr id="204" name="Connector 203"/>
          <p:cNvCxnSpPr/>
          <p:nvPr/>
        </p:nvCxnSpPr>
        <p:spPr>
          <a:xfrm>
            <a:off x="329184" y="5168188"/>
            <a:ext cx="8503920" cy="0"/>
          </a:xfrm>
          <a:prstGeom prst="line">
            <a:avLst/>
          </a:prstGeom>
          <a:ln w="12700">
            <a:solidFill>
              <a:srgbClr val="BDBAB3"/>
            </a:solidFill>
          </a:ln>
          <a:effectLst/>
        </p:spPr>
      </p:cxnSp>
      <p:sp>
        <p:nvSpPr>
          <p:cNvPr id="205" name="Diamond 204"/>
          <p:cNvSpPr/>
          <p:nvPr/>
        </p:nvSpPr>
        <p:spPr>
          <a:xfrm>
            <a:off x="3320151" y="2519629"/>
            <a:ext cx="123444" cy="123444"/>
          </a:xfrm>
          <a:prstGeom prst="diamond">
            <a:avLst/>
          </a:prstGeom>
          <a:solidFill>
            <a:srgbClr val="3D69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6" name="Rectangle 205"/>
          <p:cNvSpPr/>
          <p:nvPr/>
        </p:nvSpPr>
        <p:spPr>
          <a:xfrm>
            <a:off x="3193084" y="2758287"/>
            <a:ext cx="4302463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3193084" y="2983230"/>
            <a:ext cx="4738561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3629183" y="3208172"/>
            <a:ext cx="3866364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4065281" y="3433114"/>
            <a:ext cx="3430266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4065281" y="3658057"/>
            <a:ext cx="3866364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964564" y="3658057"/>
            <a:ext cx="839278" cy="96012"/>
          </a:xfrm>
          <a:prstGeom prst="rect">
            <a:avLst/>
          </a:prstGeom>
          <a:solidFill>
            <a:srgbClr val="D8D2DA"/>
          </a:solidFill>
          <a:ln w="1270">
            <a:solidFill>
              <a:srgbClr val="D8D2D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4501380" y="3882999"/>
            <a:ext cx="3430266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5809675" y="4107942"/>
            <a:ext cx="2121970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5373577" y="4332884"/>
            <a:ext cx="2558069" cy="96012"/>
          </a:xfrm>
          <a:prstGeom prst="rect">
            <a:avLst/>
          </a:prstGeom>
          <a:solidFill>
            <a:srgbClr val="4B3B50"/>
          </a:solidFill>
          <a:ln w="1270">
            <a:solidFill>
              <a:srgbClr val="4B3B5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7964564" y="4332884"/>
            <a:ext cx="839278" cy="96012"/>
          </a:xfrm>
          <a:prstGeom prst="rect">
            <a:avLst/>
          </a:prstGeom>
          <a:solidFill>
            <a:srgbClr val="D8D2DA"/>
          </a:solidFill>
          <a:ln w="1270">
            <a:solidFill>
              <a:srgbClr val="D8D2DA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6" name="Rectangle 215"/>
          <p:cNvSpPr/>
          <p:nvPr/>
        </p:nvSpPr>
        <p:spPr>
          <a:xfrm>
            <a:off x="3193084" y="4557826"/>
            <a:ext cx="4302463" cy="96012"/>
          </a:xfrm>
          <a:prstGeom prst="rect">
            <a:avLst/>
          </a:prstGeom>
          <a:solidFill>
            <a:srgbClr val="6B7C86"/>
          </a:solidFill>
          <a:ln w="1270">
            <a:solidFill>
              <a:srgbClr val="6B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7" name="Rectangle 216"/>
          <p:cNvSpPr/>
          <p:nvPr/>
        </p:nvSpPr>
        <p:spPr>
          <a:xfrm>
            <a:off x="3629183" y="4782769"/>
            <a:ext cx="3866364" cy="96012"/>
          </a:xfrm>
          <a:prstGeom prst="rect">
            <a:avLst/>
          </a:prstGeom>
          <a:solidFill>
            <a:srgbClr val="6B7C86"/>
          </a:solidFill>
          <a:ln w="1270">
            <a:solidFill>
              <a:srgbClr val="6B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4065281" y="5007711"/>
            <a:ext cx="3866364" cy="96012"/>
          </a:xfrm>
          <a:prstGeom prst="rect">
            <a:avLst/>
          </a:prstGeom>
          <a:solidFill>
            <a:srgbClr val="6B7C86"/>
          </a:solidFill>
          <a:ln w="1270">
            <a:solidFill>
              <a:srgbClr val="6B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3193084" y="5232654"/>
            <a:ext cx="2121970" cy="96012"/>
          </a:xfrm>
          <a:prstGeom prst="rect">
            <a:avLst/>
          </a:prstGeom>
          <a:solidFill>
            <a:srgbClr val="EEE3D7"/>
          </a:solidFill>
          <a:ln w="6985">
            <a:solidFill>
              <a:srgbClr val="B07C4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3629183" y="5457596"/>
            <a:ext cx="3430266" cy="96012"/>
          </a:xfrm>
          <a:prstGeom prst="rect">
            <a:avLst/>
          </a:prstGeom>
          <a:solidFill>
            <a:srgbClr val="EEE3D7"/>
          </a:solidFill>
          <a:ln w="6985">
            <a:solidFill>
              <a:srgbClr val="B07C4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4065281" y="5682538"/>
            <a:ext cx="3430266" cy="96012"/>
          </a:xfrm>
          <a:prstGeom prst="rect">
            <a:avLst/>
          </a:prstGeom>
          <a:solidFill>
            <a:srgbClr val="EEE3D7"/>
          </a:solidFill>
          <a:ln w="6985">
            <a:solidFill>
              <a:srgbClr val="B07C4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5373577" y="5907481"/>
            <a:ext cx="2558069" cy="96012"/>
          </a:xfrm>
          <a:prstGeom prst="rect">
            <a:avLst/>
          </a:prstGeom>
          <a:solidFill>
            <a:srgbClr val="EEE3D7"/>
          </a:solidFill>
          <a:ln w="6985">
            <a:solidFill>
              <a:srgbClr val="B07C4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6681872" y="6132423"/>
            <a:ext cx="2121970" cy="96012"/>
          </a:xfrm>
          <a:prstGeom prst="rect">
            <a:avLst/>
          </a:prstGeom>
          <a:solidFill>
            <a:srgbClr val="EEE3D7"/>
          </a:solidFill>
          <a:ln w="6985">
            <a:solidFill>
              <a:srgbClr val="B07C45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4" name="Connector 223"/>
          <p:cNvCxnSpPr/>
          <p:nvPr/>
        </p:nvCxnSpPr>
        <p:spPr>
          <a:xfrm>
            <a:off x="7960907" y="2112264"/>
            <a:ext cx="0" cy="4235500"/>
          </a:xfrm>
          <a:prstGeom prst="line">
            <a:avLst/>
          </a:prstGeom>
          <a:ln w="13335">
            <a:solidFill>
              <a:srgbClr val="3D6956"/>
            </a:solidFill>
            <a:prstDash val="dash"/>
          </a:ln>
          <a:effectLst/>
        </p:spPr>
      </p:cxnSp>
      <p:sp>
        <p:nvSpPr>
          <p:cNvPr id="225" name="Diamond 224"/>
          <p:cNvSpPr/>
          <p:nvPr/>
        </p:nvSpPr>
        <p:spPr>
          <a:xfrm>
            <a:off x="7894613" y="6297930"/>
            <a:ext cx="132588" cy="132588"/>
          </a:xfrm>
          <a:prstGeom prst="diamond">
            <a:avLst/>
          </a:prstGeom>
          <a:solidFill>
            <a:srgbClr val="3D69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226" name="Connector 225"/>
          <p:cNvCxnSpPr/>
          <p:nvPr/>
        </p:nvCxnSpPr>
        <p:spPr>
          <a:xfrm>
            <a:off x="8027658" y="6364224"/>
            <a:ext cx="714006" cy="0"/>
          </a:xfrm>
          <a:prstGeom prst="line">
            <a:avLst/>
          </a:prstGeom>
          <a:ln w="13335">
            <a:solidFill>
              <a:srgbClr val="3D6956"/>
            </a:solidFill>
          </a:ln>
          <a:effectLst/>
        </p:spPr>
      </p:cxnSp>
      <p:sp>
        <p:nvSpPr>
          <p:cNvPr id="227" name="Isosceles Triangle 226"/>
          <p:cNvSpPr/>
          <p:nvPr/>
        </p:nvSpPr>
        <p:spPr>
          <a:xfrm rot="5400000">
            <a:off x="8700516" y="6324904"/>
            <a:ext cx="77724" cy="77724"/>
          </a:xfrm>
          <a:prstGeom prst="triangle">
            <a:avLst/>
          </a:prstGeom>
          <a:solidFill>
            <a:srgbClr val="3D69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8070635" y="6384340"/>
            <a:ext cx="749808" cy="96012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" b="1" i="0">
                <a:solidFill>
                  <a:srgbClr val="3D6956"/>
                </a:solidFill>
                <a:latin typeface="Arial"/>
              </a:rPr>
              <a:t/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338328" y="6661404"/>
            <a:ext cx="6217920" cy="105156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5" b="0" i="1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583680" y="6647688"/>
            <a:ext cx="2103120" cy="1280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545" b="0" i="1">
                <a:solidFill>
                  <a:srgbClr val="72777F"/>
                </a:solidFill>
                <a:latin typeface="Arial"/>
              </a:rPr>
              <a:t/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8723376" y="6684264"/>
            <a:ext cx="109728" cy="91440"/>
          </a:xfrm>
          <a:prstGeom prst="rect">
            <a:avLst/>
          </a:prstGeom>
          <a:noFill/>
          <a:effectLst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70" b="0" i="0">
                <a:solidFill>
                  <a:srgbClr val="72777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title>Timeline Format</dc:title>
</cp:coreProperties>
</file>