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25e071d96a41b5" /><Relationship Type="http://schemas.openxmlformats.org/officeDocument/2006/relationships/extended-properties" Target="/docProps/app.xml" Id="R72a97470e622468b" /><Relationship Type="http://schemas.openxmlformats.org/officeDocument/2006/relationships/officeDocument" Target="/ppt/presentation.xml" Id="Re502f5dcec254a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514ed1cde54f60"/>
  </p:sldMasterIdLst>
  <p:notesMasterIdLst>
    <p:notesMasterId xmlns:r="http://schemas.openxmlformats.org/officeDocument/2006/relationships" r:id="R4d320fcbcab54048"/>
  </p:notesMasterIdLst>
  <p:sldIdLst>
    <p:sldId xmlns:r="http://schemas.openxmlformats.org/officeDocument/2006/relationships" id="256" r:id="Rbfd969c5f32f46b9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a0d700e72c4d17" /><Relationship Type="http://schemas.openxmlformats.org/officeDocument/2006/relationships/slideMaster" Target="/ppt/slideMasters/slideMaster1.xml" Id="R1a514ed1cde54f60" /><Relationship Type="http://schemas.openxmlformats.org/officeDocument/2006/relationships/notesMaster" Target="/ppt/notesMasters/notesMaster1.xml" Id="R4d320fcbcab54048" /><Relationship Type="http://schemas.openxmlformats.org/officeDocument/2006/relationships/presProps" Target="/ppt/presProps.xml" Id="R92b5c95153c5425d" /><Relationship Type="http://schemas.openxmlformats.org/officeDocument/2006/relationships/viewProps" Target="/ppt/viewProps.xml" Id="R114add07160040c1" /><Relationship Type="http://schemas.openxmlformats.org/officeDocument/2006/relationships/tableStyles" Target="/ppt/tableStyles.xml" Id="R133f093e449749b3" /><Relationship Type="http://schemas.openxmlformats.org/officeDocument/2006/relationships/slide" Target="/ppt/slides/slide1.xml" Id="Rbfd969c5f32f46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f4ce501f0549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cde134146e462e" /><Relationship Type="http://schemas.openxmlformats.org/officeDocument/2006/relationships/notesMaster" Target="/ppt/notesMasters/notesMaster1.xml" Id="Rf20d1738540147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1690353de43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91dd8c1ab4f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1ef95eeca42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a789cc5e446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5e326182442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90cc8d36d460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1e1f890224cf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db12ce9e9461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170e793394a1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f5dbc6f7f4c0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e41b2c2b0473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2573A8-E63C-4D17-B272-92A01BD445A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AD53DDA-078A-4810-A7C7-F3AD0B3F37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02B9CE-33A8-4998-85CA-825518F089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/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CD8A20-19C2-41EB-B189-268E1A398A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E46E83-565B-4A87-8B9C-587F8EE41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/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4042C3-257B-400C-B85F-60DFD65648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E274F0-3F4B-4567-8F09-AAF7DCF0C4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526EB7-F34E-443E-9E90-EB657E57B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/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236D71-61D2-4296-8667-91153D955A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B1F4E2-EF1D-44C8-B0BF-BED8AA1B30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/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6D136B-5C3C-422F-958A-451DE406C5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01DB099-48F0-4F64-958F-B46B2765D1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F922E7-AD1E-42A9-9E21-BFEC92F066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/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B949F8-4D4D-4231-A935-A2D2DB0975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FA3197-B11A-4B8D-8CEE-C5D5BADD07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/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AD4F40-9A22-41B6-B48A-0179AFE1C1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2B0231-A2F5-4BF1-A733-600C95F233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547ADCE-E3D1-49A5-9B5D-35A4FB8DB2E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FE2D4D9-F542-4C07-BCA2-D6429536E5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/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239D0F-A97C-46A1-AE8D-CD02454A64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13DDF75-449D-4E3C-B9BB-86DC7BF365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/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F6B108-7DC4-4F9F-938F-DDAC8F3FDD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C3F5C4-CB53-4005-84A5-3FC24BC0AE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2392C73-5C75-44FD-BB82-3A90DBACB1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A0AEEFD-C276-4FCD-B970-B50272505C2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F17AA58-9217-40DA-AE82-F89486F04CB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20A3490-2B97-47C6-882E-D4089112ED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/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43B0972-D5C7-4C1C-B972-8FF0D252FE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76CC9B2-93C4-41E1-A54C-EC293668F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/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16ECB0-1471-42C3-895B-5823270611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30554B1-E27F-4AB5-9EE8-2444CB2E49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/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A22BB91-3EF7-4020-A055-766E5B9888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22B3433-9CA6-408D-AE4E-3ACEF63DA0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/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2CDF7A2-9B04-4BE6-98B7-C4506F0B05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/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BF73EB9-C4F4-4B0B-B005-6B6EFCF07E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75CA99A-BED6-4A9C-916C-9A7011437F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/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AAFB10-F818-4134-A8A8-10A955342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D02F2D-2416-4CD1-8698-284A56B813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9A52C9F-AE4C-452A-9D4F-FA605325C1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3E8459E-652E-443E-9F0D-67822FB63E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/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63EA9D2-F47F-451A-A4F2-514284AD45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8DDF7DD-D521-4BA4-A0BE-43C3EA8738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/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88436A-6663-44D9-AE7F-082976BCC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995E900-1891-4B9B-A9E7-7001590B0A6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1F0F6F1-616C-4FBF-A097-232EE845C5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B3C4F11-5DDF-443A-9FAD-087BA5558E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/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3333060-57BF-4786-8488-74F6CC5DF0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FC5835A-B2CD-4A0C-A300-D2F47AB237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/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ECEA89-2726-43F7-8D1C-4F69C5D412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E2CCBA-1DDC-4BBC-9F11-3D5936BA4B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4D1BAD-3DC3-491B-A96D-9E098BCBC9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/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3A37F89-126F-4B0B-BE6A-5CC785BD56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BEB7AC-3480-4D6C-97C6-FD700E08B8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/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FB6152A-0183-49E5-8381-8333431BE6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6B1183D-CE32-451D-A76C-374F6133CE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23CAC4-BC42-4077-AD13-D2D92DCAB0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/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76DFAE-8652-4E82-AEE2-30A49FB523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99D908-4C9C-4617-86ED-CCD013B65D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/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26bb519ec64ac8" /><Relationship Type="http://schemas.openxmlformats.org/officeDocument/2006/relationships/slideLayout" Target="/ppt/slideLayouts/slideLayout1.xml" Id="Rad9636379e8f453c" /><Relationship Type="http://schemas.openxmlformats.org/officeDocument/2006/relationships/slideLayout" Target="/ppt/slideLayouts/slideLayout2.xml" Id="R4acace5ecf294401" /><Relationship Type="http://schemas.openxmlformats.org/officeDocument/2006/relationships/slideLayout" Target="/ppt/slideLayouts/slideLayout3.xml" Id="R4d0c79c33600450d" /><Relationship Type="http://schemas.openxmlformats.org/officeDocument/2006/relationships/slideLayout" Target="/ppt/slideLayouts/slideLayout4.xml" Id="Reabbfb3beaad45ca" /><Relationship Type="http://schemas.openxmlformats.org/officeDocument/2006/relationships/slideLayout" Target="/ppt/slideLayouts/slideLayout5.xml" Id="Ra24f067186704920" /><Relationship Type="http://schemas.openxmlformats.org/officeDocument/2006/relationships/slideLayout" Target="/ppt/slideLayouts/slideLayout6.xml" Id="R175efb4f81414be6" /><Relationship Type="http://schemas.openxmlformats.org/officeDocument/2006/relationships/slideLayout" Target="/ppt/slideLayouts/slideLayout7.xml" Id="Rc9ed858f3c8c49d0" /><Relationship Type="http://schemas.openxmlformats.org/officeDocument/2006/relationships/slideLayout" Target="/ppt/slideLayouts/slideLayout8.xml" Id="R1c7997c2c4124581" /><Relationship Type="http://schemas.openxmlformats.org/officeDocument/2006/relationships/slideLayout" Target="/ppt/slideLayouts/slideLayout9.xml" Id="R35df2e33ed52401f" /><Relationship Type="http://schemas.openxmlformats.org/officeDocument/2006/relationships/slideLayout" Target="/ppt/slideLayouts/slideLayout10.xml" Id="R8e88a6cac2a04eca" /><Relationship Type="http://schemas.openxmlformats.org/officeDocument/2006/relationships/slideLayout" Target="/ppt/slideLayouts/slideLayout11.xml" Id="R359bc2fe6859446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44A88D4-A33A-4D29-855E-7BD0A20AB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12BA0FE-5E28-495D-B7C1-4D6203BAC2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300934-F23F-4B39-9ACB-B80E428EC06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/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6F91FA2-2CE5-4576-A920-5151D9A3F58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30D5B9-1E10-403F-B862-E5414E2D42C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9636379e8f453c"/>
    <p:sldLayoutId xmlns:r="http://schemas.openxmlformats.org/officeDocument/2006/relationships" id="2147483650" r:id="R4acace5ecf294401"/>
    <p:sldLayoutId xmlns:r="http://schemas.openxmlformats.org/officeDocument/2006/relationships" id="2147483651" r:id="R4d0c79c33600450d"/>
    <p:sldLayoutId xmlns:r="http://schemas.openxmlformats.org/officeDocument/2006/relationships" id="2147483652" r:id="Reabbfb3beaad45ca"/>
    <p:sldLayoutId xmlns:r="http://schemas.openxmlformats.org/officeDocument/2006/relationships" id="2147483653" r:id="Ra24f067186704920"/>
    <p:sldLayoutId xmlns:r="http://schemas.openxmlformats.org/officeDocument/2006/relationships" id="2147483654" r:id="R175efb4f81414be6"/>
    <p:sldLayoutId xmlns:r="http://schemas.openxmlformats.org/officeDocument/2006/relationships" id="2147483655" r:id="Rc9ed858f3c8c49d0"/>
    <p:sldLayoutId xmlns:r="http://schemas.openxmlformats.org/officeDocument/2006/relationships" id="2147483656" r:id="R1c7997c2c4124581"/>
    <p:sldLayoutId xmlns:r="http://schemas.openxmlformats.org/officeDocument/2006/relationships" id="2147483657" r:id="R35df2e33ed52401f"/>
    <p:sldLayoutId xmlns:r="http://schemas.openxmlformats.org/officeDocument/2006/relationships" id="2147483658" r:id="R8e88a6cac2a04eca"/>
    <p:sldLayoutId xmlns:r="http://schemas.openxmlformats.org/officeDocument/2006/relationships" id="2147483659" r:id="R359bc2fe6859446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276041fc244bf8" /><Relationship Type="http://schemas.openxmlformats.org/officeDocument/2006/relationships/notesSlide" Target="/ppt/notesSlides/notesSlide1.xml" Id="R272a48c8332249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E585B3C-E933-4C5E-8618-ACA2FE41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4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66C606-C294-4078-B546-23D6E6A7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55448"/>
            <a:ext cx="8458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2D394A"/>
                </a:solidFill>
                <a:latin typeface="Georgia"/>
                <a:ea typeface="Georgia"/>
                <a:cs typeface="Georgia"/>
              </a:rPr>
              <a:t/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F8DB27D-4AD0-4A4D-AAD2-FDF009D7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621792"/>
            <a:ext cx="8412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4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  <a:r>
              <a:rPr sz="1040" b="1" i="0">
                <a:solidFill>
                  <a:srgbClr val="3D6956"/>
                </a:solidFill>
                <a:latin typeface="Arial"/>
                <a:ea typeface="Arial"/>
                <a:cs typeface="Arial"/>
              </a:rPr>
              <a:t/>
            </a:r>
            <a:r>
              <a:rPr sz="104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6B7581-C18F-4D28-9267-474A3B75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932688"/>
            <a:ext cx="786384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94A"/>
          </a:solidFill>
          <a:ln xmlns:a="http://schemas.openxmlformats.org/drawingml/2006/main" w="3175">
            <a:solidFill>
              <a:srgbClr val="2D394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251355-BA2A-4B60-AF88-9C216F1D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932688"/>
            <a:ext cx="78638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405F3C-3A2B-4108-B254-5B068287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932688"/>
            <a:ext cx="1543507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4445">
            <a:solidFill>
              <a:srgbClr val="BDB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1DEC864-546F-4B90-A626-2F215CD5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932688"/>
            <a:ext cx="1543507" cy="23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F124D8D-4B04-4D68-8E5E-B1D23377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" y="1001268"/>
            <a:ext cx="137891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1" i="0">
                <a:solidFill>
                  <a:srgbClr val="2D394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6FD41C5-C9EA-4639-BA02-EFC325E8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" y="1147572"/>
            <a:ext cx="137891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C246FE8-A89A-4F7D-B9A7-75578C54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075" y="932688"/>
            <a:ext cx="1543507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4445">
            <a:solidFill>
              <a:srgbClr val="BDB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848767B-9124-4110-B26F-32601760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075" y="932688"/>
            <a:ext cx="1543507" cy="23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6FE8B6F-5431-48D6-BA1F-F9EB0C4C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371" y="1001268"/>
            <a:ext cx="137891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1" i="0">
                <a:solidFill>
                  <a:srgbClr val="2D394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65AB7CC-D9B6-4752-B9A1-7816A753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371" y="1147572"/>
            <a:ext cx="137891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986AAA2-A25E-4B60-B431-195894CE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82" y="932688"/>
            <a:ext cx="1543507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4445">
            <a:solidFill>
              <a:srgbClr val="BDB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DD3A0BF-42D7-4C9C-B725-7C54D132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82" y="932688"/>
            <a:ext cx="1543507" cy="23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06CD69C-7D17-471F-99B2-61B50690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878" y="1001268"/>
            <a:ext cx="137891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1" i="0">
                <a:solidFill>
                  <a:srgbClr val="2D394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52D2CE-3414-4DFF-ABEF-245A7A18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878" y="1147572"/>
            <a:ext cx="137891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CD8DD7A-2F7B-48F0-99AA-A5446943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089" y="932688"/>
            <a:ext cx="1543507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4445">
            <a:solidFill>
              <a:srgbClr val="BDB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455E35A-716B-40DA-8691-70758F5D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089" y="932688"/>
            <a:ext cx="1543507" cy="23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D63FAF9-34D1-435E-BE44-491E5041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385" y="1001268"/>
            <a:ext cx="137891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1" i="0">
                <a:solidFill>
                  <a:srgbClr val="2D394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D377635-3D59-49A7-8161-3AF3869D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385" y="1147572"/>
            <a:ext cx="137891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F9ED4FB-4CEB-4E05-899B-AFB34B1A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596" y="932688"/>
            <a:ext cx="1543507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A"/>
          </a:solidFill>
          <a:ln xmlns:a="http://schemas.openxmlformats.org/drawingml/2006/main" w="4445">
            <a:solidFill>
              <a:srgbClr val="BDB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8C31DAD-5F45-4DA9-ABD9-BC745BEA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596" y="932688"/>
            <a:ext cx="1543507" cy="23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95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A3E6339-1177-4B63-8239-F32C6239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1892" y="1001268"/>
            <a:ext cx="137891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1" i="0">
                <a:solidFill>
                  <a:srgbClr val="3D695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33DD3A9-0F9F-42AC-A7AD-5FA7B712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1892" y="1147572"/>
            <a:ext cx="137891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884DC17-1612-4E4A-B9F7-B1995D0D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609344"/>
            <a:ext cx="43891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94A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00E53BA-9836-4190-9535-C5CCE4B4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609344"/>
            <a:ext cx="438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4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7C867DB-E806-43DF-B69D-00CE4632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609344"/>
            <a:ext cx="2395728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94A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EFD570-7B7D-48FD-93F6-337EFCB1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09344"/>
            <a:ext cx="22494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C07DAC7C-D780-43F2-85F0-2D202001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1609344"/>
            <a:ext cx="56692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DB1A7165-9E56-4A73-9C03-781D2C7C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1609344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9AFAC22-4CE4-4A23-B44A-BC8E3931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883664"/>
            <a:ext cx="28346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4445">
            <a:solidFill>
              <a:srgbClr val="BDB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A654416-8779-4271-9CEC-7F323594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1883664"/>
            <a:ext cx="218049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4445">
            <a:solidFill>
              <a:srgbClr val="BDB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EDF4E0B-8C6E-4C19-995F-BB96DB0F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1883664"/>
            <a:ext cx="21804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80" b="1" i="0">
                <a:solidFill>
                  <a:srgbClr val="2D394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F53E608-E971-4A01-830B-43F37601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316" y="1883664"/>
            <a:ext cx="174439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4445">
            <a:solidFill>
              <a:srgbClr val="BDB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5C066F67-84B3-4392-AD40-DC3ACF97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316" y="1883664"/>
            <a:ext cx="174439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80" b="1" i="0">
                <a:solidFill>
                  <a:srgbClr val="2D394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555E05E4-4BCE-47BC-A776-5370CEEF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710" y="1883664"/>
            <a:ext cx="174439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4445">
            <a:solidFill>
              <a:srgbClr val="BDB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24AFA08-9A83-44FE-B95F-AB5B9AC8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710" y="1883664"/>
            <a:ext cx="174439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80" b="1" i="0">
                <a:solidFill>
                  <a:srgbClr val="2D394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46A1833-7096-46ED-939C-68C634C0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112264"/>
            <a:ext cx="438912" cy="3566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 w="4445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02E015ED-9ECC-45A6-87B1-1ED8F3E8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29184" y="2112264"/>
            <a:ext cx="43891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30" b="1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770BF4C-3E8A-4439-B882-EDED27BE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12264"/>
            <a:ext cx="239572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 w="4445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330BE059-9735-41B7-8839-D67DA636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299716"/>
            <a:ext cx="239572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 w="4445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A187EDF-D58C-4E8C-9937-CEABD16A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112264"/>
            <a:ext cx="2249424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90" b="1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F58CCA44-209F-47B0-9FA7-CCBD3AD9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299716"/>
            <a:ext cx="2249424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BF3A1ADD-7317-434F-9DA3-44BF18B6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B5AE02C8-A3B9-43FC-AFBB-D5BF79D3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644FBC54-9149-4428-B519-BC9CC3D3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E0788DE-C56D-44C2-A1F9-7EFCCDFE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54BDD595-B80E-48D1-B57F-48FFCA63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22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BBCA1532-2E4B-4966-8286-C0A423A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22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A0D5162-762B-4121-B3BE-CA34CF89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22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CAC434C-B194-450A-AF6A-00027226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22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0D49301F-70AD-4295-AAFE-39722EDD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020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3FDB41E9-9153-46F4-AB8C-A146209B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020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AB45C71C-3A8C-4E7E-A0D4-E9057C8E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020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E0F8BD9B-2622-4B4C-BE2C-CB0E872F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020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96D79C0A-EA66-4BB3-A483-E8449329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119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7E2527C9-3920-41B6-BAD3-4C6CEA44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119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9F1CAA55-CAC6-4711-BA3D-CC34170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119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730DF1EC-868B-40E7-9CFD-DE5D480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119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01A925FF-0B11-4037-A987-28AEDF28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217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1D60C321-8F64-42EF-B49C-C7A9088A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217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98542CF4-B4BD-4D08-A26C-86A30A79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217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4BD09585-0278-42E4-AB32-C2D813ED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217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6" name="Rectangle 65">
            <a:extLst xmlns:a="http://schemas.openxmlformats.org/drawingml/2006/main">
              <a:ext uri="{FF2B5EF4-FFF2-40B4-BE49-F238E27FC236}">
                <a16:creationId xmlns:a16="http://schemas.microsoft.com/office/drawing/2014/main" id="{08F2C38C-6A0E-4F0F-BE48-28F60904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316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90E0677F-1322-4B67-ABB8-44A3534B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316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AC1276EF-9AE2-44DF-AC95-D73A079C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316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7913B6F8-09AE-4E69-9E54-E7E02CA2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316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B3E2F7DB-3FAE-48D8-B7F8-BDEB9D60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414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1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684F2780-D599-49A5-985F-50CA455A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414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49D6F710-0DE9-4D26-87D5-7A717CBE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414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BC4EE336-FEDF-4B58-B864-0F9DAD55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414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169A7827-5934-44E0-B0C5-93426B36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513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5" name="Rectangle 74">
            <a:extLst xmlns:a="http://schemas.openxmlformats.org/drawingml/2006/main">
              <a:ext uri="{FF2B5EF4-FFF2-40B4-BE49-F238E27FC236}">
                <a16:creationId xmlns:a16="http://schemas.microsoft.com/office/drawing/2014/main" id="{46FDBFB0-7514-4B04-A45F-A326C791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513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2C4AD19F-25C9-4606-9559-CAD6AB92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513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58167835-4435-424D-AB4C-F7913E7A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513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DB288762-94FB-4B8D-BCAD-7DCA40E1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611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9DCFE7A9-0851-41DE-9235-7E7D536F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611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475821B8-4F49-42FB-AF51-10F5A9DF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611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925ADE26-2AD3-436F-864B-679329A5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611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979D993E-784F-4E2E-BB24-4175F381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710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Rectangle 82">
            <a:extLst xmlns:a="http://schemas.openxmlformats.org/drawingml/2006/main">
              <a:ext uri="{FF2B5EF4-FFF2-40B4-BE49-F238E27FC236}">
                <a16:creationId xmlns:a16="http://schemas.microsoft.com/office/drawing/2014/main" id="{CCCE7726-8E45-4C27-9D5D-EC8A4D1B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710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9F79CDA2-52C3-4507-AD96-95342858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710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5" name="TextBox 84">
            <a:extLst xmlns:a="http://schemas.openxmlformats.org/drawingml/2006/main">
              <a:ext uri="{FF2B5EF4-FFF2-40B4-BE49-F238E27FC236}">
                <a16:creationId xmlns:a16="http://schemas.microsoft.com/office/drawing/2014/main" id="{38675A87-E763-40B1-B6D7-A025A662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710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6" name="Rectangle 85">
            <a:extLst xmlns:a="http://schemas.openxmlformats.org/drawingml/2006/main">
              <a:ext uri="{FF2B5EF4-FFF2-40B4-BE49-F238E27FC236}">
                <a16:creationId xmlns:a16="http://schemas.microsoft.com/office/drawing/2014/main" id="{C8F8FF7F-0907-4B96-A993-B74BE7C2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808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7" name="Rectangle 86">
            <a:extLst xmlns:a="http://schemas.openxmlformats.org/drawingml/2006/main">
              <a:ext uri="{FF2B5EF4-FFF2-40B4-BE49-F238E27FC236}">
                <a16:creationId xmlns:a16="http://schemas.microsoft.com/office/drawing/2014/main" id="{15E123BF-AFCA-44EC-8CAB-741F9AC2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808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BC2E677A-6B18-4D0C-962C-B0911CA5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808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9" name="TextBox 88">
            <a:extLst xmlns:a="http://schemas.openxmlformats.org/drawingml/2006/main">
              <a:ext uri="{FF2B5EF4-FFF2-40B4-BE49-F238E27FC236}">
                <a16:creationId xmlns:a16="http://schemas.microsoft.com/office/drawing/2014/main" id="{FBA60268-81A6-4EB6-8F23-2561AF9C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808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0" name="Rectangle 89">
            <a:extLst xmlns:a="http://schemas.openxmlformats.org/drawingml/2006/main">
              <a:ext uri="{FF2B5EF4-FFF2-40B4-BE49-F238E27FC236}">
                <a16:creationId xmlns:a16="http://schemas.microsoft.com/office/drawing/2014/main" id="{8CEF0640-A605-4C86-B095-9E1D5EE2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A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1" name="Rectangle 90">
            <a:extLst xmlns:a="http://schemas.openxmlformats.org/drawingml/2006/main">
              <a:ext uri="{FF2B5EF4-FFF2-40B4-BE49-F238E27FC236}">
                <a16:creationId xmlns:a16="http://schemas.microsoft.com/office/drawing/2014/main" id="{5FA24D7B-203D-443A-9EB0-837C8DA4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A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2" name="TextBox 91">
            <a:extLst xmlns:a="http://schemas.openxmlformats.org/drawingml/2006/main">
              <a:ext uri="{FF2B5EF4-FFF2-40B4-BE49-F238E27FC236}">
                <a16:creationId xmlns:a16="http://schemas.microsoft.com/office/drawing/2014/main" id="{65ABAC93-5654-4393-B2DF-203FB569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D695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3" name="TextBox 92">
            <a:extLst xmlns:a="http://schemas.openxmlformats.org/drawingml/2006/main">
              <a:ext uri="{FF2B5EF4-FFF2-40B4-BE49-F238E27FC236}">
                <a16:creationId xmlns:a16="http://schemas.microsoft.com/office/drawing/2014/main" id="{A033DF4D-D10F-4674-9D9C-69BB1193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1" i="0">
                <a:solidFill>
                  <a:srgbClr val="3D695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4" name="Rectangle 93">
            <a:extLst xmlns:a="http://schemas.openxmlformats.org/drawingml/2006/main">
              <a:ext uri="{FF2B5EF4-FFF2-40B4-BE49-F238E27FC236}">
                <a16:creationId xmlns:a16="http://schemas.microsoft.com/office/drawing/2014/main" id="{342E859F-5A74-4D86-A1A9-6EE3D57C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005" y="2112264"/>
            <a:ext cx="436098" cy="18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Rectangle 94">
            <a:extLst xmlns:a="http://schemas.openxmlformats.org/drawingml/2006/main">
              <a:ext uri="{FF2B5EF4-FFF2-40B4-BE49-F238E27FC236}">
                <a16:creationId xmlns:a16="http://schemas.microsoft.com/office/drawing/2014/main" id="{A3D67B2F-C5D7-4144-8434-1438B2A2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005" y="2299716"/>
            <a:ext cx="436098" cy="169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3556">
            <a:solidFill>
              <a:srgbClr val="D9D7D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6284D33D-B2D7-4E2C-AE11-7A3125D3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005" y="2112264"/>
            <a:ext cx="436098" cy="187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0" b="1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7" name="TextBox 96">
            <a:extLst xmlns:a="http://schemas.openxmlformats.org/drawingml/2006/main">
              <a:ext uri="{FF2B5EF4-FFF2-40B4-BE49-F238E27FC236}">
                <a16:creationId xmlns:a16="http://schemas.microsoft.com/office/drawing/2014/main" id="{FEB3BE6B-256B-475C-BBB6-AFD8ECB0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005" y="2299716"/>
            <a:ext cx="436098" cy="1691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9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38CD71E9-16BA-478B-BEBA-FB35EEF5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468880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9" name="Rectangle 98">
            <a:extLst xmlns:a="http://schemas.openxmlformats.org/drawingml/2006/main">
              <a:ext uri="{FF2B5EF4-FFF2-40B4-BE49-F238E27FC236}">
                <a16:creationId xmlns:a16="http://schemas.microsoft.com/office/drawing/2014/main" id="{478545CE-CB70-4D62-824A-1E25B9A4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2468880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0" name="Rectangle 99">
            <a:extLst xmlns:a="http://schemas.openxmlformats.org/drawingml/2006/main">
              <a:ext uri="{FF2B5EF4-FFF2-40B4-BE49-F238E27FC236}">
                <a16:creationId xmlns:a16="http://schemas.microsoft.com/office/drawing/2014/main" id="{2D005EE4-FBDB-4815-8A85-317A75D9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2468880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Connector 100">
            <a:extLst xmlns:a="http://schemas.openxmlformats.org/drawingml/2006/main">
              <a:ext uri="{FF2B5EF4-FFF2-40B4-BE49-F238E27FC236}">
                <a16:creationId xmlns:a16="http://schemas.microsoft.com/office/drawing/2014/main" id="{1D1A166C-D5A9-4034-A5A7-A04CC657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93822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5A6A4972-9C93-4371-9A0F-B7429E5D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2468880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" name="Rectangle 102">
            <a:extLst xmlns:a="http://schemas.openxmlformats.org/drawingml/2006/main">
              <a:ext uri="{FF2B5EF4-FFF2-40B4-BE49-F238E27FC236}">
                <a16:creationId xmlns:a16="http://schemas.microsoft.com/office/drawing/2014/main" id="{C37088CB-CC85-48AD-89BE-CE5B3885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93822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" name="Rectangle 103">
            <a:extLst xmlns:a="http://schemas.openxmlformats.org/drawingml/2006/main">
              <a:ext uri="{FF2B5EF4-FFF2-40B4-BE49-F238E27FC236}">
                <a16:creationId xmlns:a16="http://schemas.microsoft.com/office/drawing/2014/main" id="{863F1B36-18A8-4007-8B65-CBAF25C2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2693822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5" name="Rectangle 104">
            <a:extLst xmlns:a="http://schemas.openxmlformats.org/drawingml/2006/main">
              <a:ext uri="{FF2B5EF4-FFF2-40B4-BE49-F238E27FC236}">
                <a16:creationId xmlns:a16="http://schemas.microsoft.com/office/drawing/2014/main" id="{11E21001-FF8F-44B5-8C7F-61B778A7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2693822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B2A5F2D0-7BC9-4F13-97FC-41A81201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918764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07" name="TextBox 106">
            <a:extLst xmlns:a="http://schemas.openxmlformats.org/drawingml/2006/main">
              <a:ext uri="{FF2B5EF4-FFF2-40B4-BE49-F238E27FC236}">
                <a16:creationId xmlns:a16="http://schemas.microsoft.com/office/drawing/2014/main" id="{BFD69B11-75AF-40FF-AF14-FF031323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2693822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" name="Rectangle 107">
            <a:extLst xmlns:a="http://schemas.openxmlformats.org/drawingml/2006/main">
              <a:ext uri="{FF2B5EF4-FFF2-40B4-BE49-F238E27FC236}">
                <a16:creationId xmlns:a16="http://schemas.microsoft.com/office/drawing/2014/main" id="{29B405F1-31DA-4820-860A-D2D1370A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918764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9" name="Rectangle 108">
            <a:extLst xmlns:a="http://schemas.openxmlformats.org/drawingml/2006/main">
              <a:ext uri="{FF2B5EF4-FFF2-40B4-BE49-F238E27FC236}">
                <a16:creationId xmlns:a16="http://schemas.microsoft.com/office/drawing/2014/main" id="{38FA0050-65C9-4E3B-ADCD-7205BD9D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2918764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0" name="Rectangle 109">
            <a:extLst xmlns:a="http://schemas.openxmlformats.org/drawingml/2006/main">
              <a:ext uri="{FF2B5EF4-FFF2-40B4-BE49-F238E27FC236}">
                <a16:creationId xmlns:a16="http://schemas.microsoft.com/office/drawing/2014/main" id="{6B9A7AB9-10CA-4BE3-9010-C13D5F27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2918764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1" name="Connector 110">
            <a:extLst xmlns:a="http://schemas.openxmlformats.org/drawingml/2006/main">
              <a:ext uri="{FF2B5EF4-FFF2-40B4-BE49-F238E27FC236}">
                <a16:creationId xmlns:a16="http://schemas.microsoft.com/office/drawing/2014/main" id="{97299647-A0D1-4B01-8C03-5D90C1FB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143707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12" name="TextBox 111">
            <a:extLst xmlns:a="http://schemas.openxmlformats.org/drawingml/2006/main">
              <a:ext uri="{FF2B5EF4-FFF2-40B4-BE49-F238E27FC236}">
                <a16:creationId xmlns:a16="http://schemas.microsoft.com/office/drawing/2014/main" id="{F593C6FD-5E04-45AB-AE38-E5FD926A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2918764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3" name="Rectangle 112">
            <a:extLst xmlns:a="http://schemas.openxmlformats.org/drawingml/2006/main">
              <a:ext uri="{FF2B5EF4-FFF2-40B4-BE49-F238E27FC236}">
                <a16:creationId xmlns:a16="http://schemas.microsoft.com/office/drawing/2014/main" id="{3EB282E4-7A76-4946-AFE5-F066F7B3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143707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Rectangle 113">
            <a:extLst xmlns:a="http://schemas.openxmlformats.org/drawingml/2006/main">
              <a:ext uri="{FF2B5EF4-FFF2-40B4-BE49-F238E27FC236}">
                <a16:creationId xmlns:a16="http://schemas.microsoft.com/office/drawing/2014/main" id="{445AD056-DE5A-4710-A7DC-728C6C32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3143707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5" name="Rectangle 114">
            <a:extLst xmlns:a="http://schemas.openxmlformats.org/drawingml/2006/main">
              <a:ext uri="{FF2B5EF4-FFF2-40B4-BE49-F238E27FC236}">
                <a16:creationId xmlns:a16="http://schemas.microsoft.com/office/drawing/2014/main" id="{ACC14318-7608-4597-A7C6-AEE472A1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3143707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6" name="Connector 115">
            <a:extLst xmlns:a="http://schemas.openxmlformats.org/drawingml/2006/main">
              <a:ext uri="{FF2B5EF4-FFF2-40B4-BE49-F238E27FC236}">
                <a16:creationId xmlns:a16="http://schemas.microsoft.com/office/drawing/2014/main" id="{FF357CE5-62AE-4F77-A894-269D3463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368649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17" name="TextBox 116">
            <a:extLst xmlns:a="http://schemas.openxmlformats.org/drawingml/2006/main">
              <a:ext uri="{FF2B5EF4-FFF2-40B4-BE49-F238E27FC236}">
                <a16:creationId xmlns:a16="http://schemas.microsoft.com/office/drawing/2014/main" id="{A878EB7B-DEF5-4070-9D86-9E85C911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3143707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7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8" name="Rectangle 117">
            <a:extLst xmlns:a="http://schemas.openxmlformats.org/drawingml/2006/main">
              <a:ext uri="{FF2B5EF4-FFF2-40B4-BE49-F238E27FC236}">
                <a16:creationId xmlns:a16="http://schemas.microsoft.com/office/drawing/2014/main" id="{A099C9E6-C3E6-4DD0-89D1-B4D36B1C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368649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Rectangle 118">
            <a:extLst xmlns:a="http://schemas.openxmlformats.org/drawingml/2006/main">
              <a:ext uri="{FF2B5EF4-FFF2-40B4-BE49-F238E27FC236}">
                <a16:creationId xmlns:a16="http://schemas.microsoft.com/office/drawing/2014/main" id="{7F71CEFD-CE51-4BD7-8BD0-2E418713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3368649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Rectangle 119">
            <a:extLst xmlns:a="http://schemas.openxmlformats.org/drawingml/2006/main">
              <a:ext uri="{FF2B5EF4-FFF2-40B4-BE49-F238E27FC236}">
                <a16:creationId xmlns:a16="http://schemas.microsoft.com/office/drawing/2014/main" id="{860CCA9A-3F59-413C-81FE-2CC6BA41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3368649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1" name="Connector 120">
            <a:extLst xmlns:a="http://schemas.openxmlformats.org/drawingml/2006/main">
              <a:ext uri="{FF2B5EF4-FFF2-40B4-BE49-F238E27FC236}">
                <a16:creationId xmlns:a16="http://schemas.microsoft.com/office/drawing/2014/main" id="{001DA25E-C6FB-4B78-9AA1-D7A2820B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593592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22" name="TextBox 121">
            <a:extLst xmlns:a="http://schemas.openxmlformats.org/drawingml/2006/main">
              <a:ext uri="{FF2B5EF4-FFF2-40B4-BE49-F238E27FC236}">
                <a16:creationId xmlns:a16="http://schemas.microsoft.com/office/drawing/2014/main" id="{816F006B-0308-4E8B-8FF9-FF837A37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3368649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3" name="Rectangle 122">
            <a:extLst xmlns:a="http://schemas.openxmlformats.org/drawingml/2006/main">
              <a:ext uri="{FF2B5EF4-FFF2-40B4-BE49-F238E27FC236}">
                <a16:creationId xmlns:a16="http://schemas.microsoft.com/office/drawing/2014/main" id="{D1448925-CD35-45C3-B83A-F3B24856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593592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4" name="Rectangle 123">
            <a:extLst xmlns:a="http://schemas.openxmlformats.org/drawingml/2006/main">
              <a:ext uri="{FF2B5EF4-FFF2-40B4-BE49-F238E27FC236}">
                <a16:creationId xmlns:a16="http://schemas.microsoft.com/office/drawing/2014/main" id="{AD442946-39BB-4C5B-86CE-61D89A56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3593592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5" name="Rectangle 124">
            <a:extLst xmlns:a="http://schemas.openxmlformats.org/drawingml/2006/main">
              <a:ext uri="{FF2B5EF4-FFF2-40B4-BE49-F238E27FC236}">
                <a16:creationId xmlns:a16="http://schemas.microsoft.com/office/drawing/2014/main" id="{5096CB0E-79B2-45AD-BDB0-CA6C0F12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3593592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6" name="Connector 125">
            <a:extLst xmlns:a="http://schemas.openxmlformats.org/drawingml/2006/main">
              <a:ext uri="{FF2B5EF4-FFF2-40B4-BE49-F238E27FC236}">
                <a16:creationId xmlns:a16="http://schemas.microsoft.com/office/drawing/2014/main" id="{9B78AC9B-EABB-4F3D-8BAA-22F29E1F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18534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27" name="TextBox 126">
            <a:extLst xmlns:a="http://schemas.openxmlformats.org/drawingml/2006/main">
              <a:ext uri="{FF2B5EF4-FFF2-40B4-BE49-F238E27FC236}">
                <a16:creationId xmlns:a16="http://schemas.microsoft.com/office/drawing/2014/main" id="{2673EC6C-E8D1-4470-85BC-9EDFDD8D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3593592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8" name="Rectangle 127">
            <a:extLst xmlns:a="http://schemas.openxmlformats.org/drawingml/2006/main">
              <a:ext uri="{FF2B5EF4-FFF2-40B4-BE49-F238E27FC236}">
                <a16:creationId xmlns:a16="http://schemas.microsoft.com/office/drawing/2014/main" id="{0181D3FA-477C-4AB1-ADA9-DF331499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18534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9" name="Rectangle 128">
            <a:extLst xmlns:a="http://schemas.openxmlformats.org/drawingml/2006/main">
              <a:ext uri="{FF2B5EF4-FFF2-40B4-BE49-F238E27FC236}">
                <a16:creationId xmlns:a16="http://schemas.microsoft.com/office/drawing/2014/main" id="{FA695A9C-A3BC-4AB8-B758-40CD523F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3818534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0" name="Rectangle 129">
            <a:extLst xmlns:a="http://schemas.openxmlformats.org/drawingml/2006/main">
              <a:ext uri="{FF2B5EF4-FFF2-40B4-BE49-F238E27FC236}">
                <a16:creationId xmlns:a16="http://schemas.microsoft.com/office/drawing/2014/main" id="{9ECA58F7-72C8-4729-9589-4CED26C5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3818534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1" name="Connector 130">
            <a:extLst xmlns:a="http://schemas.openxmlformats.org/drawingml/2006/main">
              <a:ext uri="{FF2B5EF4-FFF2-40B4-BE49-F238E27FC236}">
                <a16:creationId xmlns:a16="http://schemas.microsoft.com/office/drawing/2014/main" id="{4B5A19B9-9D01-41DA-96FF-1F0F2383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43476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32" name="TextBox 131">
            <a:extLst xmlns:a="http://schemas.openxmlformats.org/drawingml/2006/main">
              <a:ext uri="{FF2B5EF4-FFF2-40B4-BE49-F238E27FC236}">
                <a16:creationId xmlns:a16="http://schemas.microsoft.com/office/drawing/2014/main" id="{E1A6E120-DDD6-4DCB-8C7E-FBF43CA0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3818534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3" name="Rectangle 132">
            <a:extLst xmlns:a="http://schemas.openxmlformats.org/drawingml/2006/main">
              <a:ext uri="{FF2B5EF4-FFF2-40B4-BE49-F238E27FC236}">
                <a16:creationId xmlns:a16="http://schemas.microsoft.com/office/drawing/2014/main" id="{693BB994-1391-4877-BB8D-BB9E176B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43476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4" name="Rectangle 133">
            <a:extLst xmlns:a="http://schemas.openxmlformats.org/drawingml/2006/main">
              <a:ext uri="{FF2B5EF4-FFF2-40B4-BE49-F238E27FC236}">
                <a16:creationId xmlns:a16="http://schemas.microsoft.com/office/drawing/2014/main" id="{1ACC7C3A-24A9-475F-9072-0817B5F8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4043476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5" name="Rectangle 134">
            <a:extLst xmlns:a="http://schemas.openxmlformats.org/drawingml/2006/main">
              <a:ext uri="{FF2B5EF4-FFF2-40B4-BE49-F238E27FC236}">
                <a16:creationId xmlns:a16="http://schemas.microsoft.com/office/drawing/2014/main" id="{5745BFA5-5911-4CCF-9250-F46542C8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4043476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6" name="Connector 135">
            <a:extLst xmlns:a="http://schemas.openxmlformats.org/drawingml/2006/main">
              <a:ext uri="{FF2B5EF4-FFF2-40B4-BE49-F238E27FC236}">
                <a16:creationId xmlns:a16="http://schemas.microsoft.com/office/drawing/2014/main" id="{C534D720-8211-4B0D-A279-37C36F84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268419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37" name="TextBox 136">
            <a:extLst xmlns:a="http://schemas.openxmlformats.org/drawingml/2006/main">
              <a:ext uri="{FF2B5EF4-FFF2-40B4-BE49-F238E27FC236}">
                <a16:creationId xmlns:a16="http://schemas.microsoft.com/office/drawing/2014/main" id="{6EE88407-0E6D-46F4-B766-2AD967E9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4043476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8" name="Rectangle 137">
            <a:extLst xmlns:a="http://schemas.openxmlformats.org/drawingml/2006/main">
              <a:ext uri="{FF2B5EF4-FFF2-40B4-BE49-F238E27FC236}">
                <a16:creationId xmlns:a16="http://schemas.microsoft.com/office/drawing/2014/main" id="{084F95BC-5C63-4521-8150-315B24BD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268419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9" name="Rectangle 138">
            <a:extLst xmlns:a="http://schemas.openxmlformats.org/drawingml/2006/main">
              <a:ext uri="{FF2B5EF4-FFF2-40B4-BE49-F238E27FC236}">
                <a16:creationId xmlns:a16="http://schemas.microsoft.com/office/drawing/2014/main" id="{37DAD450-5370-4859-A5ED-34BA7641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4268419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Rectangle 139">
            <a:extLst xmlns:a="http://schemas.openxmlformats.org/drawingml/2006/main">
              <a:ext uri="{FF2B5EF4-FFF2-40B4-BE49-F238E27FC236}">
                <a16:creationId xmlns:a16="http://schemas.microsoft.com/office/drawing/2014/main" id="{E911218A-E74A-44CC-AE1B-E9EDEE2E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4268419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1" name="Connector 140">
            <a:extLst xmlns:a="http://schemas.openxmlformats.org/drawingml/2006/main">
              <a:ext uri="{FF2B5EF4-FFF2-40B4-BE49-F238E27FC236}">
                <a16:creationId xmlns:a16="http://schemas.microsoft.com/office/drawing/2014/main" id="{C72BFC31-C2D5-4498-AE1C-E67A90A4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3361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42" name="TextBox 141">
            <a:extLst xmlns:a="http://schemas.openxmlformats.org/drawingml/2006/main">
              <a:ext uri="{FF2B5EF4-FFF2-40B4-BE49-F238E27FC236}">
                <a16:creationId xmlns:a16="http://schemas.microsoft.com/office/drawing/2014/main" id="{5FE78E2F-14A8-4C8D-9D15-01848028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4268419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3" name="Rectangle 142">
            <a:extLst xmlns:a="http://schemas.openxmlformats.org/drawingml/2006/main">
              <a:ext uri="{FF2B5EF4-FFF2-40B4-BE49-F238E27FC236}">
                <a16:creationId xmlns:a16="http://schemas.microsoft.com/office/drawing/2014/main" id="{C4CE73D4-6991-4561-B153-8214B803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3361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4" name="Rectangle 143">
            <a:extLst xmlns:a="http://schemas.openxmlformats.org/drawingml/2006/main">
              <a:ext uri="{FF2B5EF4-FFF2-40B4-BE49-F238E27FC236}">
                <a16:creationId xmlns:a16="http://schemas.microsoft.com/office/drawing/2014/main" id="{60088EF2-FC22-4328-A44C-ABA31F84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4493361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5" name="Rectangle 144">
            <a:extLst xmlns:a="http://schemas.openxmlformats.org/drawingml/2006/main">
              <a:ext uri="{FF2B5EF4-FFF2-40B4-BE49-F238E27FC236}">
                <a16:creationId xmlns:a16="http://schemas.microsoft.com/office/drawing/2014/main" id="{1C9737D2-321A-4F58-AD7A-B5C8AA55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4493361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6" name="Connector 145">
            <a:extLst xmlns:a="http://schemas.openxmlformats.org/drawingml/2006/main">
              <a:ext uri="{FF2B5EF4-FFF2-40B4-BE49-F238E27FC236}">
                <a16:creationId xmlns:a16="http://schemas.microsoft.com/office/drawing/2014/main" id="{35F9DEE2-EF97-4A04-85F5-F367FFED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718304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47" name="TextBox 146">
            <a:extLst xmlns:a="http://schemas.openxmlformats.org/drawingml/2006/main">
              <a:ext uri="{FF2B5EF4-FFF2-40B4-BE49-F238E27FC236}">
                <a16:creationId xmlns:a16="http://schemas.microsoft.com/office/drawing/2014/main" id="{22018430-00D3-424E-B6CA-94BC7A5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4493361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8" name="Rectangle 147">
            <a:extLst xmlns:a="http://schemas.openxmlformats.org/drawingml/2006/main">
              <a:ext uri="{FF2B5EF4-FFF2-40B4-BE49-F238E27FC236}">
                <a16:creationId xmlns:a16="http://schemas.microsoft.com/office/drawing/2014/main" id="{56093285-3185-4409-A7D8-25B26614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718304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9" name="Rectangle 148">
            <a:extLst xmlns:a="http://schemas.openxmlformats.org/drawingml/2006/main">
              <a:ext uri="{FF2B5EF4-FFF2-40B4-BE49-F238E27FC236}">
                <a16:creationId xmlns:a16="http://schemas.microsoft.com/office/drawing/2014/main" id="{DB2C3B69-0214-421B-96D4-9CEBE0A2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4718304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0" name="Rectangle 149">
            <a:extLst xmlns:a="http://schemas.openxmlformats.org/drawingml/2006/main">
              <a:ext uri="{FF2B5EF4-FFF2-40B4-BE49-F238E27FC236}">
                <a16:creationId xmlns:a16="http://schemas.microsoft.com/office/drawing/2014/main" id="{68131D0C-BF35-4E7D-94D3-99048FE8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4718304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1" name="Connector 150">
            <a:extLst xmlns:a="http://schemas.openxmlformats.org/drawingml/2006/main">
              <a:ext uri="{FF2B5EF4-FFF2-40B4-BE49-F238E27FC236}">
                <a16:creationId xmlns:a16="http://schemas.microsoft.com/office/drawing/2014/main" id="{6E6CC3B0-8725-479B-A7BC-7FCD5724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943246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52" name="TextBox 151">
            <a:extLst xmlns:a="http://schemas.openxmlformats.org/drawingml/2006/main">
              <a:ext uri="{FF2B5EF4-FFF2-40B4-BE49-F238E27FC236}">
                <a16:creationId xmlns:a16="http://schemas.microsoft.com/office/drawing/2014/main" id="{C01FBFAD-1585-42B2-B391-42428E93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4718304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3" name="Rectangle 152">
            <a:extLst xmlns:a="http://schemas.openxmlformats.org/drawingml/2006/main">
              <a:ext uri="{FF2B5EF4-FFF2-40B4-BE49-F238E27FC236}">
                <a16:creationId xmlns:a16="http://schemas.microsoft.com/office/drawing/2014/main" id="{EEDA8BA4-5C70-4314-82AD-9053FB98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943246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4" name="Rectangle 153">
            <a:extLst xmlns:a="http://schemas.openxmlformats.org/drawingml/2006/main">
              <a:ext uri="{FF2B5EF4-FFF2-40B4-BE49-F238E27FC236}">
                <a16:creationId xmlns:a16="http://schemas.microsoft.com/office/drawing/2014/main" id="{34228284-0A31-411F-9C65-D646D425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4943246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5" name="Rectangle 154">
            <a:extLst xmlns:a="http://schemas.openxmlformats.org/drawingml/2006/main">
              <a:ext uri="{FF2B5EF4-FFF2-40B4-BE49-F238E27FC236}">
                <a16:creationId xmlns:a16="http://schemas.microsoft.com/office/drawing/2014/main" id="{AB774FFC-75C8-4A55-927E-A95D99C9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4943246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6" name="Connector 155">
            <a:extLst xmlns:a="http://schemas.openxmlformats.org/drawingml/2006/main">
              <a:ext uri="{FF2B5EF4-FFF2-40B4-BE49-F238E27FC236}">
                <a16:creationId xmlns:a16="http://schemas.microsoft.com/office/drawing/2014/main" id="{EF13F7DF-B11F-46B5-9A3D-B68D35A0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68188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57" name="TextBox 156">
            <a:extLst xmlns:a="http://schemas.openxmlformats.org/drawingml/2006/main">
              <a:ext uri="{FF2B5EF4-FFF2-40B4-BE49-F238E27FC236}">
                <a16:creationId xmlns:a16="http://schemas.microsoft.com/office/drawing/2014/main" id="{62AFF42B-7856-4A9B-AB4E-9B8E534D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4943246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8" name="Rectangle 157">
            <a:extLst xmlns:a="http://schemas.openxmlformats.org/drawingml/2006/main">
              <a:ext uri="{FF2B5EF4-FFF2-40B4-BE49-F238E27FC236}">
                <a16:creationId xmlns:a16="http://schemas.microsoft.com/office/drawing/2014/main" id="{23FA0BDA-B59F-4E5A-9664-7531DB2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68188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9" name="Rectangle 158">
            <a:extLst xmlns:a="http://schemas.openxmlformats.org/drawingml/2006/main">
              <a:ext uri="{FF2B5EF4-FFF2-40B4-BE49-F238E27FC236}">
                <a16:creationId xmlns:a16="http://schemas.microsoft.com/office/drawing/2014/main" id="{67BEBED2-826F-44FE-B7A8-1A545C78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5168188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0" name="Rectangle 159">
            <a:extLst xmlns:a="http://schemas.openxmlformats.org/drawingml/2006/main">
              <a:ext uri="{FF2B5EF4-FFF2-40B4-BE49-F238E27FC236}">
                <a16:creationId xmlns:a16="http://schemas.microsoft.com/office/drawing/2014/main" id="{D9929814-ADAA-4E19-8020-F1CDA44D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5168188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1" name="Connector 160">
            <a:extLst xmlns:a="http://schemas.openxmlformats.org/drawingml/2006/main">
              <a:ext uri="{FF2B5EF4-FFF2-40B4-BE49-F238E27FC236}">
                <a16:creationId xmlns:a16="http://schemas.microsoft.com/office/drawing/2014/main" id="{18DA0534-5E36-49EA-B80E-BA8A2A2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393131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62" name="TextBox 161">
            <a:extLst xmlns:a="http://schemas.openxmlformats.org/drawingml/2006/main">
              <a:ext uri="{FF2B5EF4-FFF2-40B4-BE49-F238E27FC236}">
                <a16:creationId xmlns:a16="http://schemas.microsoft.com/office/drawing/2014/main" id="{6CA86615-E3D5-4ECF-948F-5D4F4502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5168188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3" name="Rectangle 162">
            <a:extLst xmlns:a="http://schemas.openxmlformats.org/drawingml/2006/main">
              <a:ext uri="{FF2B5EF4-FFF2-40B4-BE49-F238E27FC236}">
                <a16:creationId xmlns:a16="http://schemas.microsoft.com/office/drawing/2014/main" id="{460D8ED5-CE71-4859-AAA7-89CF342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393131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4" name="Rectangle 163">
            <a:extLst xmlns:a="http://schemas.openxmlformats.org/drawingml/2006/main">
              <a:ext uri="{FF2B5EF4-FFF2-40B4-BE49-F238E27FC236}">
                <a16:creationId xmlns:a16="http://schemas.microsoft.com/office/drawing/2014/main" id="{FF56AB06-81FB-42C3-9C74-05AC3A19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5393131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5" name="Rectangle 164">
            <a:extLst xmlns:a="http://schemas.openxmlformats.org/drawingml/2006/main">
              <a:ext uri="{FF2B5EF4-FFF2-40B4-BE49-F238E27FC236}">
                <a16:creationId xmlns:a16="http://schemas.microsoft.com/office/drawing/2014/main" id="{1E262832-CF5C-484A-9BF4-B76E3C88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5393131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6" name="Connector 165">
            <a:extLst xmlns:a="http://schemas.openxmlformats.org/drawingml/2006/main">
              <a:ext uri="{FF2B5EF4-FFF2-40B4-BE49-F238E27FC236}">
                <a16:creationId xmlns:a16="http://schemas.microsoft.com/office/drawing/2014/main" id="{ECB9BB18-BAEC-49CF-A674-A16718B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618073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67" name="TextBox 166">
            <a:extLst xmlns:a="http://schemas.openxmlformats.org/drawingml/2006/main">
              <a:ext uri="{FF2B5EF4-FFF2-40B4-BE49-F238E27FC236}">
                <a16:creationId xmlns:a16="http://schemas.microsoft.com/office/drawing/2014/main" id="{F8918FA7-E6AC-4CF1-9DD1-F5E17F8D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5393131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8" name="Rectangle 167">
            <a:extLst xmlns:a="http://schemas.openxmlformats.org/drawingml/2006/main">
              <a:ext uri="{FF2B5EF4-FFF2-40B4-BE49-F238E27FC236}">
                <a16:creationId xmlns:a16="http://schemas.microsoft.com/office/drawing/2014/main" id="{70A89457-C479-4C0B-A225-26CD57D3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618073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9" name="Rectangle 168">
            <a:extLst xmlns:a="http://schemas.openxmlformats.org/drawingml/2006/main">
              <a:ext uri="{FF2B5EF4-FFF2-40B4-BE49-F238E27FC236}">
                <a16:creationId xmlns:a16="http://schemas.microsoft.com/office/drawing/2014/main" id="{02BDDF85-E8BD-459A-BD51-D564BC8D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5618073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0" name="Rectangle 169">
            <a:extLst xmlns:a="http://schemas.openxmlformats.org/drawingml/2006/main">
              <a:ext uri="{FF2B5EF4-FFF2-40B4-BE49-F238E27FC236}">
                <a16:creationId xmlns:a16="http://schemas.microsoft.com/office/drawing/2014/main" id="{70CB645F-447F-49F3-BC85-767D5D73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5618073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1" name="Connector 170">
            <a:extLst xmlns:a="http://schemas.openxmlformats.org/drawingml/2006/main">
              <a:ext uri="{FF2B5EF4-FFF2-40B4-BE49-F238E27FC236}">
                <a16:creationId xmlns:a16="http://schemas.microsoft.com/office/drawing/2014/main" id="{D609CAE6-2311-401A-A70F-4C9CAD8B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843016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72" name="TextBox 171">
            <a:extLst xmlns:a="http://schemas.openxmlformats.org/drawingml/2006/main">
              <a:ext uri="{FF2B5EF4-FFF2-40B4-BE49-F238E27FC236}">
                <a16:creationId xmlns:a16="http://schemas.microsoft.com/office/drawing/2014/main" id="{CEEEB38C-8108-4473-A049-998EC644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5618073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3" name="Rectangle 172">
            <a:extLst xmlns:a="http://schemas.openxmlformats.org/drawingml/2006/main">
              <a:ext uri="{FF2B5EF4-FFF2-40B4-BE49-F238E27FC236}">
                <a16:creationId xmlns:a16="http://schemas.microsoft.com/office/drawing/2014/main" id="{1A6363F4-8AB1-4687-9E8B-9F72918A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843016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4" name="Rectangle 173">
            <a:extLst xmlns:a="http://schemas.openxmlformats.org/drawingml/2006/main">
              <a:ext uri="{FF2B5EF4-FFF2-40B4-BE49-F238E27FC236}">
                <a16:creationId xmlns:a16="http://schemas.microsoft.com/office/drawing/2014/main" id="{42A20DAA-E9F6-4E59-ABED-0505D801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5843016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5" name="Rectangle 174">
            <a:extLst xmlns:a="http://schemas.openxmlformats.org/drawingml/2006/main">
              <a:ext uri="{FF2B5EF4-FFF2-40B4-BE49-F238E27FC236}">
                <a16:creationId xmlns:a16="http://schemas.microsoft.com/office/drawing/2014/main" id="{23888C8E-2243-416C-B2B9-548B13E5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5843016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E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6" name="Connector 175">
            <a:extLst xmlns:a="http://schemas.openxmlformats.org/drawingml/2006/main">
              <a:ext uri="{FF2B5EF4-FFF2-40B4-BE49-F238E27FC236}">
                <a16:creationId xmlns:a16="http://schemas.microsoft.com/office/drawing/2014/main" id="{1086A82D-64E4-452A-99A3-B2370E4D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067958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77" name="TextBox 176">
            <a:extLst xmlns:a="http://schemas.openxmlformats.org/drawingml/2006/main">
              <a:ext uri="{FF2B5EF4-FFF2-40B4-BE49-F238E27FC236}">
                <a16:creationId xmlns:a16="http://schemas.microsoft.com/office/drawing/2014/main" id="{B5E1CF5F-9F92-429E-963A-22035CA8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5843016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8" name="Rectangle 177">
            <a:extLst xmlns:a="http://schemas.openxmlformats.org/drawingml/2006/main">
              <a:ext uri="{FF2B5EF4-FFF2-40B4-BE49-F238E27FC236}">
                <a16:creationId xmlns:a16="http://schemas.microsoft.com/office/drawing/2014/main" id="{CC1C58E9-8E0D-4064-8833-CFAD9B13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067958"/>
            <a:ext cx="2395728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9" name="Rectangle 178">
            <a:extLst xmlns:a="http://schemas.openxmlformats.org/drawingml/2006/main">
              <a:ext uri="{FF2B5EF4-FFF2-40B4-BE49-F238E27FC236}">
                <a16:creationId xmlns:a16="http://schemas.microsoft.com/office/drawing/2014/main" id="{D3A357D8-D8D5-4267-85F8-0F82B011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6067958"/>
            <a:ext cx="5669280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0" name="Rectangle 179">
            <a:extLst xmlns:a="http://schemas.openxmlformats.org/drawingml/2006/main">
              <a:ext uri="{FF2B5EF4-FFF2-40B4-BE49-F238E27FC236}">
                <a16:creationId xmlns:a16="http://schemas.microsoft.com/office/drawing/2014/main" id="{93ABCF74-CDF2-4952-B18C-672E7203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6067958"/>
            <a:ext cx="872196" cy="224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1" name="Connector 180">
            <a:extLst xmlns:a="http://schemas.openxmlformats.org/drawingml/2006/main">
              <a:ext uri="{FF2B5EF4-FFF2-40B4-BE49-F238E27FC236}">
                <a16:creationId xmlns:a16="http://schemas.microsoft.com/office/drawing/2014/main" id="{0D1E9286-A43E-4659-8CF9-750BC320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292900"/>
            <a:ext cx="8065008" cy="0"/>
          </a:xfrm>
          <a:prstGeom xmlns:a="http://schemas.openxmlformats.org/drawingml/2006/main" prst="line">
            <a:avLst/>
          </a:prstGeom>
          <a:ln xmlns:a="http://schemas.openxmlformats.org/drawingml/2006/main" w="5334">
            <a:solidFill>
              <a:srgbClr val="E6E4DE"/>
            </a:solidFill>
          </a:ln>
        </p:spPr>
      </p:sp>
      <p:sp>
        <p:nvSpPr>
          <p:cNvPr id="182" name="TextBox 181">
            <a:extLst xmlns:a="http://schemas.openxmlformats.org/drawingml/2006/main">
              <a:ext uri="{FF2B5EF4-FFF2-40B4-BE49-F238E27FC236}">
                <a16:creationId xmlns:a16="http://schemas.microsoft.com/office/drawing/2014/main" id="{8505E7C4-638F-4991-9DCC-7EACA28A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" y="6067958"/>
            <a:ext cx="2286000" cy="224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5" b="0" i="0">
                <a:solidFill>
                  <a:srgbClr val="353A4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3" name="Connector 182">
            <a:extLst xmlns:a="http://schemas.openxmlformats.org/drawingml/2006/main">
              <a:ext uri="{FF2B5EF4-FFF2-40B4-BE49-F238E27FC236}">
                <a16:creationId xmlns:a16="http://schemas.microsoft.com/office/drawing/2014/main" id="{F53BE77A-8FCC-4ACA-A60B-8C0A672A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9906">
            <a:solidFill>
              <a:srgbClr val="BDBAB3"/>
            </a:solidFill>
          </a:ln>
        </p:spPr>
      </p:sp>
      <p:sp>
        <p:nvSpPr>
          <p:cNvPr id="184" name="Connector 183">
            <a:extLst xmlns:a="http://schemas.openxmlformats.org/drawingml/2006/main">
              <a:ext uri="{FF2B5EF4-FFF2-40B4-BE49-F238E27FC236}">
                <a16:creationId xmlns:a16="http://schemas.microsoft.com/office/drawing/2014/main" id="{8B332382-00FB-42AE-82AE-690D855E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22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4191">
            <a:solidFill>
              <a:srgbClr val="E6E4DE"/>
            </a:solidFill>
          </a:ln>
        </p:spPr>
      </p:sp>
      <p:sp>
        <p:nvSpPr>
          <p:cNvPr id="185" name="Connector 184">
            <a:extLst xmlns:a="http://schemas.openxmlformats.org/drawingml/2006/main">
              <a:ext uri="{FF2B5EF4-FFF2-40B4-BE49-F238E27FC236}">
                <a16:creationId xmlns:a16="http://schemas.microsoft.com/office/drawing/2014/main" id="{A97F1D8B-9D19-40CF-8E43-01D19EA3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020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4191">
            <a:solidFill>
              <a:srgbClr val="E6E4DE"/>
            </a:solidFill>
          </a:ln>
        </p:spPr>
      </p:sp>
      <p:sp>
        <p:nvSpPr>
          <p:cNvPr id="186" name="Connector 185">
            <a:extLst xmlns:a="http://schemas.openxmlformats.org/drawingml/2006/main">
              <a:ext uri="{FF2B5EF4-FFF2-40B4-BE49-F238E27FC236}">
                <a16:creationId xmlns:a16="http://schemas.microsoft.com/office/drawing/2014/main" id="{193A3078-B18B-4CDC-B028-C86212F8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119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4191">
            <a:solidFill>
              <a:srgbClr val="E6E4DE"/>
            </a:solidFill>
          </a:ln>
        </p:spPr>
      </p:sp>
      <p:sp>
        <p:nvSpPr>
          <p:cNvPr id="187" name="Connector 186">
            <a:extLst xmlns:a="http://schemas.openxmlformats.org/drawingml/2006/main">
              <a:ext uri="{FF2B5EF4-FFF2-40B4-BE49-F238E27FC236}">
                <a16:creationId xmlns:a16="http://schemas.microsoft.com/office/drawing/2014/main" id="{F51EAF93-1411-47E9-8492-886C41D9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217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4191">
            <a:solidFill>
              <a:srgbClr val="E6E4DE"/>
            </a:solidFill>
          </a:ln>
        </p:spPr>
      </p:sp>
      <p:sp>
        <p:nvSpPr>
          <p:cNvPr id="188" name="Connector 187">
            <a:extLst xmlns:a="http://schemas.openxmlformats.org/drawingml/2006/main">
              <a:ext uri="{FF2B5EF4-FFF2-40B4-BE49-F238E27FC236}">
                <a16:creationId xmlns:a16="http://schemas.microsoft.com/office/drawing/2014/main" id="{3F811194-D962-4FEC-9C3A-AABEC929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316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9906">
            <a:solidFill>
              <a:srgbClr val="BDBAB3"/>
            </a:solidFill>
          </a:ln>
        </p:spPr>
      </p:sp>
      <p:sp>
        <p:nvSpPr>
          <p:cNvPr id="189" name="Connector 188">
            <a:extLst xmlns:a="http://schemas.openxmlformats.org/drawingml/2006/main">
              <a:ext uri="{FF2B5EF4-FFF2-40B4-BE49-F238E27FC236}">
                <a16:creationId xmlns:a16="http://schemas.microsoft.com/office/drawing/2014/main" id="{B0CF60D4-A4A8-43CE-9A4E-0FA6C592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414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4191">
            <a:solidFill>
              <a:srgbClr val="E6E4DE"/>
            </a:solidFill>
          </a:ln>
        </p:spPr>
      </p:sp>
      <p:sp>
        <p:nvSpPr>
          <p:cNvPr id="190" name="Connector 189">
            <a:extLst xmlns:a="http://schemas.openxmlformats.org/drawingml/2006/main">
              <a:ext uri="{FF2B5EF4-FFF2-40B4-BE49-F238E27FC236}">
                <a16:creationId xmlns:a16="http://schemas.microsoft.com/office/drawing/2014/main" id="{531A1F7D-418A-4EDB-9138-0BD18F9F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513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4191">
            <a:solidFill>
              <a:srgbClr val="E6E4DE"/>
            </a:solidFill>
          </a:ln>
        </p:spPr>
      </p:sp>
      <p:sp>
        <p:nvSpPr>
          <p:cNvPr id="191" name="Connector 190">
            <a:extLst xmlns:a="http://schemas.openxmlformats.org/drawingml/2006/main">
              <a:ext uri="{FF2B5EF4-FFF2-40B4-BE49-F238E27FC236}">
                <a16:creationId xmlns:a16="http://schemas.microsoft.com/office/drawing/2014/main" id="{D8EDB64D-4682-4454-8923-C9E25C85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611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4191">
            <a:solidFill>
              <a:srgbClr val="E6E4DE"/>
            </a:solidFill>
          </a:ln>
        </p:spPr>
      </p:sp>
      <p:sp>
        <p:nvSpPr>
          <p:cNvPr id="192" name="Connector 191">
            <a:extLst xmlns:a="http://schemas.openxmlformats.org/drawingml/2006/main">
              <a:ext uri="{FF2B5EF4-FFF2-40B4-BE49-F238E27FC236}">
                <a16:creationId xmlns:a16="http://schemas.microsoft.com/office/drawing/2014/main" id="{6CC7F409-EC6D-4C25-B5DB-F9071EC1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710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9906">
            <a:solidFill>
              <a:srgbClr val="BDBAB3"/>
            </a:solidFill>
          </a:ln>
        </p:spPr>
      </p:sp>
      <p:sp>
        <p:nvSpPr>
          <p:cNvPr id="193" name="Connector 192">
            <a:extLst xmlns:a="http://schemas.openxmlformats.org/drawingml/2006/main">
              <a:ext uri="{FF2B5EF4-FFF2-40B4-BE49-F238E27FC236}">
                <a16:creationId xmlns:a16="http://schemas.microsoft.com/office/drawing/2014/main" id="{D042D081-BDBC-4674-B555-B4BCDBF1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808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4191">
            <a:solidFill>
              <a:srgbClr val="E6E4DE"/>
            </a:solidFill>
          </a:ln>
        </p:spPr>
      </p:sp>
      <p:sp>
        <p:nvSpPr>
          <p:cNvPr id="194" name="Connector 193">
            <a:extLst xmlns:a="http://schemas.openxmlformats.org/drawingml/2006/main">
              <a:ext uri="{FF2B5EF4-FFF2-40B4-BE49-F238E27FC236}">
                <a16:creationId xmlns:a16="http://schemas.microsoft.com/office/drawing/2014/main" id="{4882C7FF-94E9-4696-B0B4-11582911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4191">
            <a:solidFill>
              <a:srgbClr val="E6E4DE"/>
            </a:solidFill>
          </a:ln>
        </p:spPr>
      </p:sp>
      <p:sp>
        <p:nvSpPr>
          <p:cNvPr id="195" name="Connector 194">
            <a:extLst xmlns:a="http://schemas.openxmlformats.org/drawingml/2006/main">
              <a:ext uri="{FF2B5EF4-FFF2-40B4-BE49-F238E27FC236}">
                <a16:creationId xmlns:a16="http://schemas.microsoft.com/office/drawing/2014/main" id="{9462A5BA-B358-4C14-8C2F-F402B40E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005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4191">
            <a:solidFill>
              <a:srgbClr val="E6E4DE"/>
            </a:solidFill>
          </a:ln>
        </p:spPr>
      </p:sp>
      <p:sp>
        <p:nvSpPr>
          <p:cNvPr id="196" name="Connector 195">
            <a:extLst xmlns:a="http://schemas.openxmlformats.org/drawingml/2006/main">
              <a:ext uri="{FF2B5EF4-FFF2-40B4-BE49-F238E27FC236}">
                <a16:creationId xmlns:a16="http://schemas.microsoft.com/office/drawing/2014/main" id="{5B916C47-D5A1-4401-BC1E-ADB3D901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2112264"/>
            <a:ext cx="0" cy="4180636"/>
          </a:xfrm>
          <a:prstGeom xmlns:a="http://schemas.openxmlformats.org/drawingml/2006/main" prst="line">
            <a:avLst/>
          </a:prstGeom>
          <a:ln xmlns:a="http://schemas.openxmlformats.org/drawingml/2006/main" w="9906">
            <a:solidFill>
              <a:srgbClr val="BDBAB3"/>
            </a:solidFill>
          </a:ln>
        </p:spPr>
      </p:sp>
      <p:sp>
        <p:nvSpPr>
          <p:cNvPr id="197" name="Rectangle 196">
            <a:extLst xmlns:a="http://schemas.openxmlformats.org/drawingml/2006/main">
              <a:ext uri="{FF2B5EF4-FFF2-40B4-BE49-F238E27FC236}">
                <a16:creationId xmlns:a16="http://schemas.microsoft.com/office/drawing/2014/main" id="{6F5F01BE-7766-45F1-98CE-0C866F08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468880"/>
            <a:ext cx="438912" cy="2024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8" name="TextBox 197">
            <a:extLst xmlns:a="http://schemas.openxmlformats.org/drawingml/2006/main">
              <a:ext uri="{FF2B5EF4-FFF2-40B4-BE49-F238E27FC236}">
                <a16:creationId xmlns:a16="http://schemas.microsoft.com/office/drawing/2014/main" id="{E1433AFD-B2D7-495C-8391-6D4BD705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427024" y="3279952"/>
            <a:ext cx="1951329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9" name="Rectangle 198">
            <a:extLst xmlns:a="http://schemas.openxmlformats.org/drawingml/2006/main">
              <a:ext uri="{FF2B5EF4-FFF2-40B4-BE49-F238E27FC236}">
                <a16:creationId xmlns:a16="http://schemas.microsoft.com/office/drawing/2014/main" id="{09E01AF3-8514-4B56-A7F3-C8D5C025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4493361"/>
            <a:ext cx="438912" cy="6748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8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0" name="TextBox 199">
            <a:extLst xmlns:a="http://schemas.openxmlformats.org/drawingml/2006/main">
              <a:ext uri="{FF2B5EF4-FFF2-40B4-BE49-F238E27FC236}">
                <a16:creationId xmlns:a16="http://schemas.microsoft.com/office/drawing/2014/main" id="{801CF264-3B46-4AED-9ACB-AFB7696E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47802" y="4629607"/>
            <a:ext cx="601675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5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01" name="Rectangle 200">
            <a:extLst xmlns:a="http://schemas.openxmlformats.org/drawingml/2006/main">
              <a:ext uri="{FF2B5EF4-FFF2-40B4-BE49-F238E27FC236}">
                <a16:creationId xmlns:a16="http://schemas.microsoft.com/office/drawing/2014/main" id="{D87444CA-FAAF-42C8-98E2-5D47679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5168188"/>
            <a:ext cx="438912" cy="1124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C4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2" name="TextBox 201">
            <a:extLst xmlns:a="http://schemas.openxmlformats.org/drawingml/2006/main">
              <a:ext uri="{FF2B5EF4-FFF2-40B4-BE49-F238E27FC236}">
                <a16:creationId xmlns:a16="http://schemas.microsoft.com/office/drawing/2014/main" id="{9678E986-9392-4E3C-91B2-501B252B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2860" y="5529376"/>
            <a:ext cx="10515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03" name="Connector 202">
            <a:extLst xmlns:a="http://schemas.openxmlformats.org/drawingml/2006/main">
              <a:ext uri="{FF2B5EF4-FFF2-40B4-BE49-F238E27FC236}">
                <a16:creationId xmlns:a16="http://schemas.microsoft.com/office/drawing/2014/main" id="{04BEA2F5-7BAD-4507-BA06-666EC41B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4493361"/>
            <a:ext cx="850392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BDBAB3"/>
            </a:solidFill>
          </a:ln>
        </p:spPr>
      </p:sp>
      <p:sp>
        <p:nvSpPr>
          <p:cNvPr id="204" name="Connector 203">
            <a:extLst xmlns:a="http://schemas.openxmlformats.org/drawingml/2006/main">
              <a:ext uri="{FF2B5EF4-FFF2-40B4-BE49-F238E27FC236}">
                <a16:creationId xmlns:a16="http://schemas.microsoft.com/office/drawing/2014/main" id="{88E90234-5FAE-4F5B-A111-3A3A85B2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5168188"/>
            <a:ext cx="850392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BDBAB3"/>
            </a:solidFill>
          </a:ln>
        </p:spPr>
      </p:sp>
      <p:sp>
        <p:nvSpPr>
          <p:cNvPr id="205" name="Diamond 204">
            <a:extLst xmlns:a="http://schemas.openxmlformats.org/drawingml/2006/main">
              <a:ext uri="{FF2B5EF4-FFF2-40B4-BE49-F238E27FC236}">
                <a16:creationId xmlns:a16="http://schemas.microsoft.com/office/drawing/2014/main" id="{25A142A7-B870-42B3-95F2-5F5498D1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151" y="2519629"/>
            <a:ext cx="123444" cy="123444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695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6" name="Rectangle 205">
            <a:extLst xmlns:a="http://schemas.openxmlformats.org/drawingml/2006/main">
              <a:ext uri="{FF2B5EF4-FFF2-40B4-BE49-F238E27FC236}">
                <a16:creationId xmlns:a16="http://schemas.microsoft.com/office/drawing/2014/main" id="{B28720A7-CF8F-4FDF-BF72-A16CF38A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084" y="2758287"/>
            <a:ext cx="4302463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 w="1270">
            <a:solidFill>
              <a:srgbClr val="4B3B5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7" name="Rectangle 206">
            <a:extLst xmlns:a="http://schemas.openxmlformats.org/drawingml/2006/main">
              <a:ext uri="{FF2B5EF4-FFF2-40B4-BE49-F238E27FC236}">
                <a16:creationId xmlns:a16="http://schemas.microsoft.com/office/drawing/2014/main" id="{522F926B-E8F6-43F0-9F2A-317F02C8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084" y="2983230"/>
            <a:ext cx="4738561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 w="1270">
            <a:solidFill>
              <a:srgbClr val="4B3B5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8" name="Rectangle 207">
            <a:extLst xmlns:a="http://schemas.openxmlformats.org/drawingml/2006/main">
              <a:ext uri="{FF2B5EF4-FFF2-40B4-BE49-F238E27FC236}">
                <a16:creationId xmlns:a16="http://schemas.microsoft.com/office/drawing/2014/main" id="{4B424A4F-25E5-428B-8220-3CF0F30F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183" y="3208172"/>
            <a:ext cx="3866364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 w="1270">
            <a:solidFill>
              <a:srgbClr val="4B3B5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9" name="Rectangle 208">
            <a:extLst xmlns:a="http://schemas.openxmlformats.org/drawingml/2006/main">
              <a:ext uri="{FF2B5EF4-FFF2-40B4-BE49-F238E27FC236}">
                <a16:creationId xmlns:a16="http://schemas.microsoft.com/office/drawing/2014/main" id="{FDF00087-CE8A-40CF-A581-53B6E685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281" y="3433114"/>
            <a:ext cx="343026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 w="1270">
            <a:solidFill>
              <a:srgbClr val="4B3B5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0" name="Rectangle 209">
            <a:extLst xmlns:a="http://schemas.openxmlformats.org/drawingml/2006/main">
              <a:ext uri="{FF2B5EF4-FFF2-40B4-BE49-F238E27FC236}">
                <a16:creationId xmlns:a16="http://schemas.microsoft.com/office/drawing/2014/main" id="{86FA3A5C-A26A-41D7-B2CE-CF7FB20A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281" y="3658057"/>
            <a:ext cx="3866364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 w="1270">
            <a:solidFill>
              <a:srgbClr val="4B3B5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1" name="Rectangle 210">
            <a:extLst xmlns:a="http://schemas.openxmlformats.org/drawingml/2006/main">
              <a:ext uri="{FF2B5EF4-FFF2-40B4-BE49-F238E27FC236}">
                <a16:creationId xmlns:a16="http://schemas.microsoft.com/office/drawing/2014/main" id="{EEFF4195-5DC4-422F-BF86-817141FF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564" y="3658057"/>
            <a:ext cx="839278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DA"/>
          </a:solidFill>
          <a:ln xmlns:a="http://schemas.openxmlformats.org/drawingml/2006/main" w="1270">
            <a:solidFill>
              <a:srgbClr val="D8D2D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2" name="Rectangle 211">
            <a:extLst xmlns:a="http://schemas.openxmlformats.org/drawingml/2006/main">
              <a:ext uri="{FF2B5EF4-FFF2-40B4-BE49-F238E27FC236}">
                <a16:creationId xmlns:a16="http://schemas.microsoft.com/office/drawing/2014/main" id="{92D8E135-90C9-40D1-A811-F5FC2E67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380" y="3882999"/>
            <a:ext cx="343026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 w="1270">
            <a:solidFill>
              <a:srgbClr val="4B3B5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3" name="Rectangle 212">
            <a:extLst xmlns:a="http://schemas.openxmlformats.org/drawingml/2006/main">
              <a:ext uri="{FF2B5EF4-FFF2-40B4-BE49-F238E27FC236}">
                <a16:creationId xmlns:a16="http://schemas.microsoft.com/office/drawing/2014/main" id="{24799746-009D-4E5B-A703-EB90410F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675" y="4107942"/>
            <a:ext cx="212197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 w="1270">
            <a:solidFill>
              <a:srgbClr val="4B3B5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4" name="Rectangle 213">
            <a:extLst xmlns:a="http://schemas.openxmlformats.org/drawingml/2006/main">
              <a:ext uri="{FF2B5EF4-FFF2-40B4-BE49-F238E27FC236}">
                <a16:creationId xmlns:a16="http://schemas.microsoft.com/office/drawing/2014/main" id="{C7A80152-D450-4D89-BC5B-2FEE10B8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577" y="4332884"/>
            <a:ext cx="2558069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3B50"/>
          </a:solidFill>
          <a:ln xmlns:a="http://schemas.openxmlformats.org/drawingml/2006/main" w="1270">
            <a:solidFill>
              <a:srgbClr val="4B3B5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5" name="Rectangle 214">
            <a:extLst xmlns:a="http://schemas.openxmlformats.org/drawingml/2006/main">
              <a:ext uri="{FF2B5EF4-FFF2-40B4-BE49-F238E27FC236}">
                <a16:creationId xmlns:a16="http://schemas.microsoft.com/office/drawing/2014/main" id="{1CF9AA6D-7688-4F9B-8E48-6832570B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564" y="4332884"/>
            <a:ext cx="839278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DA"/>
          </a:solidFill>
          <a:ln xmlns:a="http://schemas.openxmlformats.org/drawingml/2006/main" w="1270">
            <a:solidFill>
              <a:srgbClr val="D8D2D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6" name="Rectangle 215">
            <a:extLst xmlns:a="http://schemas.openxmlformats.org/drawingml/2006/main">
              <a:ext uri="{FF2B5EF4-FFF2-40B4-BE49-F238E27FC236}">
                <a16:creationId xmlns:a16="http://schemas.microsoft.com/office/drawing/2014/main" id="{608DA856-E33A-4B1F-938F-22637FE1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084" y="4557826"/>
            <a:ext cx="4302463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86"/>
          </a:solidFill>
          <a:ln xmlns:a="http://schemas.openxmlformats.org/drawingml/2006/main" w="1270">
            <a:solidFill>
              <a:srgbClr val="6B7C8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7" name="Rectangle 216">
            <a:extLst xmlns:a="http://schemas.openxmlformats.org/drawingml/2006/main">
              <a:ext uri="{FF2B5EF4-FFF2-40B4-BE49-F238E27FC236}">
                <a16:creationId xmlns:a16="http://schemas.microsoft.com/office/drawing/2014/main" id="{E7403410-9DE1-488A-96A7-FBC58D18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183" y="4782769"/>
            <a:ext cx="3866364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86"/>
          </a:solidFill>
          <a:ln xmlns:a="http://schemas.openxmlformats.org/drawingml/2006/main" w="1270">
            <a:solidFill>
              <a:srgbClr val="6B7C8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8" name="Rectangle 217">
            <a:extLst xmlns:a="http://schemas.openxmlformats.org/drawingml/2006/main">
              <a:ext uri="{FF2B5EF4-FFF2-40B4-BE49-F238E27FC236}">
                <a16:creationId xmlns:a16="http://schemas.microsoft.com/office/drawing/2014/main" id="{9784AA01-7BA3-44DE-A237-3B903E3E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281" y="5007711"/>
            <a:ext cx="3866364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86"/>
          </a:solidFill>
          <a:ln xmlns:a="http://schemas.openxmlformats.org/drawingml/2006/main" w="1270">
            <a:solidFill>
              <a:srgbClr val="6B7C8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9" name="Rectangle 218">
            <a:extLst xmlns:a="http://schemas.openxmlformats.org/drawingml/2006/main">
              <a:ext uri="{FF2B5EF4-FFF2-40B4-BE49-F238E27FC236}">
                <a16:creationId xmlns:a16="http://schemas.microsoft.com/office/drawing/2014/main" id="{873A9D4B-2BA8-4E4F-9D9C-3C1C7F7C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084" y="5232654"/>
            <a:ext cx="212197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3D7"/>
          </a:solidFill>
          <a:ln xmlns:a="http://schemas.openxmlformats.org/drawingml/2006/main" w="6985">
            <a:solidFill>
              <a:srgbClr val="B07C45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0" name="Rectangle 219">
            <a:extLst xmlns:a="http://schemas.openxmlformats.org/drawingml/2006/main">
              <a:ext uri="{FF2B5EF4-FFF2-40B4-BE49-F238E27FC236}">
                <a16:creationId xmlns:a16="http://schemas.microsoft.com/office/drawing/2014/main" id="{D88890AB-6E90-4422-A02D-90F5D730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183" y="5457596"/>
            <a:ext cx="343026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3D7"/>
          </a:solidFill>
          <a:ln xmlns:a="http://schemas.openxmlformats.org/drawingml/2006/main" w="6985">
            <a:solidFill>
              <a:srgbClr val="B07C45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1" name="Rectangle 220">
            <a:extLst xmlns:a="http://schemas.openxmlformats.org/drawingml/2006/main">
              <a:ext uri="{FF2B5EF4-FFF2-40B4-BE49-F238E27FC236}">
                <a16:creationId xmlns:a16="http://schemas.microsoft.com/office/drawing/2014/main" id="{E0B6027F-7F1A-43DD-ADE9-133B5799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281" y="5682538"/>
            <a:ext cx="343026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3D7"/>
          </a:solidFill>
          <a:ln xmlns:a="http://schemas.openxmlformats.org/drawingml/2006/main" w="6985">
            <a:solidFill>
              <a:srgbClr val="B07C45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2" name="Rectangle 221">
            <a:extLst xmlns:a="http://schemas.openxmlformats.org/drawingml/2006/main">
              <a:ext uri="{FF2B5EF4-FFF2-40B4-BE49-F238E27FC236}">
                <a16:creationId xmlns:a16="http://schemas.microsoft.com/office/drawing/2014/main" id="{6949BAC4-9345-4EA2-A477-531CD904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577" y="5907481"/>
            <a:ext cx="2558069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3D7"/>
          </a:solidFill>
          <a:ln xmlns:a="http://schemas.openxmlformats.org/drawingml/2006/main" w="6985">
            <a:solidFill>
              <a:srgbClr val="B07C45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3" name="Rectangle 222">
            <a:extLst xmlns:a="http://schemas.openxmlformats.org/drawingml/2006/main">
              <a:ext uri="{FF2B5EF4-FFF2-40B4-BE49-F238E27FC236}">
                <a16:creationId xmlns:a16="http://schemas.microsoft.com/office/drawing/2014/main" id="{F8AAE49E-1CDA-4AA6-9F42-85CE00E7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872" y="6132423"/>
            <a:ext cx="212197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3D7"/>
          </a:solidFill>
          <a:ln xmlns:a="http://schemas.openxmlformats.org/drawingml/2006/main" w="6985">
            <a:solidFill>
              <a:srgbClr val="B07C45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4" name="Connector 223">
            <a:extLst xmlns:a="http://schemas.openxmlformats.org/drawingml/2006/main">
              <a:ext uri="{FF2B5EF4-FFF2-40B4-BE49-F238E27FC236}">
                <a16:creationId xmlns:a16="http://schemas.microsoft.com/office/drawing/2014/main" id="{04555C9F-7CEB-4CD2-BA30-E1DB77B1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07" y="2112264"/>
            <a:ext cx="0" cy="423550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3D6956"/>
            </a:solidFill>
            <a:prstDash val="dash"/>
          </a:ln>
        </p:spPr>
      </p:sp>
      <p:sp>
        <p:nvSpPr>
          <p:cNvPr id="225" name="Diamond 224">
            <a:extLst xmlns:a="http://schemas.openxmlformats.org/drawingml/2006/main">
              <a:ext uri="{FF2B5EF4-FFF2-40B4-BE49-F238E27FC236}">
                <a16:creationId xmlns:a16="http://schemas.microsoft.com/office/drawing/2014/main" id="{C3B86DDE-CFF7-4139-B4E0-012F67B2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613" y="6297930"/>
            <a:ext cx="132588" cy="13258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695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6" name="Connector 225">
            <a:extLst xmlns:a="http://schemas.openxmlformats.org/drawingml/2006/main">
              <a:ext uri="{FF2B5EF4-FFF2-40B4-BE49-F238E27FC236}">
                <a16:creationId xmlns:a16="http://schemas.microsoft.com/office/drawing/2014/main" id="{26FB73FB-6A1F-4B34-8F03-4275F246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7658" y="6364224"/>
            <a:ext cx="714006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3D6956"/>
            </a:solidFill>
          </a:ln>
        </p:spPr>
      </p:sp>
      <p:sp>
        <p:nvSpPr>
          <p:cNvPr id="227" name="Isosceles Triangle 226">
            <a:extLst xmlns:a="http://schemas.openxmlformats.org/drawingml/2006/main">
              <a:ext uri="{FF2B5EF4-FFF2-40B4-BE49-F238E27FC236}">
                <a16:creationId xmlns:a16="http://schemas.microsoft.com/office/drawing/2014/main" id="{CF34D44E-5CEC-4231-AF4E-3E90B1FC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700516" y="6324904"/>
            <a:ext cx="77724" cy="7772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695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8" name="TextBox 227">
            <a:extLst xmlns:a="http://schemas.openxmlformats.org/drawingml/2006/main">
              <a:ext uri="{FF2B5EF4-FFF2-40B4-BE49-F238E27FC236}">
                <a16:creationId xmlns:a16="http://schemas.microsoft.com/office/drawing/2014/main" id="{A74FBF40-3581-487C-8214-7BB2221A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635" y="6384340"/>
            <a:ext cx="749808" cy="96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60" b="1" i="0">
                <a:solidFill>
                  <a:srgbClr val="3D695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29" name="TextBox 228">
            <a:extLst xmlns:a="http://schemas.openxmlformats.org/drawingml/2006/main">
              <a:ext uri="{FF2B5EF4-FFF2-40B4-BE49-F238E27FC236}">
                <a16:creationId xmlns:a16="http://schemas.microsoft.com/office/drawing/2014/main" id="{38420CF7-56F9-4FDD-83F0-C8686D5B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6661404"/>
            <a:ext cx="6217920" cy="1051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5" b="0" i="1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0" name="TextBox 229">
            <a:extLst xmlns:a="http://schemas.openxmlformats.org/drawingml/2006/main">
              <a:ext uri="{FF2B5EF4-FFF2-40B4-BE49-F238E27FC236}">
                <a16:creationId xmlns:a16="http://schemas.microsoft.com/office/drawing/2014/main" id="{0ACF39F2-70D3-4EF3-B25E-E28F316F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6647688"/>
            <a:ext cx="21031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45" b="0" i="1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1" name="TextBox 230">
            <a:extLst xmlns:a="http://schemas.openxmlformats.org/drawingml/2006/main">
              <a:ext uri="{FF2B5EF4-FFF2-40B4-BE49-F238E27FC236}">
                <a16:creationId xmlns:a16="http://schemas.microsoft.com/office/drawing/2014/main" id="{C87D16CD-B502-4E3A-BCAB-F0C3D77B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6684264"/>
            <a:ext cx="10972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70" b="0" i="0">
                <a:solidFill>
                  <a:srgbClr val="72777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3923378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2026-08-03T13:55:47.7940000Z</dcterms:created>
  <dcterms:modified xsi:type="dcterms:W3CDTF">2026-08-03T13:55:47.7940000Z</dcterms:modified>
</coreProperties>
</file>