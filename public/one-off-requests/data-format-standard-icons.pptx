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9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188" y="101039"/>
            <a:ext cx="8815624" cy="31575"/>
          </a:xfrm>
          <a:prstGeom prst="rect">
            <a:avLst/>
          </a:prstGeom>
          <a:solidFill>
            <a:srgbClr val="330821"/>
          </a:solidFill>
          <a:ln w="12700">
            <a:solidFill>
              <a:srgbClr val="33082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470547" y="309431"/>
            <a:ext cx="1326133" cy="20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b="1" spc="60" kern="0" dirty="0">
                <a:solidFill>
                  <a:srgbClr val="66687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290486" y="783050"/>
            <a:ext cx="4578315" cy="37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60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2860" dirty="0"/>
          </a:p>
        </p:txBody>
      </p:sp>
      <p:sp>
        <p:nvSpPr>
          <p:cNvPr id="10" name="Text 8"/>
          <p:cNvSpPr txBox="1"/>
          <p:nvPr/>
        </p:nvSpPr>
        <p:spPr>
          <a:xfrm>
            <a:off x="296801" y="1187204"/>
            <a:ext cx="6251768" cy="176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66687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1010" dirty="0"/>
          </a:p>
        </p:txBody>
      </p:sp>
      <p:sp>
        <p:nvSpPr>
          <p:cNvPr id="11" name="Text 9"/>
          <p:cNvSpPr txBox="1"/>
          <p:nvPr/>
        </p:nvSpPr>
        <p:spPr>
          <a:xfrm>
            <a:off x="296801" y="1452431"/>
            <a:ext cx="1641878" cy="15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spc="40" kern="0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96801" y="1629249"/>
            <a:ext cx="1900790" cy="530453"/>
          </a:xfrm>
          <a:prstGeom prst="roundRect">
            <a:avLst>
              <a:gd name="adj" fmla="val 13790"/>
            </a:avLst>
          </a:prstGeom>
          <a:solidFill>
            <a:srgbClr val="FBFAF8"/>
          </a:solidFill>
          <a:ln w="8255">
            <a:solidFill>
              <a:srgbClr val="D6C8A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60989" y="1705028"/>
            <a:ext cx="385210" cy="385210"/>
          </a:xfrm>
          <a:prstGeom prst="ellipse">
            <a:avLst/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pic>
        <p:nvPicPr>
          <p:cNvPr id="14" name="Image 0" descr="/mnt/data/existing_unzip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823" y="1742917"/>
            <a:ext cx="265227" cy="28417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40923" y="1723972"/>
            <a:ext cx="1174575" cy="176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</a:t>
            </a:r>
            <a:endParaRPr lang="en-US" sz="1010" dirty="0"/>
          </a:p>
        </p:txBody>
      </p:sp>
      <p:sp>
        <p:nvSpPr>
          <p:cNvPr id="16" name="Text 13"/>
          <p:cNvSpPr txBox="1"/>
          <p:nvPr/>
        </p:nvSpPr>
        <p:spPr>
          <a:xfrm>
            <a:off x="940923" y="1907105"/>
            <a:ext cx="1174575" cy="13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5" dirty="0">
                <a:solidFill>
                  <a:srgbClr val="66687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</a:t>
            </a:r>
            <a:endParaRPr lang="en-US" sz="855" dirty="0"/>
          </a:p>
        </p:txBody>
      </p:sp>
      <p:sp>
        <p:nvSpPr>
          <p:cNvPr id="17" name="Text 14"/>
          <p:cNvSpPr txBox="1"/>
          <p:nvPr/>
        </p:nvSpPr>
        <p:spPr>
          <a:xfrm>
            <a:off x="296801" y="2178646"/>
            <a:ext cx="1900790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5" i="1" dirty="0">
                <a:solidFill>
                  <a:srgbClr val="4541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</a:t>
            </a:r>
            <a:endParaRPr lang="en-US" sz="815" dirty="0"/>
          </a:p>
        </p:txBody>
      </p:sp>
      <p:sp>
        <p:nvSpPr>
          <p:cNvPr id="18" name="Shape 15"/>
          <p:cNvSpPr/>
          <p:nvPr/>
        </p:nvSpPr>
        <p:spPr>
          <a:xfrm>
            <a:off x="2267055" y="1856586"/>
            <a:ext cx="258912" cy="0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2462818" y="1793436"/>
            <a:ext cx="63149" cy="63149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2462818" y="1919735"/>
            <a:ext cx="63149" cy="-63149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677525" y="1629249"/>
            <a:ext cx="1799751" cy="530453"/>
          </a:xfrm>
          <a:prstGeom prst="roundRect">
            <a:avLst>
              <a:gd name="adj" fmla="val 13790"/>
            </a:avLst>
          </a:prstGeom>
          <a:solidFill>
            <a:srgbClr val="FBFAF8"/>
          </a:solidFill>
          <a:ln w="8255">
            <a:solidFill>
              <a:srgbClr val="D6C8AB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810138" y="1705028"/>
            <a:ext cx="385210" cy="385210"/>
          </a:xfrm>
          <a:prstGeom prst="ellipse">
            <a:avLst/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pic>
        <p:nvPicPr>
          <p:cNvPr id="23" name="Image 1" descr="/mnt/data/existing_unzip/ppt/media/image-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343" y="1742917"/>
            <a:ext cx="277856" cy="27785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321646" y="1723972"/>
            <a:ext cx="1073536" cy="176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1010" dirty="0"/>
          </a:p>
        </p:txBody>
      </p:sp>
      <p:sp>
        <p:nvSpPr>
          <p:cNvPr id="25" name="Text 21"/>
          <p:cNvSpPr txBox="1"/>
          <p:nvPr/>
        </p:nvSpPr>
        <p:spPr>
          <a:xfrm>
            <a:off x="3321646" y="1907105"/>
            <a:ext cx="1073536" cy="13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5" dirty="0">
                <a:solidFill>
                  <a:srgbClr val="66687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855" dirty="0"/>
          </a:p>
        </p:txBody>
      </p:sp>
      <p:sp>
        <p:nvSpPr>
          <p:cNvPr id="26" name="Text 22"/>
          <p:cNvSpPr txBox="1"/>
          <p:nvPr/>
        </p:nvSpPr>
        <p:spPr>
          <a:xfrm>
            <a:off x="2677525" y="2178646"/>
            <a:ext cx="1799751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5" i="1" dirty="0">
                <a:solidFill>
                  <a:srgbClr val="4541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</a:t>
            </a:r>
            <a:endParaRPr lang="en-US" sz="815" dirty="0"/>
          </a:p>
        </p:txBody>
      </p:sp>
      <p:sp>
        <p:nvSpPr>
          <p:cNvPr id="27" name="Shape 23"/>
          <p:cNvSpPr/>
          <p:nvPr/>
        </p:nvSpPr>
        <p:spPr>
          <a:xfrm>
            <a:off x="4540425" y="1856586"/>
            <a:ext cx="258912" cy="0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4736188" y="1793436"/>
            <a:ext cx="63149" cy="63149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4736188" y="1919735"/>
            <a:ext cx="63149" cy="-63149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4944580" y="1629249"/>
            <a:ext cx="1585044" cy="530453"/>
          </a:xfrm>
          <a:prstGeom prst="roundRect">
            <a:avLst>
              <a:gd name="adj" fmla="val 13790"/>
            </a:avLst>
          </a:prstGeom>
          <a:solidFill>
            <a:srgbClr val="FBFAF8"/>
          </a:solidFill>
          <a:ln w="8255">
            <a:solidFill>
              <a:srgbClr val="D6C8AB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5089823" y="1705028"/>
            <a:ext cx="385210" cy="385210"/>
          </a:xfrm>
          <a:prstGeom prst="ellipse">
            <a:avLst/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pic>
        <p:nvPicPr>
          <p:cNvPr id="32" name="Image 2" descr="/mnt/data/existing_unzip/ppt/media/image-1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287" y="1736602"/>
            <a:ext cx="239967" cy="29048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588702" y="1723972"/>
            <a:ext cx="858829" cy="176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</a:t>
            </a:r>
            <a:endParaRPr lang="en-US" sz="1010" dirty="0"/>
          </a:p>
        </p:txBody>
      </p:sp>
      <p:sp>
        <p:nvSpPr>
          <p:cNvPr id="34" name="Text 29"/>
          <p:cNvSpPr txBox="1"/>
          <p:nvPr/>
        </p:nvSpPr>
        <p:spPr>
          <a:xfrm>
            <a:off x="5588702" y="1907105"/>
            <a:ext cx="858829" cy="13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5" dirty="0">
                <a:solidFill>
                  <a:srgbClr val="66687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855" dirty="0"/>
          </a:p>
        </p:txBody>
      </p:sp>
      <p:sp>
        <p:nvSpPr>
          <p:cNvPr id="35" name="Text 30"/>
          <p:cNvSpPr txBox="1"/>
          <p:nvPr/>
        </p:nvSpPr>
        <p:spPr>
          <a:xfrm>
            <a:off x="4944580" y="2178646"/>
            <a:ext cx="158504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5" i="1" dirty="0">
                <a:solidFill>
                  <a:srgbClr val="4541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15" dirty="0"/>
          </a:p>
        </p:txBody>
      </p:sp>
      <p:sp>
        <p:nvSpPr>
          <p:cNvPr id="36" name="Shape 31"/>
          <p:cNvSpPr/>
          <p:nvPr/>
        </p:nvSpPr>
        <p:spPr>
          <a:xfrm>
            <a:off x="6586459" y="1856586"/>
            <a:ext cx="252597" cy="0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7" name="Shape 32"/>
          <p:cNvSpPr/>
          <p:nvPr/>
        </p:nvSpPr>
        <p:spPr>
          <a:xfrm>
            <a:off x="6775906" y="1793436"/>
            <a:ext cx="63149" cy="63149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8" name="Shape 33"/>
          <p:cNvSpPr/>
          <p:nvPr/>
        </p:nvSpPr>
        <p:spPr>
          <a:xfrm>
            <a:off x="6775906" y="1919735"/>
            <a:ext cx="63149" cy="-63149"/>
          </a:xfrm>
          <a:prstGeom prst="line">
            <a:avLst/>
          </a:prstGeom>
          <a:noFill/>
          <a:ln w="20320">
            <a:solidFill>
              <a:srgbClr val="967A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9" name="Shape 34"/>
          <p:cNvSpPr/>
          <p:nvPr/>
        </p:nvSpPr>
        <p:spPr>
          <a:xfrm>
            <a:off x="6971669" y="1629249"/>
            <a:ext cx="1843956" cy="530453"/>
          </a:xfrm>
          <a:prstGeom prst="roundRect">
            <a:avLst>
              <a:gd name="adj" fmla="val 13790"/>
            </a:avLst>
          </a:prstGeom>
          <a:solidFill>
            <a:srgbClr val="FBFAF8"/>
          </a:solidFill>
          <a:ln w="8255">
            <a:solidFill>
              <a:srgbClr val="D6C8AB"/>
            </a:solidFill>
            <a:prstDash val="solid"/>
          </a:ln>
        </p:spPr>
        <p:txBody>
          <a:bodyPr/>
          <a:p/>
        </p:txBody>
      </p:sp>
      <p:sp>
        <p:nvSpPr>
          <p:cNvPr id="40" name="Shape 35"/>
          <p:cNvSpPr/>
          <p:nvPr/>
        </p:nvSpPr>
        <p:spPr>
          <a:xfrm>
            <a:off x="7091652" y="1705028"/>
            <a:ext cx="385210" cy="385210"/>
          </a:xfrm>
          <a:prstGeom prst="ellipse">
            <a:avLst/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pic>
        <p:nvPicPr>
          <p:cNvPr id="41" name="Image 3" descr="/mnt/data/existing_unzip/ppt/media/image-1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431" y="1730287"/>
            <a:ext cx="271541" cy="303116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615790" y="1723972"/>
            <a:ext cx="1117740" cy="176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1010" dirty="0"/>
          </a:p>
        </p:txBody>
      </p:sp>
      <p:sp>
        <p:nvSpPr>
          <p:cNvPr id="43" name="Text 37"/>
          <p:cNvSpPr txBox="1"/>
          <p:nvPr/>
        </p:nvSpPr>
        <p:spPr>
          <a:xfrm>
            <a:off x="7615790" y="1907105"/>
            <a:ext cx="1117740" cy="13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5" dirty="0">
                <a:solidFill>
                  <a:srgbClr val="66687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</a:t>
            </a:r>
            <a:endParaRPr lang="en-US" sz="855" dirty="0"/>
          </a:p>
        </p:txBody>
      </p:sp>
      <p:sp>
        <p:nvSpPr>
          <p:cNvPr id="44" name="Text 38"/>
          <p:cNvSpPr txBox="1"/>
          <p:nvPr/>
        </p:nvSpPr>
        <p:spPr>
          <a:xfrm>
            <a:off x="6971669" y="2178646"/>
            <a:ext cx="1843956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5" i="1" dirty="0">
                <a:solidFill>
                  <a:srgbClr val="4541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15" dirty="0"/>
          </a:p>
        </p:txBody>
      </p:sp>
      <p:sp>
        <p:nvSpPr>
          <p:cNvPr id="45" name="Text 39"/>
          <p:cNvSpPr txBox="1"/>
          <p:nvPr/>
        </p:nvSpPr>
        <p:spPr>
          <a:xfrm>
            <a:off x="296801" y="2469133"/>
            <a:ext cx="1515580" cy="15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40" kern="0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780" dirty="0"/>
          </a:p>
        </p:txBody>
      </p:sp>
      <p:sp>
        <p:nvSpPr>
          <p:cNvPr id="46" name="Text 40"/>
          <p:cNvSpPr txBox="1"/>
          <p:nvPr/>
        </p:nvSpPr>
        <p:spPr>
          <a:xfrm>
            <a:off x="6902204" y="2469133"/>
            <a:ext cx="1578729" cy="15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40" kern="0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780" dirty="0"/>
          </a:p>
        </p:txBody>
      </p:sp>
      <p:sp>
        <p:nvSpPr>
          <p:cNvPr id="47" name="Shape 41"/>
          <p:cNvSpPr/>
          <p:nvPr/>
        </p:nvSpPr>
        <p:spPr>
          <a:xfrm>
            <a:off x="296801" y="2658580"/>
            <a:ext cx="6415956" cy="1477691"/>
          </a:xfrm>
          <a:prstGeom prst="roundRect">
            <a:avLst>
              <a:gd name="adj" fmla="val 4950"/>
            </a:avLst>
          </a:prstGeom>
          <a:solidFill>
            <a:srgbClr val="FFFDFB"/>
          </a:solidFill>
          <a:ln w="10160">
            <a:solidFill>
              <a:srgbClr val="967A44"/>
            </a:solidFill>
            <a:prstDash val="solid"/>
          </a:ln>
        </p:spPr>
        <p:txBody>
          <a:bodyPr/>
          <a:p/>
        </p:txBody>
      </p:sp>
      <p:sp>
        <p:nvSpPr>
          <p:cNvPr id="48" name="Shape 42"/>
          <p:cNvSpPr/>
          <p:nvPr/>
        </p:nvSpPr>
        <p:spPr>
          <a:xfrm>
            <a:off x="296801" y="2658580"/>
            <a:ext cx="1155630" cy="1477691"/>
          </a:xfrm>
          <a:prstGeom prst="roundRect">
            <a:avLst>
              <a:gd name="adj" fmla="val 6330"/>
            </a:avLst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sp>
        <p:nvSpPr>
          <p:cNvPr id="49" name="Shape 43"/>
          <p:cNvSpPr/>
          <p:nvPr/>
        </p:nvSpPr>
        <p:spPr>
          <a:xfrm>
            <a:off x="1357707" y="2658580"/>
            <a:ext cx="94724" cy="1477691"/>
          </a:xfrm>
          <a:prstGeom prst="rect">
            <a:avLst/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sp>
        <p:nvSpPr>
          <p:cNvPr id="50" name="Shape 44"/>
          <p:cNvSpPr/>
          <p:nvPr/>
        </p:nvSpPr>
        <p:spPr>
          <a:xfrm>
            <a:off x="378895" y="2734359"/>
            <a:ext cx="214707" cy="202077"/>
          </a:xfrm>
          <a:prstGeom prst="roundRect">
            <a:avLst>
              <a:gd name="adj" fmla="val 36200"/>
            </a:avLst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51" name="Text 45"/>
          <p:cNvSpPr txBox="1"/>
          <p:nvPr/>
        </p:nvSpPr>
        <p:spPr>
          <a:xfrm>
            <a:off x="385210" y="2740674"/>
            <a:ext cx="202077" cy="18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920" dirty="0"/>
          </a:p>
        </p:txBody>
      </p:sp>
      <p:pic>
        <p:nvPicPr>
          <p:cNvPr id="52" name="Image 4" descr="/mnt/data/cleanup_crops/panel_users_cr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22" y="3024845"/>
            <a:ext cx="460989" cy="277856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378895" y="3359536"/>
            <a:ext cx="959867" cy="22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1580" dirty="0"/>
          </a:p>
        </p:txBody>
      </p:sp>
      <p:sp>
        <p:nvSpPr>
          <p:cNvPr id="54" name="Text 47"/>
          <p:cNvSpPr txBox="1"/>
          <p:nvPr/>
        </p:nvSpPr>
        <p:spPr>
          <a:xfrm>
            <a:off x="378895" y="3612133"/>
            <a:ext cx="959867" cy="16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6C8A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920" dirty="0"/>
          </a:p>
        </p:txBody>
      </p:sp>
      <p:sp>
        <p:nvSpPr>
          <p:cNvPr id="55" name="Shape 48"/>
          <p:cNvSpPr/>
          <p:nvPr/>
        </p:nvSpPr>
        <p:spPr>
          <a:xfrm>
            <a:off x="2702785" y="2772249"/>
            <a:ext cx="0" cy="1256669"/>
          </a:xfrm>
          <a:prstGeom prst="line">
            <a:avLst/>
          </a:prstGeom>
          <a:noFill/>
          <a:ln w="8255">
            <a:solidFill>
              <a:srgbClr val="D9D5C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6" name="Shape 49"/>
          <p:cNvSpPr/>
          <p:nvPr/>
        </p:nvSpPr>
        <p:spPr>
          <a:xfrm>
            <a:off x="3921564" y="2772249"/>
            <a:ext cx="0" cy="1256669"/>
          </a:xfrm>
          <a:prstGeom prst="line">
            <a:avLst/>
          </a:prstGeom>
          <a:noFill/>
          <a:ln w="8255">
            <a:solidFill>
              <a:srgbClr val="D9D5C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7" name="Shape 50"/>
          <p:cNvSpPr/>
          <p:nvPr/>
        </p:nvSpPr>
        <p:spPr>
          <a:xfrm>
            <a:off x="5165602" y="2772249"/>
            <a:ext cx="0" cy="1256669"/>
          </a:xfrm>
          <a:prstGeom prst="line">
            <a:avLst/>
          </a:prstGeom>
          <a:noFill/>
          <a:ln w="8255">
            <a:solidFill>
              <a:srgbClr val="D9D5C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58" name="Image 5" descr="/mnt/data/existing_unzip/ppt/media/image-1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680" y="2791193"/>
            <a:ext cx="277856" cy="265227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1553470" y="3087994"/>
            <a:ext cx="1048276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</a:t>
            </a:r>
            <a:endParaRPr lang="en-US" sz="825" dirty="0"/>
          </a:p>
        </p:txBody>
      </p:sp>
      <p:sp>
        <p:nvSpPr>
          <p:cNvPr id="60" name="Shape 52"/>
          <p:cNvSpPr/>
          <p:nvPr/>
        </p:nvSpPr>
        <p:spPr>
          <a:xfrm>
            <a:off x="1622934" y="330901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61" name="Text 53"/>
          <p:cNvSpPr txBox="1"/>
          <p:nvPr/>
        </p:nvSpPr>
        <p:spPr>
          <a:xfrm>
            <a:off x="1705028" y="3264812"/>
            <a:ext cx="928293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62" name="Shape 54"/>
          <p:cNvSpPr/>
          <p:nvPr/>
        </p:nvSpPr>
        <p:spPr>
          <a:xfrm>
            <a:off x="1622934" y="346689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63" name="Text 55"/>
          <p:cNvSpPr txBox="1"/>
          <p:nvPr/>
        </p:nvSpPr>
        <p:spPr>
          <a:xfrm>
            <a:off x="1705028" y="3422685"/>
            <a:ext cx="928293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64" name="Shape 56"/>
          <p:cNvSpPr/>
          <p:nvPr/>
        </p:nvSpPr>
        <p:spPr>
          <a:xfrm>
            <a:off x="1622934" y="3624762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65" name="Text 57"/>
          <p:cNvSpPr txBox="1"/>
          <p:nvPr/>
        </p:nvSpPr>
        <p:spPr>
          <a:xfrm>
            <a:off x="1705028" y="3580558"/>
            <a:ext cx="928293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</a:t>
            </a:r>
            <a:endParaRPr lang="en-US" sz="810" dirty="0"/>
          </a:p>
        </p:txBody>
      </p:sp>
      <p:pic>
        <p:nvPicPr>
          <p:cNvPr id="66" name="Image 6" descr="/mnt/data/existing_unzip/ppt/media/image-1-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3246" y="2791193"/>
            <a:ext cx="277856" cy="265227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2803823" y="3087994"/>
            <a:ext cx="1016702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</a:t>
            </a:r>
            <a:endParaRPr lang="en-US" sz="825" dirty="0"/>
          </a:p>
        </p:txBody>
      </p:sp>
      <p:sp>
        <p:nvSpPr>
          <p:cNvPr id="68" name="Shape 59"/>
          <p:cNvSpPr/>
          <p:nvPr/>
        </p:nvSpPr>
        <p:spPr>
          <a:xfrm>
            <a:off x="2873287" y="330901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69" name="Text 60"/>
          <p:cNvSpPr txBox="1"/>
          <p:nvPr/>
        </p:nvSpPr>
        <p:spPr>
          <a:xfrm>
            <a:off x="2955381" y="3264812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70" name="Shape 61"/>
          <p:cNvSpPr/>
          <p:nvPr/>
        </p:nvSpPr>
        <p:spPr>
          <a:xfrm>
            <a:off x="2873287" y="346689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71" name="Text 62"/>
          <p:cNvSpPr txBox="1"/>
          <p:nvPr/>
        </p:nvSpPr>
        <p:spPr>
          <a:xfrm>
            <a:off x="2955381" y="3422685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</a:t>
            </a:r>
            <a:endParaRPr lang="en-US" sz="810" dirty="0"/>
          </a:p>
        </p:txBody>
      </p:sp>
      <p:sp>
        <p:nvSpPr>
          <p:cNvPr id="72" name="Shape 63"/>
          <p:cNvSpPr/>
          <p:nvPr/>
        </p:nvSpPr>
        <p:spPr>
          <a:xfrm>
            <a:off x="2873287" y="3624762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73" name="Text 64"/>
          <p:cNvSpPr txBox="1"/>
          <p:nvPr/>
        </p:nvSpPr>
        <p:spPr>
          <a:xfrm>
            <a:off x="2955381" y="3580558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</a:t>
            </a:r>
            <a:endParaRPr lang="en-US" sz="810" dirty="0"/>
          </a:p>
        </p:txBody>
      </p:sp>
      <p:sp>
        <p:nvSpPr>
          <p:cNvPr id="74" name="Shape 65"/>
          <p:cNvSpPr/>
          <p:nvPr/>
        </p:nvSpPr>
        <p:spPr>
          <a:xfrm>
            <a:off x="2873287" y="3782635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75" name="Text 66"/>
          <p:cNvSpPr txBox="1"/>
          <p:nvPr/>
        </p:nvSpPr>
        <p:spPr>
          <a:xfrm>
            <a:off x="2955381" y="3738431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10" dirty="0"/>
          </a:p>
        </p:txBody>
      </p:sp>
      <p:pic>
        <p:nvPicPr>
          <p:cNvPr id="76" name="Image 7" descr="/mnt/data/existing_unzip/ppt/media/image-1-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4655" y="2791193"/>
            <a:ext cx="277856" cy="265227"/>
          </a:xfrm>
          <a:prstGeom prst="rect">
            <a:avLst/>
          </a:prstGeom>
        </p:spPr>
      </p:pic>
      <p:sp>
        <p:nvSpPr>
          <p:cNvPr id="77" name="Text 67"/>
          <p:cNvSpPr txBox="1"/>
          <p:nvPr/>
        </p:nvSpPr>
        <p:spPr>
          <a:xfrm>
            <a:off x="4022602" y="3087994"/>
            <a:ext cx="1041961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</a:t>
            </a:r>
            <a:endParaRPr lang="en-US" sz="825" dirty="0"/>
          </a:p>
        </p:txBody>
      </p:sp>
      <p:sp>
        <p:nvSpPr>
          <p:cNvPr id="78" name="Shape 68"/>
          <p:cNvSpPr/>
          <p:nvPr/>
        </p:nvSpPr>
        <p:spPr>
          <a:xfrm>
            <a:off x="4092066" y="330901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79" name="Text 69"/>
          <p:cNvSpPr txBox="1"/>
          <p:nvPr/>
        </p:nvSpPr>
        <p:spPr>
          <a:xfrm>
            <a:off x="4174160" y="3264812"/>
            <a:ext cx="92197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80" name="Shape 70"/>
          <p:cNvSpPr/>
          <p:nvPr/>
        </p:nvSpPr>
        <p:spPr>
          <a:xfrm>
            <a:off x="4092066" y="346689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81" name="Text 71"/>
          <p:cNvSpPr txBox="1"/>
          <p:nvPr/>
        </p:nvSpPr>
        <p:spPr>
          <a:xfrm>
            <a:off x="4174160" y="3422685"/>
            <a:ext cx="92197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82" name="Shape 72"/>
          <p:cNvSpPr/>
          <p:nvPr/>
        </p:nvSpPr>
        <p:spPr>
          <a:xfrm>
            <a:off x="4092066" y="3624762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83" name="Text 73"/>
          <p:cNvSpPr txBox="1"/>
          <p:nvPr/>
        </p:nvSpPr>
        <p:spPr>
          <a:xfrm>
            <a:off x="4174160" y="3580558"/>
            <a:ext cx="92197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84" name="Shape 74"/>
          <p:cNvSpPr/>
          <p:nvPr/>
        </p:nvSpPr>
        <p:spPr>
          <a:xfrm>
            <a:off x="4092066" y="3782635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85" name="Text 75"/>
          <p:cNvSpPr txBox="1"/>
          <p:nvPr/>
        </p:nvSpPr>
        <p:spPr>
          <a:xfrm>
            <a:off x="4174160" y="3738431"/>
            <a:ext cx="92197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10" dirty="0"/>
          </a:p>
        </p:txBody>
      </p:sp>
      <p:pic>
        <p:nvPicPr>
          <p:cNvPr id="86" name="Image 8" descr="/mnt/data/existing_unzip/ppt/media/image-1-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0251" y="2791193"/>
            <a:ext cx="277856" cy="265227"/>
          </a:xfrm>
          <a:prstGeom prst="rect">
            <a:avLst/>
          </a:prstGeom>
        </p:spPr>
      </p:pic>
      <p:sp>
        <p:nvSpPr>
          <p:cNvPr id="87" name="Text 76"/>
          <p:cNvSpPr txBox="1"/>
          <p:nvPr/>
        </p:nvSpPr>
        <p:spPr>
          <a:xfrm>
            <a:off x="5266641" y="3087994"/>
            <a:ext cx="1345077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25" dirty="0"/>
          </a:p>
        </p:txBody>
      </p:sp>
      <p:sp>
        <p:nvSpPr>
          <p:cNvPr id="88" name="Shape 77"/>
          <p:cNvSpPr/>
          <p:nvPr/>
        </p:nvSpPr>
        <p:spPr>
          <a:xfrm>
            <a:off x="5336105" y="330901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89" name="Text 78"/>
          <p:cNvSpPr txBox="1"/>
          <p:nvPr/>
        </p:nvSpPr>
        <p:spPr>
          <a:xfrm>
            <a:off x="5418199" y="3264812"/>
            <a:ext cx="122509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10" dirty="0"/>
          </a:p>
        </p:txBody>
      </p:sp>
      <p:sp>
        <p:nvSpPr>
          <p:cNvPr id="90" name="Shape 79"/>
          <p:cNvSpPr/>
          <p:nvPr/>
        </p:nvSpPr>
        <p:spPr>
          <a:xfrm>
            <a:off x="5336105" y="346689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91" name="Text 80"/>
          <p:cNvSpPr txBox="1"/>
          <p:nvPr/>
        </p:nvSpPr>
        <p:spPr>
          <a:xfrm>
            <a:off x="5418199" y="3422685"/>
            <a:ext cx="122509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10" dirty="0"/>
          </a:p>
        </p:txBody>
      </p:sp>
      <p:sp>
        <p:nvSpPr>
          <p:cNvPr id="92" name="Shape 81"/>
          <p:cNvSpPr/>
          <p:nvPr/>
        </p:nvSpPr>
        <p:spPr>
          <a:xfrm>
            <a:off x="5336105" y="3624762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93" name="Text 82"/>
          <p:cNvSpPr txBox="1"/>
          <p:nvPr/>
        </p:nvSpPr>
        <p:spPr>
          <a:xfrm>
            <a:off x="5418199" y="3580558"/>
            <a:ext cx="122509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94" name="Shape 83"/>
          <p:cNvSpPr/>
          <p:nvPr/>
        </p:nvSpPr>
        <p:spPr>
          <a:xfrm>
            <a:off x="5336105" y="3782635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95" name="Text 84"/>
          <p:cNvSpPr txBox="1"/>
          <p:nvPr/>
        </p:nvSpPr>
        <p:spPr>
          <a:xfrm>
            <a:off x="5418199" y="3738431"/>
            <a:ext cx="122509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</a:t>
            </a:r>
            <a:endParaRPr lang="en-US" sz="810" dirty="0"/>
          </a:p>
        </p:txBody>
      </p:sp>
      <p:sp>
        <p:nvSpPr>
          <p:cNvPr id="96" name="Shape 85"/>
          <p:cNvSpPr/>
          <p:nvPr/>
        </p:nvSpPr>
        <p:spPr>
          <a:xfrm>
            <a:off x="296801" y="4205735"/>
            <a:ext cx="6415956" cy="1496635"/>
          </a:xfrm>
          <a:prstGeom prst="roundRect">
            <a:avLst>
              <a:gd name="adj" fmla="val 4888"/>
            </a:avLst>
          </a:prstGeom>
          <a:solidFill>
            <a:srgbClr val="FFFDFB"/>
          </a:solidFill>
          <a:ln w="10160">
            <a:solidFill>
              <a:srgbClr val="967A44"/>
            </a:solidFill>
            <a:prstDash val="solid"/>
          </a:ln>
        </p:spPr>
        <p:txBody>
          <a:bodyPr/>
          <a:p/>
        </p:txBody>
      </p:sp>
      <p:sp>
        <p:nvSpPr>
          <p:cNvPr id="97" name="Shape 86"/>
          <p:cNvSpPr/>
          <p:nvPr/>
        </p:nvSpPr>
        <p:spPr>
          <a:xfrm>
            <a:off x="296801" y="4205735"/>
            <a:ext cx="1155630" cy="1496635"/>
          </a:xfrm>
          <a:prstGeom prst="roundRect">
            <a:avLst>
              <a:gd name="adj" fmla="val 6330"/>
            </a:avLst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sp>
        <p:nvSpPr>
          <p:cNvPr id="98" name="Shape 87"/>
          <p:cNvSpPr/>
          <p:nvPr/>
        </p:nvSpPr>
        <p:spPr>
          <a:xfrm>
            <a:off x="1357707" y="4205735"/>
            <a:ext cx="94724" cy="1496635"/>
          </a:xfrm>
          <a:prstGeom prst="rect">
            <a:avLst/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sp>
        <p:nvSpPr>
          <p:cNvPr id="99" name="Shape 88"/>
          <p:cNvSpPr/>
          <p:nvPr/>
        </p:nvSpPr>
        <p:spPr>
          <a:xfrm>
            <a:off x="378895" y="4281514"/>
            <a:ext cx="214707" cy="202077"/>
          </a:xfrm>
          <a:prstGeom prst="roundRect">
            <a:avLst>
              <a:gd name="adj" fmla="val 36200"/>
            </a:avLst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00" name="Text 89"/>
          <p:cNvSpPr txBox="1"/>
          <p:nvPr/>
        </p:nvSpPr>
        <p:spPr>
          <a:xfrm>
            <a:off x="385210" y="4287829"/>
            <a:ext cx="202077" cy="18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920" dirty="0"/>
          </a:p>
        </p:txBody>
      </p:sp>
      <p:pic>
        <p:nvPicPr>
          <p:cNvPr id="101" name="Image 9" descr="/mnt/data/cleanup_crops/panel_map_cro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956" y="4496221"/>
            <a:ext cx="322061" cy="372580"/>
          </a:xfrm>
          <a:prstGeom prst="rect">
            <a:avLst/>
          </a:prstGeom>
        </p:spPr>
      </p:pic>
      <p:sp>
        <p:nvSpPr>
          <p:cNvPr id="102" name="Text 90"/>
          <p:cNvSpPr txBox="1"/>
          <p:nvPr/>
        </p:nvSpPr>
        <p:spPr>
          <a:xfrm>
            <a:off x="378895" y="4906691"/>
            <a:ext cx="959867" cy="22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1580" dirty="0"/>
          </a:p>
        </p:txBody>
      </p:sp>
      <p:sp>
        <p:nvSpPr>
          <p:cNvPr id="103" name="Text 91"/>
          <p:cNvSpPr txBox="1"/>
          <p:nvPr/>
        </p:nvSpPr>
        <p:spPr>
          <a:xfrm>
            <a:off x="378895" y="5159287"/>
            <a:ext cx="959867" cy="164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6C8A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920" dirty="0"/>
          </a:p>
        </p:txBody>
      </p:sp>
      <p:sp>
        <p:nvSpPr>
          <p:cNvPr id="104" name="Shape 92"/>
          <p:cNvSpPr/>
          <p:nvPr/>
        </p:nvSpPr>
        <p:spPr>
          <a:xfrm>
            <a:off x="2702785" y="4319403"/>
            <a:ext cx="0" cy="1275613"/>
          </a:xfrm>
          <a:prstGeom prst="line">
            <a:avLst/>
          </a:prstGeom>
          <a:noFill/>
          <a:ln w="8255">
            <a:solidFill>
              <a:srgbClr val="D9D5C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5" name="Shape 93"/>
          <p:cNvSpPr/>
          <p:nvPr/>
        </p:nvSpPr>
        <p:spPr>
          <a:xfrm>
            <a:off x="3921564" y="4319403"/>
            <a:ext cx="0" cy="1275613"/>
          </a:xfrm>
          <a:prstGeom prst="line">
            <a:avLst/>
          </a:prstGeom>
          <a:noFill/>
          <a:ln w="8255">
            <a:solidFill>
              <a:srgbClr val="D9D5C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6" name="Shape 94"/>
          <p:cNvSpPr/>
          <p:nvPr/>
        </p:nvSpPr>
        <p:spPr>
          <a:xfrm>
            <a:off x="5165602" y="4319403"/>
            <a:ext cx="0" cy="1275613"/>
          </a:xfrm>
          <a:prstGeom prst="line">
            <a:avLst/>
          </a:prstGeom>
          <a:noFill/>
          <a:ln w="8255">
            <a:solidFill>
              <a:srgbClr val="D9D5C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107" name="Image 10" descr="/mnt/data/existing_unzip/ppt/media/image-1-1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8680" y="4338348"/>
            <a:ext cx="277856" cy="265227"/>
          </a:xfrm>
          <a:prstGeom prst="rect">
            <a:avLst/>
          </a:prstGeom>
        </p:spPr>
      </p:pic>
      <p:sp>
        <p:nvSpPr>
          <p:cNvPr id="108" name="Text 95"/>
          <p:cNvSpPr txBox="1"/>
          <p:nvPr/>
        </p:nvSpPr>
        <p:spPr>
          <a:xfrm>
            <a:off x="1553470" y="4635149"/>
            <a:ext cx="1048276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</a:t>
            </a:r>
            <a:endParaRPr lang="en-US" sz="825" dirty="0"/>
          </a:p>
        </p:txBody>
      </p:sp>
      <p:sp>
        <p:nvSpPr>
          <p:cNvPr id="109" name="Shape 96"/>
          <p:cNvSpPr/>
          <p:nvPr/>
        </p:nvSpPr>
        <p:spPr>
          <a:xfrm>
            <a:off x="1622934" y="4856171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10" name="Text 97"/>
          <p:cNvSpPr txBox="1"/>
          <p:nvPr/>
        </p:nvSpPr>
        <p:spPr>
          <a:xfrm>
            <a:off x="1705028" y="4811967"/>
            <a:ext cx="928293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10" dirty="0"/>
          </a:p>
        </p:txBody>
      </p:sp>
      <p:sp>
        <p:nvSpPr>
          <p:cNvPr id="111" name="Shape 98"/>
          <p:cNvSpPr/>
          <p:nvPr/>
        </p:nvSpPr>
        <p:spPr>
          <a:xfrm>
            <a:off x="1622934" y="5014044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12" name="Text 99"/>
          <p:cNvSpPr txBox="1"/>
          <p:nvPr/>
        </p:nvSpPr>
        <p:spPr>
          <a:xfrm>
            <a:off x="1705028" y="4969840"/>
            <a:ext cx="928293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10" dirty="0"/>
          </a:p>
        </p:txBody>
      </p:sp>
      <p:sp>
        <p:nvSpPr>
          <p:cNvPr id="113" name="Shape 100"/>
          <p:cNvSpPr/>
          <p:nvPr/>
        </p:nvSpPr>
        <p:spPr>
          <a:xfrm>
            <a:off x="1622934" y="517191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14" name="Text 101"/>
          <p:cNvSpPr txBox="1"/>
          <p:nvPr/>
        </p:nvSpPr>
        <p:spPr>
          <a:xfrm>
            <a:off x="1705028" y="5127713"/>
            <a:ext cx="928293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pic>
        <p:nvPicPr>
          <p:cNvPr id="115" name="Image 11" descr="/mnt/data/existing_unzip/ppt/media/image-1-1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3246" y="4338348"/>
            <a:ext cx="277856" cy="265227"/>
          </a:xfrm>
          <a:prstGeom prst="rect">
            <a:avLst/>
          </a:prstGeom>
        </p:spPr>
      </p:pic>
      <p:sp>
        <p:nvSpPr>
          <p:cNvPr id="116" name="Text 102"/>
          <p:cNvSpPr txBox="1"/>
          <p:nvPr/>
        </p:nvSpPr>
        <p:spPr>
          <a:xfrm>
            <a:off x="2803823" y="4635149"/>
            <a:ext cx="1016702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</a:t>
            </a:r>
            <a:endParaRPr lang="en-US" sz="825" dirty="0"/>
          </a:p>
        </p:txBody>
      </p:sp>
      <p:sp>
        <p:nvSpPr>
          <p:cNvPr id="117" name="Shape 103"/>
          <p:cNvSpPr/>
          <p:nvPr/>
        </p:nvSpPr>
        <p:spPr>
          <a:xfrm>
            <a:off x="2873287" y="4856171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18" name="Text 104"/>
          <p:cNvSpPr txBox="1"/>
          <p:nvPr/>
        </p:nvSpPr>
        <p:spPr>
          <a:xfrm>
            <a:off x="2955381" y="4811967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10" dirty="0"/>
          </a:p>
        </p:txBody>
      </p:sp>
      <p:sp>
        <p:nvSpPr>
          <p:cNvPr id="119" name="Shape 105"/>
          <p:cNvSpPr/>
          <p:nvPr/>
        </p:nvSpPr>
        <p:spPr>
          <a:xfrm>
            <a:off x="2873287" y="5014044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20" name="Text 106"/>
          <p:cNvSpPr txBox="1"/>
          <p:nvPr/>
        </p:nvSpPr>
        <p:spPr>
          <a:xfrm>
            <a:off x="2955381" y="4969840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121" name="Shape 107"/>
          <p:cNvSpPr/>
          <p:nvPr/>
        </p:nvSpPr>
        <p:spPr>
          <a:xfrm>
            <a:off x="2873287" y="517191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22" name="Text 108"/>
          <p:cNvSpPr txBox="1"/>
          <p:nvPr/>
        </p:nvSpPr>
        <p:spPr>
          <a:xfrm>
            <a:off x="2955381" y="5127713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10" dirty="0"/>
          </a:p>
        </p:txBody>
      </p:sp>
      <p:sp>
        <p:nvSpPr>
          <p:cNvPr id="123" name="Shape 109"/>
          <p:cNvSpPr/>
          <p:nvPr/>
        </p:nvSpPr>
        <p:spPr>
          <a:xfrm>
            <a:off x="2873287" y="532979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24" name="Text 110"/>
          <p:cNvSpPr txBox="1"/>
          <p:nvPr/>
        </p:nvSpPr>
        <p:spPr>
          <a:xfrm>
            <a:off x="2955381" y="5285586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</a:t>
            </a:r>
            <a:endParaRPr lang="en-US" sz="810" dirty="0"/>
          </a:p>
        </p:txBody>
      </p:sp>
      <p:sp>
        <p:nvSpPr>
          <p:cNvPr id="125" name="Shape 111"/>
          <p:cNvSpPr/>
          <p:nvPr/>
        </p:nvSpPr>
        <p:spPr>
          <a:xfrm>
            <a:off x="2873287" y="5487663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26" name="Text 112"/>
          <p:cNvSpPr txBox="1"/>
          <p:nvPr/>
        </p:nvSpPr>
        <p:spPr>
          <a:xfrm>
            <a:off x="2955381" y="5443459"/>
            <a:ext cx="89671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10" dirty="0"/>
          </a:p>
        </p:txBody>
      </p:sp>
      <p:pic>
        <p:nvPicPr>
          <p:cNvPr id="127" name="Image 12" descr="/mnt/data/existing_unzip/ppt/media/image-1-1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4655" y="4338348"/>
            <a:ext cx="277856" cy="265227"/>
          </a:xfrm>
          <a:prstGeom prst="rect">
            <a:avLst/>
          </a:prstGeom>
        </p:spPr>
      </p:pic>
      <p:sp>
        <p:nvSpPr>
          <p:cNvPr id="128" name="Text 113"/>
          <p:cNvSpPr txBox="1"/>
          <p:nvPr/>
        </p:nvSpPr>
        <p:spPr>
          <a:xfrm>
            <a:off x="4022602" y="4635149"/>
            <a:ext cx="1041961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</a:t>
            </a:r>
            <a:endParaRPr lang="en-US" sz="825" dirty="0"/>
          </a:p>
        </p:txBody>
      </p:sp>
      <p:sp>
        <p:nvSpPr>
          <p:cNvPr id="129" name="Shape 114"/>
          <p:cNvSpPr/>
          <p:nvPr/>
        </p:nvSpPr>
        <p:spPr>
          <a:xfrm>
            <a:off x="4092066" y="4856171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30" name="Text 115"/>
          <p:cNvSpPr txBox="1"/>
          <p:nvPr/>
        </p:nvSpPr>
        <p:spPr>
          <a:xfrm>
            <a:off x="4174160" y="4811967"/>
            <a:ext cx="92197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10" dirty="0"/>
          </a:p>
        </p:txBody>
      </p:sp>
      <p:sp>
        <p:nvSpPr>
          <p:cNvPr id="131" name="Shape 116"/>
          <p:cNvSpPr/>
          <p:nvPr/>
        </p:nvSpPr>
        <p:spPr>
          <a:xfrm>
            <a:off x="4092066" y="5014044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32" name="Text 117"/>
          <p:cNvSpPr txBox="1"/>
          <p:nvPr/>
        </p:nvSpPr>
        <p:spPr>
          <a:xfrm>
            <a:off x="4174160" y="4969840"/>
            <a:ext cx="92197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</a:t>
            </a:r>
            <a:endParaRPr lang="en-US" sz="810" dirty="0"/>
          </a:p>
        </p:txBody>
      </p:sp>
      <p:sp>
        <p:nvSpPr>
          <p:cNvPr id="133" name="Shape 118"/>
          <p:cNvSpPr/>
          <p:nvPr/>
        </p:nvSpPr>
        <p:spPr>
          <a:xfrm>
            <a:off x="4092066" y="517191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34" name="Text 119"/>
          <p:cNvSpPr txBox="1"/>
          <p:nvPr/>
        </p:nvSpPr>
        <p:spPr>
          <a:xfrm>
            <a:off x="4174160" y="5127713"/>
            <a:ext cx="92197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10" dirty="0"/>
          </a:p>
        </p:txBody>
      </p:sp>
      <p:sp>
        <p:nvSpPr>
          <p:cNvPr id="135" name="Shape 120"/>
          <p:cNvSpPr/>
          <p:nvPr/>
        </p:nvSpPr>
        <p:spPr>
          <a:xfrm>
            <a:off x="4092066" y="532979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36" name="Text 121"/>
          <p:cNvSpPr txBox="1"/>
          <p:nvPr/>
        </p:nvSpPr>
        <p:spPr>
          <a:xfrm>
            <a:off x="4174160" y="5285586"/>
            <a:ext cx="921978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10" dirty="0"/>
          </a:p>
        </p:txBody>
      </p:sp>
      <p:pic>
        <p:nvPicPr>
          <p:cNvPr id="137" name="Image 13" descr="/mnt/data/existing_unzip/ppt/media/image-1-9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00251" y="4338348"/>
            <a:ext cx="277856" cy="265227"/>
          </a:xfrm>
          <a:prstGeom prst="rect">
            <a:avLst/>
          </a:prstGeom>
        </p:spPr>
      </p:pic>
      <p:sp>
        <p:nvSpPr>
          <p:cNvPr id="138" name="Text 122"/>
          <p:cNvSpPr txBox="1"/>
          <p:nvPr/>
        </p:nvSpPr>
        <p:spPr>
          <a:xfrm>
            <a:off x="5266641" y="4635149"/>
            <a:ext cx="1345077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25" dirty="0"/>
          </a:p>
        </p:txBody>
      </p:sp>
      <p:sp>
        <p:nvSpPr>
          <p:cNvPr id="139" name="Shape 123"/>
          <p:cNvSpPr/>
          <p:nvPr/>
        </p:nvSpPr>
        <p:spPr>
          <a:xfrm>
            <a:off x="5336105" y="4856171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40" name="Text 124"/>
          <p:cNvSpPr txBox="1"/>
          <p:nvPr/>
        </p:nvSpPr>
        <p:spPr>
          <a:xfrm>
            <a:off x="5418199" y="4811967"/>
            <a:ext cx="122509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10" dirty="0"/>
          </a:p>
        </p:txBody>
      </p:sp>
      <p:sp>
        <p:nvSpPr>
          <p:cNvPr id="141" name="Shape 125"/>
          <p:cNvSpPr/>
          <p:nvPr/>
        </p:nvSpPr>
        <p:spPr>
          <a:xfrm>
            <a:off x="5336105" y="5014044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42" name="Text 126"/>
          <p:cNvSpPr txBox="1"/>
          <p:nvPr/>
        </p:nvSpPr>
        <p:spPr>
          <a:xfrm>
            <a:off x="5418199" y="4969840"/>
            <a:ext cx="122509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10" dirty="0"/>
          </a:p>
        </p:txBody>
      </p:sp>
      <p:sp>
        <p:nvSpPr>
          <p:cNvPr id="143" name="Shape 127"/>
          <p:cNvSpPr/>
          <p:nvPr/>
        </p:nvSpPr>
        <p:spPr>
          <a:xfrm>
            <a:off x="5336105" y="517191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44" name="Text 128"/>
          <p:cNvSpPr txBox="1"/>
          <p:nvPr/>
        </p:nvSpPr>
        <p:spPr>
          <a:xfrm>
            <a:off x="5418199" y="5127713"/>
            <a:ext cx="122509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10" dirty="0"/>
          </a:p>
        </p:txBody>
      </p:sp>
      <p:sp>
        <p:nvSpPr>
          <p:cNvPr id="145" name="Shape 129"/>
          <p:cNvSpPr/>
          <p:nvPr/>
        </p:nvSpPr>
        <p:spPr>
          <a:xfrm>
            <a:off x="5336105" y="532979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46" name="Text 130"/>
          <p:cNvSpPr txBox="1"/>
          <p:nvPr/>
        </p:nvSpPr>
        <p:spPr>
          <a:xfrm>
            <a:off x="5418199" y="5285586"/>
            <a:ext cx="1225094" cy="1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</a:t>
            </a:r>
            <a:endParaRPr lang="en-US" sz="810" dirty="0"/>
          </a:p>
        </p:txBody>
      </p:sp>
      <p:sp>
        <p:nvSpPr>
          <p:cNvPr id="147" name="Shape 131"/>
          <p:cNvSpPr/>
          <p:nvPr/>
        </p:nvSpPr>
        <p:spPr>
          <a:xfrm>
            <a:off x="6902204" y="2671210"/>
            <a:ext cx="1913420" cy="3031160"/>
          </a:xfrm>
          <a:prstGeom prst="roundRect">
            <a:avLst>
              <a:gd name="adj" fmla="val 3823"/>
            </a:avLst>
          </a:prstGeom>
          <a:solidFill>
            <a:srgbClr val="FBFAF8"/>
          </a:solidFill>
          <a:ln w="8890">
            <a:solidFill>
              <a:srgbClr val="D6C8AB"/>
            </a:solidFill>
            <a:prstDash val="solid"/>
          </a:ln>
        </p:spPr>
        <p:txBody>
          <a:bodyPr/>
          <a:p/>
        </p:txBody>
      </p:sp>
      <p:sp>
        <p:nvSpPr>
          <p:cNvPr id="148" name="Shape 132"/>
          <p:cNvSpPr/>
          <p:nvPr/>
        </p:nvSpPr>
        <p:spPr>
          <a:xfrm>
            <a:off x="6971669" y="4344663"/>
            <a:ext cx="1780807" cy="0"/>
          </a:xfrm>
          <a:prstGeom prst="line">
            <a:avLst/>
          </a:prstGeom>
          <a:noFill/>
          <a:ln w="6985">
            <a:solidFill>
              <a:srgbClr val="D9D5CF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9" name="Shape 133"/>
          <p:cNvSpPr/>
          <p:nvPr/>
        </p:nvSpPr>
        <p:spPr>
          <a:xfrm>
            <a:off x="6990613" y="2746989"/>
            <a:ext cx="214707" cy="202077"/>
          </a:xfrm>
          <a:prstGeom prst="roundRect">
            <a:avLst>
              <a:gd name="adj" fmla="val 36200"/>
            </a:avLst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50" name="Text 134"/>
          <p:cNvSpPr txBox="1"/>
          <p:nvPr/>
        </p:nvSpPr>
        <p:spPr>
          <a:xfrm>
            <a:off x="6996928" y="2753304"/>
            <a:ext cx="202077" cy="18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920" dirty="0"/>
          </a:p>
        </p:txBody>
      </p:sp>
      <p:pic>
        <p:nvPicPr>
          <p:cNvPr id="151" name="Image 14" descr="/mnt/data/existing_unzip/ppt/media/image-1-1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7950" y="2728044"/>
            <a:ext cx="359950" cy="372580"/>
          </a:xfrm>
          <a:prstGeom prst="rect">
            <a:avLst/>
          </a:prstGeom>
        </p:spPr>
      </p:pic>
      <p:sp>
        <p:nvSpPr>
          <p:cNvPr id="152" name="Text 135"/>
          <p:cNvSpPr txBox="1"/>
          <p:nvPr/>
        </p:nvSpPr>
        <p:spPr>
          <a:xfrm>
            <a:off x="7609475" y="2753304"/>
            <a:ext cx="1073536" cy="18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1040" dirty="0"/>
          </a:p>
        </p:txBody>
      </p:sp>
      <p:sp>
        <p:nvSpPr>
          <p:cNvPr id="153" name="Text 136"/>
          <p:cNvSpPr txBox="1"/>
          <p:nvPr/>
        </p:nvSpPr>
        <p:spPr>
          <a:xfrm>
            <a:off x="7609475" y="2961696"/>
            <a:ext cx="1073536" cy="15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967A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</a:t>
            </a:r>
            <a:endParaRPr lang="en-US" sz="880" dirty="0"/>
          </a:p>
        </p:txBody>
      </p:sp>
      <p:sp>
        <p:nvSpPr>
          <p:cNvPr id="154" name="Shape 137"/>
          <p:cNvSpPr/>
          <p:nvPr/>
        </p:nvSpPr>
        <p:spPr>
          <a:xfrm>
            <a:off x="7116912" y="3290072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55" name="Text 138"/>
          <p:cNvSpPr txBox="1"/>
          <p:nvPr/>
        </p:nvSpPr>
        <p:spPr>
          <a:xfrm>
            <a:off x="7199006" y="3252182"/>
            <a:ext cx="1496635" cy="1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</a:t>
            </a:r>
            <a:endParaRPr lang="en-US" sz="765" dirty="0"/>
          </a:p>
        </p:txBody>
      </p:sp>
      <p:sp>
        <p:nvSpPr>
          <p:cNvPr id="156" name="Shape 139"/>
          <p:cNvSpPr/>
          <p:nvPr/>
        </p:nvSpPr>
        <p:spPr>
          <a:xfrm>
            <a:off x="7116912" y="341637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57" name="Text 140"/>
          <p:cNvSpPr txBox="1"/>
          <p:nvPr/>
        </p:nvSpPr>
        <p:spPr>
          <a:xfrm>
            <a:off x="7199006" y="3378481"/>
            <a:ext cx="1496635" cy="1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</a:t>
            </a:r>
            <a:endParaRPr lang="en-US" sz="765" dirty="0"/>
          </a:p>
        </p:txBody>
      </p:sp>
      <p:sp>
        <p:nvSpPr>
          <p:cNvPr id="158" name="Shape 141"/>
          <p:cNvSpPr/>
          <p:nvPr/>
        </p:nvSpPr>
        <p:spPr>
          <a:xfrm>
            <a:off x="7116912" y="3542669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59" name="Text 142"/>
          <p:cNvSpPr txBox="1"/>
          <p:nvPr/>
        </p:nvSpPr>
        <p:spPr>
          <a:xfrm>
            <a:off x="7199006" y="3504779"/>
            <a:ext cx="1496635" cy="1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</a:t>
            </a:r>
            <a:endParaRPr lang="en-US" sz="765" dirty="0"/>
          </a:p>
        </p:txBody>
      </p:sp>
      <p:sp>
        <p:nvSpPr>
          <p:cNvPr id="160" name="Shape 143"/>
          <p:cNvSpPr/>
          <p:nvPr/>
        </p:nvSpPr>
        <p:spPr>
          <a:xfrm>
            <a:off x="7116912" y="3668967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61" name="Text 144"/>
          <p:cNvSpPr txBox="1"/>
          <p:nvPr/>
        </p:nvSpPr>
        <p:spPr>
          <a:xfrm>
            <a:off x="7199006" y="3631077"/>
            <a:ext cx="1496635" cy="1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765" dirty="0"/>
          </a:p>
        </p:txBody>
      </p:sp>
      <p:sp>
        <p:nvSpPr>
          <p:cNvPr id="162" name="Shape 145"/>
          <p:cNvSpPr/>
          <p:nvPr/>
        </p:nvSpPr>
        <p:spPr>
          <a:xfrm>
            <a:off x="7116912" y="3795265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63" name="Text 146"/>
          <p:cNvSpPr txBox="1"/>
          <p:nvPr/>
        </p:nvSpPr>
        <p:spPr>
          <a:xfrm>
            <a:off x="7199006" y="3757376"/>
            <a:ext cx="1496635" cy="1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</a:t>
            </a:r>
            <a:endParaRPr lang="en-US" sz="765" dirty="0"/>
          </a:p>
        </p:txBody>
      </p:sp>
      <p:sp>
        <p:nvSpPr>
          <p:cNvPr id="164" name="Shape 147"/>
          <p:cNvSpPr/>
          <p:nvPr/>
        </p:nvSpPr>
        <p:spPr>
          <a:xfrm>
            <a:off x="7116912" y="3921564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65" name="Text 148"/>
          <p:cNvSpPr txBox="1"/>
          <p:nvPr/>
        </p:nvSpPr>
        <p:spPr>
          <a:xfrm>
            <a:off x="7199006" y="3883674"/>
            <a:ext cx="1496635" cy="1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</a:t>
            </a:r>
            <a:endParaRPr lang="en-US" sz="765" dirty="0"/>
          </a:p>
        </p:txBody>
      </p:sp>
      <p:sp>
        <p:nvSpPr>
          <p:cNvPr id="166" name="Shape 149"/>
          <p:cNvSpPr/>
          <p:nvPr/>
        </p:nvSpPr>
        <p:spPr>
          <a:xfrm>
            <a:off x="7116912" y="4047862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67" name="Text 150"/>
          <p:cNvSpPr txBox="1"/>
          <p:nvPr/>
        </p:nvSpPr>
        <p:spPr>
          <a:xfrm>
            <a:off x="7199006" y="4009972"/>
            <a:ext cx="1496635" cy="126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</a:t>
            </a:r>
            <a:endParaRPr lang="en-US" sz="765" dirty="0"/>
          </a:p>
        </p:txBody>
      </p:sp>
      <p:sp>
        <p:nvSpPr>
          <p:cNvPr id="168" name="Shape 151"/>
          <p:cNvSpPr/>
          <p:nvPr/>
        </p:nvSpPr>
        <p:spPr>
          <a:xfrm>
            <a:off x="6990613" y="4401497"/>
            <a:ext cx="214707" cy="202077"/>
          </a:xfrm>
          <a:prstGeom prst="roundRect">
            <a:avLst>
              <a:gd name="adj" fmla="val 36200"/>
            </a:avLst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69" name="Text 152"/>
          <p:cNvSpPr txBox="1"/>
          <p:nvPr/>
        </p:nvSpPr>
        <p:spPr>
          <a:xfrm>
            <a:off x="6996928" y="4407812"/>
            <a:ext cx="202077" cy="18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920" dirty="0"/>
          </a:p>
        </p:txBody>
      </p:sp>
      <p:pic>
        <p:nvPicPr>
          <p:cNvPr id="170" name="Image 15" descr="/mnt/data/existing_unzip/ppt/media/image-1-16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17950" y="4420442"/>
            <a:ext cx="322061" cy="328376"/>
          </a:xfrm>
          <a:prstGeom prst="rect">
            <a:avLst/>
          </a:prstGeom>
        </p:spPr>
      </p:pic>
      <p:sp>
        <p:nvSpPr>
          <p:cNvPr id="171" name="Text 153"/>
          <p:cNvSpPr txBox="1"/>
          <p:nvPr/>
        </p:nvSpPr>
        <p:spPr>
          <a:xfrm>
            <a:off x="7609475" y="4445702"/>
            <a:ext cx="1105110" cy="18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5" b="1" dirty="0">
                <a:solidFill>
                  <a:srgbClr val="3A0C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</a:t>
            </a:r>
            <a:endParaRPr lang="en-US" sz="1025" dirty="0"/>
          </a:p>
        </p:txBody>
      </p:sp>
      <p:sp>
        <p:nvSpPr>
          <p:cNvPr id="172" name="Text 154"/>
          <p:cNvSpPr txBox="1"/>
          <p:nvPr/>
        </p:nvSpPr>
        <p:spPr>
          <a:xfrm>
            <a:off x="7609475" y="4641464"/>
            <a:ext cx="1105110" cy="15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967A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</a:t>
            </a:r>
            <a:endParaRPr lang="en-US" sz="880" dirty="0"/>
          </a:p>
        </p:txBody>
      </p:sp>
      <p:sp>
        <p:nvSpPr>
          <p:cNvPr id="173" name="Shape 155"/>
          <p:cNvSpPr/>
          <p:nvPr/>
        </p:nvSpPr>
        <p:spPr>
          <a:xfrm>
            <a:off x="7116912" y="4969840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74" name="Text 156"/>
          <p:cNvSpPr txBox="1"/>
          <p:nvPr/>
        </p:nvSpPr>
        <p:spPr>
          <a:xfrm>
            <a:off x="7199006" y="4925635"/>
            <a:ext cx="1496635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</a:t>
            </a:r>
            <a:endParaRPr lang="en-US" sz="775" dirty="0"/>
          </a:p>
        </p:txBody>
      </p:sp>
      <p:sp>
        <p:nvSpPr>
          <p:cNvPr id="175" name="Shape 157"/>
          <p:cNvSpPr/>
          <p:nvPr/>
        </p:nvSpPr>
        <p:spPr>
          <a:xfrm>
            <a:off x="7116912" y="5115083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76" name="Text 158"/>
          <p:cNvSpPr txBox="1"/>
          <p:nvPr/>
        </p:nvSpPr>
        <p:spPr>
          <a:xfrm>
            <a:off x="7199006" y="5070878"/>
            <a:ext cx="1496635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775" dirty="0"/>
          </a:p>
        </p:txBody>
      </p:sp>
      <p:sp>
        <p:nvSpPr>
          <p:cNvPr id="177" name="Shape 159"/>
          <p:cNvSpPr/>
          <p:nvPr/>
        </p:nvSpPr>
        <p:spPr>
          <a:xfrm>
            <a:off x="7116912" y="5260326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78" name="Text 160"/>
          <p:cNvSpPr txBox="1"/>
          <p:nvPr/>
        </p:nvSpPr>
        <p:spPr>
          <a:xfrm>
            <a:off x="7199006" y="5216122"/>
            <a:ext cx="1496635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</a:t>
            </a:r>
            <a:endParaRPr lang="en-US" sz="775" dirty="0"/>
          </a:p>
        </p:txBody>
      </p:sp>
      <p:sp>
        <p:nvSpPr>
          <p:cNvPr id="179" name="Shape 161"/>
          <p:cNvSpPr/>
          <p:nvPr/>
        </p:nvSpPr>
        <p:spPr>
          <a:xfrm>
            <a:off x="7116912" y="5405569"/>
            <a:ext cx="25260" cy="25260"/>
          </a:xfrm>
          <a:prstGeom prst="rect">
            <a:avLst/>
          </a:prstGeom>
          <a:solidFill>
            <a:srgbClr val="A08750"/>
          </a:solidFill>
          <a:ln w="12700">
            <a:solidFill>
              <a:srgbClr val="A08750"/>
            </a:solidFill>
            <a:prstDash val="solid"/>
          </a:ln>
        </p:spPr>
        <p:txBody>
          <a:bodyPr/>
          <a:p/>
        </p:txBody>
      </p:sp>
      <p:sp>
        <p:nvSpPr>
          <p:cNvPr id="180" name="Text 162"/>
          <p:cNvSpPr txBox="1"/>
          <p:nvPr/>
        </p:nvSpPr>
        <p:spPr>
          <a:xfrm>
            <a:off x="7199006" y="5361365"/>
            <a:ext cx="1496635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</a:t>
            </a:r>
            <a:endParaRPr lang="en-US" sz="775" dirty="0"/>
          </a:p>
        </p:txBody>
      </p:sp>
      <p:sp>
        <p:nvSpPr>
          <p:cNvPr id="181" name="Shape 163"/>
          <p:cNvSpPr/>
          <p:nvPr/>
        </p:nvSpPr>
        <p:spPr>
          <a:xfrm>
            <a:off x="296801" y="5891818"/>
            <a:ext cx="8518823" cy="618862"/>
          </a:xfrm>
          <a:prstGeom prst="roundRect">
            <a:avLst>
              <a:gd name="adj" fmla="val 11820"/>
            </a:avLst>
          </a:prstGeom>
          <a:solidFill>
            <a:srgbClr val="FBFAF8"/>
          </a:solidFill>
          <a:ln w="8255">
            <a:solidFill>
              <a:srgbClr val="D6C8AB"/>
            </a:solidFill>
            <a:prstDash val="solid"/>
          </a:ln>
        </p:spPr>
        <p:txBody>
          <a:bodyPr/>
          <a:p/>
        </p:txBody>
      </p:sp>
      <p:sp>
        <p:nvSpPr>
          <p:cNvPr id="182" name="Shape 164"/>
          <p:cNvSpPr/>
          <p:nvPr/>
        </p:nvSpPr>
        <p:spPr>
          <a:xfrm>
            <a:off x="296801" y="5898133"/>
            <a:ext cx="1553470" cy="612547"/>
          </a:xfrm>
          <a:prstGeom prst="roundRect">
            <a:avLst>
              <a:gd name="adj" fmla="val 11942"/>
            </a:avLst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sp>
        <p:nvSpPr>
          <p:cNvPr id="183" name="Shape 165"/>
          <p:cNvSpPr/>
          <p:nvPr/>
        </p:nvSpPr>
        <p:spPr>
          <a:xfrm>
            <a:off x="1755547" y="5898133"/>
            <a:ext cx="94724" cy="612547"/>
          </a:xfrm>
          <a:prstGeom prst="rect">
            <a:avLst/>
          </a:prstGeom>
          <a:solidFill>
            <a:srgbClr val="390E2A"/>
          </a:solidFill>
          <a:ln w="12700">
            <a:solidFill>
              <a:srgbClr val="390E2A"/>
            </a:solidFill>
            <a:prstDash val="solid"/>
          </a:ln>
        </p:spPr>
        <p:txBody>
          <a:bodyPr/>
          <a:p/>
        </p:txBody>
      </p:sp>
      <p:pic>
        <p:nvPicPr>
          <p:cNvPr id="184" name="Image 16" descr="/mnt/data/cleanup_crops/buyer_chart_cro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989" y="6030746"/>
            <a:ext cx="303116" cy="315746"/>
          </a:xfrm>
          <a:prstGeom prst="rect">
            <a:avLst/>
          </a:prstGeom>
        </p:spPr>
      </p:pic>
      <p:sp>
        <p:nvSpPr>
          <p:cNvPr id="185" name="Text 166"/>
          <p:cNvSpPr txBox="1"/>
          <p:nvPr/>
        </p:nvSpPr>
        <p:spPr>
          <a:xfrm>
            <a:off x="846199" y="5973912"/>
            <a:ext cx="852514" cy="372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</a:t>
            </a:r>
            <a:endParaRPr lang="en-US" sz="920" dirty="0"/>
          </a:p>
        </p:txBody>
      </p:sp>
      <p:sp>
        <p:nvSpPr>
          <p:cNvPr id="186" name="Shape 167"/>
          <p:cNvSpPr/>
          <p:nvPr/>
        </p:nvSpPr>
        <p:spPr>
          <a:xfrm>
            <a:off x="3504779" y="5986541"/>
            <a:ext cx="0" cy="429414"/>
          </a:xfrm>
          <a:prstGeom prst="line">
            <a:avLst/>
          </a:prstGeom>
          <a:noFill/>
          <a:ln w="8255">
            <a:solidFill>
              <a:srgbClr val="D6C8A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87" name="Shape 168"/>
          <p:cNvSpPr/>
          <p:nvPr/>
        </p:nvSpPr>
        <p:spPr>
          <a:xfrm>
            <a:off x="5102453" y="5986541"/>
            <a:ext cx="0" cy="429414"/>
          </a:xfrm>
          <a:prstGeom prst="line">
            <a:avLst/>
          </a:prstGeom>
          <a:noFill/>
          <a:ln w="8255">
            <a:solidFill>
              <a:srgbClr val="D6C8A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88" name="Shape 169"/>
          <p:cNvSpPr/>
          <p:nvPr/>
        </p:nvSpPr>
        <p:spPr>
          <a:xfrm>
            <a:off x="6744331" y="5986541"/>
            <a:ext cx="0" cy="429414"/>
          </a:xfrm>
          <a:prstGeom prst="line">
            <a:avLst/>
          </a:prstGeom>
          <a:noFill/>
          <a:ln w="8255">
            <a:solidFill>
              <a:srgbClr val="D6C8A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pic>
        <p:nvPicPr>
          <p:cNvPr id="189" name="Image 17" descr="/mnt/data/existing_unzip/ppt/media/image-1-18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20773" y="5992856"/>
            <a:ext cx="366265" cy="366265"/>
          </a:xfrm>
          <a:prstGeom prst="rect">
            <a:avLst/>
          </a:prstGeom>
        </p:spPr>
      </p:pic>
      <p:sp>
        <p:nvSpPr>
          <p:cNvPr id="190" name="Text 170"/>
          <p:cNvSpPr txBox="1"/>
          <p:nvPr/>
        </p:nvSpPr>
        <p:spPr>
          <a:xfrm>
            <a:off x="2519652" y="5986541"/>
            <a:ext cx="884088" cy="385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</a:t>
            </a:r>
            <a:endParaRPr lang="en-US" sz="890" dirty="0"/>
          </a:p>
        </p:txBody>
      </p:sp>
      <p:pic>
        <p:nvPicPr>
          <p:cNvPr id="191" name="Image 18" descr="/mnt/data/existing_unzip/ppt/media/image-1-19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38431" y="5992856"/>
            <a:ext cx="372580" cy="366265"/>
          </a:xfrm>
          <a:prstGeom prst="rect">
            <a:avLst/>
          </a:prstGeom>
        </p:spPr>
      </p:pic>
      <p:sp>
        <p:nvSpPr>
          <p:cNvPr id="192" name="Text 171"/>
          <p:cNvSpPr txBox="1"/>
          <p:nvPr/>
        </p:nvSpPr>
        <p:spPr>
          <a:xfrm>
            <a:off x="4205735" y="5986541"/>
            <a:ext cx="795680" cy="385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</a:t>
            </a:r>
            <a:endParaRPr lang="en-US" sz="890" dirty="0"/>
          </a:p>
        </p:txBody>
      </p:sp>
      <p:pic>
        <p:nvPicPr>
          <p:cNvPr id="193" name="Image 19" descr="/mnt/data/existing_unzip/ppt/media/image-1-20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48735" y="5992856"/>
            <a:ext cx="366265" cy="366265"/>
          </a:xfrm>
          <a:prstGeom prst="rect">
            <a:avLst/>
          </a:prstGeom>
        </p:spPr>
      </p:pic>
      <p:sp>
        <p:nvSpPr>
          <p:cNvPr id="194" name="Text 172"/>
          <p:cNvSpPr txBox="1"/>
          <p:nvPr/>
        </p:nvSpPr>
        <p:spPr>
          <a:xfrm>
            <a:off x="5828669" y="5986541"/>
            <a:ext cx="789365" cy="385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</a:t>
            </a:r>
            <a:endParaRPr lang="en-US" sz="890" dirty="0"/>
          </a:p>
        </p:txBody>
      </p:sp>
      <p:pic>
        <p:nvPicPr>
          <p:cNvPr id="195" name="Image 20" descr="/mnt/data/existing_unzip/ppt/media/image-1-21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72707" y="5999171"/>
            <a:ext cx="366265" cy="366265"/>
          </a:xfrm>
          <a:prstGeom prst="rect">
            <a:avLst/>
          </a:prstGeom>
        </p:spPr>
      </p:pic>
      <p:sp>
        <p:nvSpPr>
          <p:cNvPr id="196" name="Text 173"/>
          <p:cNvSpPr txBox="1"/>
          <p:nvPr/>
        </p:nvSpPr>
        <p:spPr>
          <a:xfrm>
            <a:off x="7540011" y="5986541"/>
            <a:ext cx="1124055" cy="385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5" b="1" dirty="0">
                <a:solidFill>
                  <a:srgbClr val="2723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</a:t>
            </a:r>
            <a:endParaRPr lang="en-US" sz="885" dirty="0"/>
          </a:p>
        </p:txBody>
      </p:sp>
      <p:sp>
        <p:nvSpPr>
          <p:cNvPr id="198" name="Text 175"/>
          <p:cNvSpPr txBox="1"/>
          <p:nvPr/>
        </p:nvSpPr>
        <p:spPr>
          <a:xfrm>
            <a:off x="8480934" y="6592773"/>
            <a:ext cx="157873" cy="14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687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format</dc:title>
  <dc:subject>Customer &amp; Site Master — Commercial &amp; Customer Data Cube</dc:subject>
  <dc:creator>OpenAI</dc:creator>
  <cp:lastModifiedBy>OpenAI</cp:lastModifiedBy>
  <cp:revision>1</cp:revision>
  <dcterms:created xsi:type="dcterms:W3CDTF">2026-08-04T03:02:17Z</dcterms:created>
  <dcterms:modified xsi:type="dcterms:W3CDTF">2026-08-04T03:02:17Z</dcterms:modified>
</cp:coreProperties>
</file>