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a63174109a4eb5" /><Relationship Type="http://schemas.openxmlformats.org/officeDocument/2006/relationships/extended-properties" Target="/docProps/app.xml" Id="Ra4da8bebaffb4c34" /><Relationship Type="http://schemas.openxmlformats.org/officeDocument/2006/relationships/officeDocument" Target="/ppt/presentation.xml" Id="R79cdbf45be3a47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fd2307d0ac4f7d"/>
  </p:sldMasterIdLst>
  <p:notesMasterIdLst>
    <p:notesMasterId xmlns:r="http://schemas.openxmlformats.org/officeDocument/2006/relationships" r:id="R7560f2fb4c984b7b"/>
  </p:notesMasterIdLst>
  <p:sldIdLst>
    <p:sldId xmlns:r="http://schemas.openxmlformats.org/officeDocument/2006/relationships" id="256" r:id="Rabaaf25569a84d1a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e4601a9a3ed47e4" /><Relationship Type="http://schemas.openxmlformats.org/officeDocument/2006/relationships/slideMaster" Target="/ppt/slideMasters/slideMaster1.xml" Id="R61fd2307d0ac4f7d" /><Relationship Type="http://schemas.openxmlformats.org/officeDocument/2006/relationships/notesMaster" Target="/ppt/notesMasters/notesMaster1.xml" Id="R7560f2fb4c984b7b" /><Relationship Type="http://schemas.openxmlformats.org/officeDocument/2006/relationships/presProps" Target="/ppt/presProps.xml" Id="R440f629212c24851" /><Relationship Type="http://schemas.openxmlformats.org/officeDocument/2006/relationships/viewProps" Target="/ppt/viewProps.xml" Id="Rf55332bde3dd4f4e" /><Relationship Type="http://schemas.openxmlformats.org/officeDocument/2006/relationships/tableStyles" Target="/ppt/tableStyles.xml" Id="Rc3b7080fc64343f4" /><Relationship Type="http://schemas.openxmlformats.org/officeDocument/2006/relationships/slide" Target="/ppt/slides/slide1.xml" Id="Rabaaf25569a84d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a78700b81f41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venir N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37b803403d47c9" /><Relationship Type="http://schemas.openxmlformats.org/officeDocument/2006/relationships/notesMaster" Target="/ppt/notesMasters/notesMaster1.xml" Id="Rb2a2ec47988345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82e661e4f247c4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e89e1de5e674f0f" /><Relationship Type="http://schemas.openxmlformats.org/officeDocument/2006/relationships/slideLayout" Target="/ppt/slideLayouts/slideLayout1.xml" Id="Rdbb82726214844c9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b82726214844c9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venir N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9af3259e2c44b1" /><Relationship Type="http://schemas.openxmlformats.org/officeDocument/2006/relationships/image" Target="/ppt/media/image.png" Id="Rbd63f7cbad8041a4" /><Relationship Type="http://schemas.openxmlformats.org/officeDocument/2006/relationships/image" Target="/ppt/media/image2.png" Id="R50ffeeeea7164aca" /><Relationship Type="http://schemas.openxmlformats.org/officeDocument/2006/relationships/image" Target="/ppt/media/image3.png" Id="R45a9467a44814c04" /><Relationship Type="http://schemas.openxmlformats.org/officeDocument/2006/relationships/image" Target="/ppt/media/image4.png" Id="Rb409047d777840a9" /><Relationship Type="http://schemas.openxmlformats.org/officeDocument/2006/relationships/image" Target="/ppt/media/image5.png" Id="R0b3c11e604ed4da6" /><Relationship Type="http://schemas.openxmlformats.org/officeDocument/2006/relationships/image" Target="/ppt/media/image6.png" Id="Re5a82ec7d076455d" /><Relationship Type="http://schemas.openxmlformats.org/officeDocument/2006/relationships/image" Target="/ppt/media/image7.png" Id="Rb3663a66e65b46da" /><Relationship Type="http://schemas.openxmlformats.org/officeDocument/2006/relationships/image" Target="/ppt/media/image8.png" Id="Re8391bb8028449f0" /><Relationship Type="http://schemas.openxmlformats.org/officeDocument/2006/relationships/image" Target="/ppt/media/image9.png" Id="R976a28c988b741b8" /><Relationship Type="http://schemas.openxmlformats.org/officeDocument/2006/relationships/image" Target="/ppt/media/image10.png" Id="R28dc94db308445ee" /><Relationship Type="http://schemas.openxmlformats.org/officeDocument/2006/relationships/image" Target="/ppt/media/image11.png" Id="R3d36b04d951d4a54" /><Relationship Type="http://schemas.openxmlformats.org/officeDocument/2006/relationships/image" Target="/ppt/media/image12.png" Id="Rb5c1a9c7d7cd4c78" /><Relationship Type="http://schemas.openxmlformats.org/officeDocument/2006/relationships/image" Target="/ppt/media/image13.png" Id="R8f034075ded7489e" /><Relationship Type="http://schemas.openxmlformats.org/officeDocument/2006/relationships/image" Target="/ppt/media/image14.png" Id="R45feaf493e524956" /><Relationship Type="http://schemas.openxmlformats.org/officeDocument/2006/relationships/image" Target="/ppt/media/image15.png" Id="R3524e38650d64386" /><Relationship Type="http://schemas.openxmlformats.org/officeDocument/2006/relationships/image" Target="/ppt/media/image16.png" Id="R0784b08a28864982" /><Relationship Type="http://schemas.openxmlformats.org/officeDocument/2006/relationships/image" Target="/ppt/media/image17.png" Id="Rb95cda2a4af74b4b" /><Relationship Type="http://schemas.openxmlformats.org/officeDocument/2006/relationships/image" Target="/ppt/media/image18.png" Id="Ra414d20e6a3b4ed3" /><Relationship Type="http://schemas.openxmlformats.org/officeDocument/2006/relationships/image" Target="/ppt/media/image19.png" Id="R6cd391d68fd14e9d" /><Relationship Type="http://schemas.openxmlformats.org/officeDocument/2006/relationships/image" Target="/ppt/media/image20.png" Id="Rbddb0defed0a4d25" /><Relationship Type="http://schemas.openxmlformats.org/officeDocument/2006/relationships/notesSlide" Target="/ppt/notesSlides/notesSlide1.xml" Id="R2f16681c0022475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8EEF5F9-410F-4DD1-9431-B9BBDBBC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88" y="101039"/>
            <a:ext cx="8815624" cy="3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0821"/>
          </a:solidFill>
          <a:ln xmlns:a="http://schemas.openxmlformats.org/drawingml/2006/main" w="12700">
            <a:solidFill>
              <a:srgbClr val="3308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1D13E33-AFBA-40D2-9D91-E55BFB07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547" y="309431"/>
            <a:ext cx="1326133" cy="2020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 b="1">
                <a:solidFill>
                  <a:srgbClr val="666870"/>
                </a:solidFill>
                <a:latin typeface="Avenir Next"/>
                <a:ea typeface="Avenir Next"/>
                <a:cs typeface="Avenir Next"/>
              </a:rPr>
              <a:t>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F2BD31C-53A6-4EC7-A6EA-62F26FE03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486" y="783050"/>
            <a:ext cx="4578315" cy="3788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860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0824B42-D5AC-4646-8908-A58BE69C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01" y="1187204"/>
            <a:ext cx="6251768" cy="1768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10">
                <a:solidFill>
                  <a:srgbClr val="666870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9F04BC2-5E02-4884-AC38-C49BE401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01" y="1452431"/>
            <a:ext cx="1641878" cy="1515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70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H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8CE0FA1-FF07-467B-B0C4-D073A969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01" y="1629249"/>
            <a:ext cx="1900790" cy="530453"/>
          </a:xfrm>
          <a:prstGeom xmlns:a="http://schemas.openxmlformats.org/drawingml/2006/main" prst="roundRect">
            <a:avLst>
              <a:gd name="adj" fmla="val 13790"/>
            </a:avLst>
          </a:prstGeom>
          <a:solidFill xmlns:a="http://schemas.openxmlformats.org/drawingml/2006/main">
            <a:srgbClr val="FBFAF8"/>
          </a:solidFill>
          <a:ln xmlns:a="http://schemas.openxmlformats.org/drawingml/2006/main" w="8255">
            <a:solidFill>
              <a:srgbClr val="D6C8A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9EA6079B-6055-4996-9BF4-7CFB936B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89" y="1705028"/>
            <a:ext cx="385210" cy="3852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0E2A"/>
          </a:solidFill>
          <a:ln xmlns:a="http://schemas.openxmlformats.org/drawingml/2006/main" w="12700">
            <a:solidFill>
              <a:srgbClr val="390E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63f7cbad8041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7823" y="1742917"/>
            <a:ext cx="265227" cy="284171"/>
          </a:xfrm>
          <a:prstGeom xmlns:a="http://schemas.openxmlformats.org/drawingml/2006/main" prst="rect">
            <a:avLst/>
          </a:prstGeom>
        </p:spPr>
      </p:pic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A995845-6F69-4FA1-B859-8DDE85BE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23" y="1723972"/>
            <a:ext cx="1174575" cy="1768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10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U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BA15F66-A9BC-4785-AF1A-6447BF78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23" y="1907105"/>
            <a:ext cx="1174575" cy="138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5">
                <a:solidFill>
                  <a:srgbClr val="666870"/>
                </a:solidFill>
                <a:latin typeface="Avenir Next"/>
                <a:ea typeface="Avenir Next"/>
                <a:cs typeface="Avenir Next"/>
              </a:rPr>
              <a:t>R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48A201E2-BD74-4E78-841F-ABC9BC3C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01" y="2178646"/>
            <a:ext cx="1900790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15" i="1">
                <a:solidFill>
                  <a:srgbClr val="45414A"/>
                </a:solidFill>
                <a:latin typeface="Avenir Next"/>
                <a:ea typeface="Avenir Next"/>
                <a:cs typeface="Avenir Next"/>
              </a:rPr>
              <a:t>T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EEC3FACA-7233-4D5A-9609-EBF2CC28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055" y="1856586"/>
            <a:ext cx="2589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967A44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BAE89CD7-2BCD-46F2-868E-A76BB005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818" y="1793436"/>
            <a:ext cx="63149" cy="6314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967A44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17A64C85-3494-4A34-9DDD-2B0BE0E06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462818" y="1856586"/>
            <a:ext cx="63149" cy="6314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967A44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2A904E52-AC6E-4D3E-8D5C-AF145A27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7525" y="1629249"/>
            <a:ext cx="1799751" cy="530453"/>
          </a:xfrm>
          <a:prstGeom xmlns:a="http://schemas.openxmlformats.org/drawingml/2006/main" prst="roundRect">
            <a:avLst>
              <a:gd name="adj" fmla="val 13790"/>
            </a:avLst>
          </a:prstGeom>
          <a:solidFill xmlns:a="http://schemas.openxmlformats.org/drawingml/2006/main">
            <a:srgbClr val="FBFAF8"/>
          </a:solidFill>
          <a:ln xmlns:a="http://schemas.openxmlformats.org/drawingml/2006/main" w="8255">
            <a:solidFill>
              <a:srgbClr val="D6C8A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0E4508F6-D1FE-4FDD-A6EB-C82DFB96A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0138" y="1705028"/>
            <a:ext cx="385210" cy="3852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0E2A"/>
          </a:solidFill>
          <a:ln xmlns:a="http://schemas.openxmlformats.org/drawingml/2006/main" w="12700">
            <a:solidFill>
              <a:srgbClr val="390E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ffeeeea7164a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54343" y="1742917"/>
            <a:ext cx="277856" cy="277856"/>
          </a:xfrm>
          <a:prstGeom xmlns:a="http://schemas.openxmlformats.org/drawingml/2006/main" prst="rect">
            <a:avLst/>
          </a:prstGeom>
        </p:spPr>
      </p:pic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072CB753-82CD-4D3A-9C9D-47FD382F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1646" y="1723972"/>
            <a:ext cx="1073536" cy="1768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10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ABBED7A8-F286-415F-AF24-11A24A494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1646" y="1907105"/>
            <a:ext cx="1073536" cy="138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5">
                <a:solidFill>
                  <a:srgbClr val="666870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EAB80391-A94A-4FDC-AF05-BA39018A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7525" y="2178646"/>
            <a:ext cx="1799751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15" i="1">
                <a:solidFill>
                  <a:srgbClr val="45414A"/>
                </a:solidFill>
                <a:latin typeface="Avenir Next"/>
                <a:ea typeface="Avenir Next"/>
                <a:cs typeface="Avenir Next"/>
              </a:rPr>
              <a:t>I</a:t>
            </a:r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41EC000E-979F-479B-B37B-C8BB6C84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425" y="1856586"/>
            <a:ext cx="2589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967A44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A5475585-CC7D-4416-8CD7-8E3925A5B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188" y="1793436"/>
            <a:ext cx="63149" cy="6314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967A44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AC1529CA-9D93-4ACF-AB7A-AB239608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736188" y="1856586"/>
            <a:ext cx="63149" cy="6314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967A44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1C466E6E-0BCC-4B03-9B97-CF41B449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4580" y="1629249"/>
            <a:ext cx="1585044" cy="530453"/>
          </a:xfrm>
          <a:prstGeom xmlns:a="http://schemas.openxmlformats.org/drawingml/2006/main" prst="roundRect">
            <a:avLst>
              <a:gd name="adj" fmla="val 13790"/>
            </a:avLst>
          </a:prstGeom>
          <a:solidFill xmlns:a="http://schemas.openxmlformats.org/drawingml/2006/main">
            <a:srgbClr val="FBFAF8"/>
          </a:solidFill>
          <a:ln xmlns:a="http://schemas.openxmlformats.org/drawingml/2006/main" w="8255">
            <a:solidFill>
              <a:srgbClr val="D6C8A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7E8F45AB-DCD6-46D9-9253-17B40848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9823" y="1705028"/>
            <a:ext cx="385210" cy="3852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0E2A"/>
          </a:solidFill>
          <a:ln xmlns:a="http://schemas.openxmlformats.org/drawingml/2006/main" w="12700">
            <a:solidFill>
              <a:srgbClr val="390E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4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9467a44814c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59287" y="1736602"/>
            <a:ext cx="239967" cy="290486"/>
          </a:xfrm>
          <a:prstGeom xmlns:a="http://schemas.openxmlformats.org/drawingml/2006/main" prst="rect">
            <a:avLst/>
          </a:prstGeom>
        </p:spPr>
      </p:pic>
      <p:sp>
        <p:nvSpPr>
          <p:cNvPr id="33" name="Text 28">
            <a:extLst xmlns:a="http://schemas.openxmlformats.org/drawingml/2006/main">
              <a:ext uri="{FF2B5EF4-FFF2-40B4-BE49-F238E27FC236}">
                <a16:creationId xmlns:a16="http://schemas.microsoft.com/office/drawing/2014/main" id="{161DB58B-472D-4501-879C-511F269E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702" y="1723972"/>
            <a:ext cx="858829" cy="1768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10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P</a:t>
            </a:r>
          </a:p>
        </p:txBody>
      </p:sp>
      <p:sp>
        <p:nvSpPr>
          <p:cNvPr id="34" name="Text 29">
            <a:extLst xmlns:a="http://schemas.openxmlformats.org/drawingml/2006/main">
              <a:ext uri="{FF2B5EF4-FFF2-40B4-BE49-F238E27FC236}">
                <a16:creationId xmlns:a16="http://schemas.microsoft.com/office/drawing/2014/main" id="{DBFFFD71-AA0F-4A40-A6E0-E258FF6B8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702" y="1907105"/>
            <a:ext cx="858829" cy="138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5">
                <a:solidFill>
                  <a:srgbClr val="666870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35" name="Text 30">
            <a:extLst xmlns:a="http://schemas.openxmlformats.org/drawingml/2006/main">
              <a:ext uri="{FF2B5EF4-FFF2-40B4-BE49-F238E27FC236}">
                <a16:creationId xmlns:a16="http://schemas.microsoft.com/office/drawing/2014/main" id="{40949906-7F6E-4E31-A80A-AAC426B5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4580" y="2178646"/>
            <a:ext cx="1585044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15" i="1">
                <a:solidFill>
                  <a:srgbClr val="45414A"/>
                </a:solidFill>
                <a:latin typeface="Avenir Next"/>
                <a:ea typeface="Avenir Next"/>
                <a:cs typeface="Avenir Next"/>
              </a:rPr>
              <a:t>S</a:t>
            </a:r>
          </a:p>
        </p:txBody>
      </p:sp>
      <p:sp>
        <p:nvSpPr>
          <p:cNvPr id="36" name="Shape 31">
            <a:extLst xmlns:a="http://schemas.openxmlformats.org/drawingml/2006/main">
              <a:ext uri="{FF2B5EF4-FFF2-40B4-BE49-F238E27FC236}">
                <a16:creationId xmlns:a16="http://schemas.microsoft.com/office/drawing/2014/main" id="{22460695-E1FC-4564-8EEF-97FA96B3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6459" y="1856586"/>
            <a:ext cx="25259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967A44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2">
            <a:extLst xmlns:a="http://schemas.openxmlformats.org/drawingml/2006/main">
              <a:ext uri="{FF2B5EF4-FFF2-40B4-BE49-F238E27FC236}">
                <a16:creationId xmlns:a16="http://schemas.microsoft.com/office/drawing/2014/main" id="{7A5EDC70-6597-4746-8200-67E0AE54F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5906" y="1793436"/>
            <a:ext cx="63149" cy="6314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967A44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3">
            <a:extLst xmlns:a="http://schemas.openxmlformats.org/drawingml/2006/main">
              <a:ext uri="{FF2B5EF4-FFF2-40B4-BE49-F238E27FC236}">
                <a16:creationId xmlns:a16="http://schemas.microsoft.com/office/drawing/2014/main" id="{02599CD3-C202-4BA1-A1C9-DB67D7675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75906" y="1856586"/>
            <a:ext cx="63149" cy="6314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967A44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4">
            <a:extLst xmlns:a="http://schemas.openxmlformats.org/drawingml/2006/main">
              <a:ext uri="{FF2B5EF4-FFF2-40B4-BE49-F238E27FC236}">
                <a16:creationId xmlns:a16="http://schemas.microsoft.com/office/drawing/2014/main" id="{BE74D27C-DBD2-4EA4-B481-18C5A7534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1669" y="1629249"/>
            <a:ext cx="1843956" cy="530453"/>
          </a:xfrm>
          <a:prstGeom xmlns:a="http://schemas.openxmlformats.org/drawingml/2006/main" prst="roundRect">
            <a:avLst>
              <a:gd name="adj" fmla="val 13790"/>
            </a:avLst>
          </a:prstGeom>
          <a:solidFill xmlns:a="http://schemas.openxmlformats.org/drawingml/2006/main">
            <a:srgbClr val="FBFAF8"/>
          </a:solidFill>
          <a:ln xmlns:a="http://schemas.openxmlformats.org/drawingml/2006/main" w="8255">
            <a:solidFill>
              <a:srgbClr val="D6C8A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5">
            <a:extLst xmlns:a="http://schemas.openxmlformats.org/drawingml/2006/main">
              <a:ext uri="{FF2B5EF4-FFF2-40B4-BE49-F238E27FC236}">
                <a16:creationId xmlns:a16="http://schemas.microsoft.com/office/drawing/2014/main" id="{F8B74E03-70C6-4718-8FB5-F0D7A2B4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652" y="1705028"/>
            <a:ext cx="385210" cy="3852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0E2A"/>
          </a:solidFill>
          <a:ln xmlns:a="http://schemas.openxmlformats.org/drawingml/2006/main" w="12700">
            <a:solidFill>
              <a:srgbClr val="390E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5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09047d777840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67431" y="1730287"/>
            <a:ext cx="271541" cy="303116"/>
          </a:xfrm>
          <a:prstGeom xmlns:a="http://schemas.openxmlformats.org/drawingml/2006/main" prst="rect">
            <a:avLst/>
          </a:prstGeom>
        </p:spPr>
      </p:pic>
      <p:sp>
        <p:nvSpPr>
          <p:cNvPr id="42" name="Text 36">
            <a:extLst xmlns:a="http://schemas.openxmlformats.org/drawingml/2006/main">
              <a:ext uri="{FF2B5EF4-FFF2-40B4-BE49-F238E27FC236}">
                <a16:creationId xmlns:a16="http://schemas.microsoft.com/office/drawing/2014/main" id="{91083B6E-1A0A-42FE-AC68-ADC2C3E3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5790" y="1723972"/>
            <a:ext cx="1117740" cy="1768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10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sp>
        <p:nvSpPr>
          <p:cNvPr id="43" name="Text 37">
            <a:extLst xmlns:a="http://schemas.openxmlformats.org/drawingml/2006/main">
              <a:ext uri="{FF2B5EF4-FFF2-40B4-BE49-F238E27FC236}">
                <a16:creationId xmlns:a16="http://schemas.microsoft.com/office/drawing/2014/main" id="{5CD2A278-5C49-48AE-9268-0D04D0AE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5790" y="1907105"/>
            <a:ext cx="1117740" cy="138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5">
                <a:solidFill>
                  <a:srgbClr val="666870"/>
                </a:solidFill>
                <a:latin typeface="Avenir Next"/>
                <a:ea typeface="Avenir Next"/>
                <a:cs typeface="Avenir Next"/>
              </a:rPr>
              <a:t>D</a:t>
            </a:r>
          </a:p>
        </p:txBody>
      </p:sp>
      <p:sp>
        <p:nvSpPr>
          <p:cNvPr id="44" name="Text 38">
            <a:extLst xmlns:a="http://schemas.openxmlformats.org/drawingml/2006/main">
              <a:ext uri="{FF2B5EF4-FFF2-40B4-BE49-F238E27FC236}">
                <a16:creationId xmlns:a16="http://schemas.microsoft.com/office/drawing/2014/main" id="{075EC17F-98D4-423A-BB42-C9B456F2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1669" y="2178646"/>
            <a:ext cx="1843956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15" i="1">
                <a:solidFill>
                  <a:srgbClr val="45414A"/>
                </a:solidFill>
                <a:latin typeface="Avenir Next"/>
                <a:ea typeface="Avenir Next"/>
                <a:cs typeface="Avenir Next"/>
              </a:rPr>
              <a:t>A</a:t>
            </a:r>
          </a:p>
        </p:txBody>
      </p:sp>
      <p:sp>
        <p:nvSpPr>
          <p:cNvPr id="45" name="Text 39">
            <a:extLst xmlns:a="http://schemas.openxmlformats.org/drawingml/2006/main">
              <a:ext uri="{FF2B5EF4-FFF2-40B4-BE49-F238E27FC236}">
                <a16:creationId xmlns:a16="http://schemas.microsoft.com/office/drawing/2014/main" id="{E4DFA179-5323-4546-A75E-85D03F66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01" y="2469133"/>
            <a:ext cx="1515580" cy="1515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80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sp>
        <p:nvSpPr>
          <p:cNvPr id="46" name="Text 40">
            <a:extLst xmlns:a="http://schemas.openxmlformats.org/drawingml/2006/main">
              <a:ext uri="{FF2B5EF4-FFF2-40B4-BE49-F238E27FC236}">
                <a16:creationId xmlns:a16="http://schemas.microsoft.com/office/drawing/2014/main" id="{E1A332B9-39C4-4090-8915-57FE2027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2204" y="2469133"/>
            <a:ext cx="1578729" cy="1515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80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S</a:t>
            </a:r>
          </a:p>
        </p:txBody>
      </p:sp>
      <p:sp>
        <p:nvSpPr>
          <p:cNvPr id="47" name="Shape 41">
            <a:extLst xmlns:a="http://schemas.openxmlformats.org/drawingml/2006/main">
              <a:ext uri="{FF2B5EF4-FFF2-40B4-BE49-F238E27FC236}">
                <a16:creationId xmlns:a16="http://schemas.microsoft.com/office/drawing/2014/main" id="{923DC684-7A8D-4C93-B116-B45FE574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01" y="2658580"/>
            <a:ext cx="6415956" cy="1477691"/>
          </a:xfrm>
          <a:prstGeom xmlns:a="http://schemas.openxmlformats.org/drawingml/2006/main" prst="roundRect">
            <a:avLst>
              <a:gd name="adj" fmla="val 4950"/>
            </a:avLst>
          </a:prstGeom>
          <a:solidFill xmlns:a="http://schemas.openxmlformats.org/drawingml/2006/main">
            <a:srgbClr val="FFFDFB"/>
          </a:solidFill>
          <a:ln xmlns:a="http://schemas.openxmlformats.org/drawingml/2006/main" w="10160">
            <a:solidFill>
              <a:srgbClr val="967A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2">
            <a:extLst xmlns:a="http://schemas.openxmlformats.org/drawingml/2006/main">
              <a:ext uri="{FF2B5EF4-FFF2-40B4-BE49-F238E27FC236}">
                <a16:creationId xmlns:a16="http://schemas.microsoft.com/office/drawing/2014/main" id="{E0521E49-4C9C-4EAE-B648-035FA696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01" y="2658580"/>
            <a:ext cx="1155630" cy="1477691"/>
          </a:xfrm>
          <a:prstGeom xmlns:a="http://schemas.openxmlformats.org/drawingml/2006/main" prst="roundRect">
            <a:avLst>
              <a:gd name="adj" fmla="val 6330"/>
            </a:avLst>
          </a:prstGeom>
          <a:solidFill xmlns:a="http://schemas.openxmlformats.org/drawingml/2006/main">
            <a:srgbClr val="390E2A"/>
          </a:solidFill>
          <a:ln xmlns:a="http://schemas.openxmlformats.org/drawingml/2006/main" w="12700">
            <a:solidFill>
              <a:srgbClr val="390E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Shape 43">
            <a:extLst xmlns:a="http://schemas.openxmlformats.org/drawingml/2006/main">
              <a:ext uri="{FF2B5EF4-FFF2-40B4-BE49-F238E27FC236}">
                <a16:creationId xmlns:a16="http://schemas.microsoft.com/office/drawing/2014/main" id="{77582003-6AAD-4CEA-93C1-6A5AD691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707" y="2658580"/>
            <a:ext cx="94724" cy="14776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0E2A"/>
          </a:solidFill>
          <a:ln xmlns:a="http://schemas.openxmlformats.org/drawingml/2006/main" w="12700">
            <a:solidFill>
              <a:srgbClr val="390E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Shape 44">
            <a:extLst xmlns:a="http://schemas.openxmlformats.org/drawingml/2006/main">
              <a:ext uri="{FF2B5EF4-FFF2-40B4-BE49-F238E27FC236}">
                <a16:creationId xmlns:a16="http://schemas.microsoft.com/office/drawing/2014/main" id="{2B7D49F7-56B9-4440-B107-13FB133D8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895" y="2734359"/>
            <a:ext cx="214707" cy="202077"/>
          </a:xfrm>
          <a:prstGeom xmlns:a="http://schemas.openxmlformats.org/drawingml/2006/main" prst="roundRect">
            <a:avLst>
              <a:gd name="adj" fmla="val 36200"/>
            </a:avLst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5">
            <a:extLst xmlns:a="http://schemas.openxmlformats.org/drawingml/2006/main">
              <a:ext uri="{FF2B5EF4-FFF2-40B4-BE49-F238E27FC236}">
                <a16:creationId xmlns:a16="http://schemas.microsoft.com/office/drawing/2014/main" id="{4B5458D2-8AA4-4701-A613-C8D453822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210" y="2740674"/>
            <a:ext cx="202077" cy="189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0</a:t>
            </a:r>
          </a:p>
        </p:txBody>
      </p:sp>
      <p:pic>
        <p:nvPicPr>
          <p:cNvPr id="26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3c11e604ed4d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4122" y="3024845"/>
            <a:ext cx="460989" cy="277856"/>
          </a:xfrm>
          <a:prstGeom xmlns:a="http://schemas.openxmlformats.org/drawingml/2006/main" prst="rect">
            <a:avLst/>
          </a:prstGeom>
        </p:spPr>
      </p:pic>
      <p:sp>
        <p:nvSpPr>
          <p:cNvPr id="53" name="Text 46">
            <a:extLst xmlns:a="http://schemas.openxmlformats.org/drawingml/2006/main">
              <a:ext uri="{FF2B5EF4-FFF2-40B4-BE49-F238E27FC236}">
                <a16:creationId xmlns:a16="http://schemas.microsoft.com/office/drawing/2014/main" id="{A3A5D06D-57EC-4574-B0A6-353728E5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895" y="3359536"/>
            <a:ext cx="959867" cy="22733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8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sp>
        <p:nvSpPr>
          <p:cNvPr id="54" name="Text 47">
            <a:extLst xmlns:a="http://schemas.openxmlformats.org/drawingml/2006/main">
              <a:ext uri="{FF2B5EF4-FFF2-40B4-BE49-F238E27FC236}">
                <a16:creationId xmlns:a16="http://schemas.microsoft.com/office/drawing/2014/main" id="{DEA1F7B6-098E-4924-B905-FEC664B5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895" y="3612133"/>
            <a:ext cx="959867" cy="164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D6C8AB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55" name="Shape 48">
            <a:extLst xmlns:a="http://schemas.openxmlformats.org/drawingml/2006/main">
              <a:ext uri="{FF2B5EF4-FFF2-40B4-BE49-F238E27FC236}">
                <a16:creationId xmlns:a16="http://schemas.microsoft.com/office/drawing/2014/main" id="{94804E86-0B88-4953-B5BA-6487281C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2785" y="2772249"/>
            <a:ext cx="0" cy="12566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9D5CF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" name="Shape 49">
            <a:extLst xmlns:a="http://schemas.openxmlformats.org/drawingml/2006/main">
              <a:ext uri="{FF2B5EF4-FFF2-40B4-BE49-F238E27FC236}">
                <a16:creationId xmlns:a16="http://schemas.microsoft.com/office/drawing/2014/main" id="{0F4DA063-9B2E-46DC-A462-08F3728C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1564" y="2772249"/>
            <a:ext cx="0" cy="12566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9D5CF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7" name="Shape 50">
            <a:extLst xmlns:a="http://schemas.openxmlformats.org/drawingml/2006/main">
              <a:ext uri="{FF2B5EF4-FFF2-40B4-BE49-F238E27FC236}">
                <a16:creationId xmlns:a16="http://schemas.microsoft.com/office/drawing/2014/main" id="{889BEAA0-16C9-4979-BE14-278745F5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5602" y="2772249"/>
            <a:ext cx="0" cy="12566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9D5CF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7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a82ec7d07645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38680" y="2791193"/>
            <a:ext cx="277856" cy="265227"/>
          </a:xfrm>
          <a:prstGeom xmlns:a="http://schemas.openxmlformats.org/drawingml/2006/main" prst="rect">
            <a:avLst/>
          </a:prstGeom>
        </p:spPr>
      </p:pic>
      <p:sp>
        <p:nvSpPr>
          <p:cNvPr id="59" name="Text 51">
            <a:extLst xmlns:a="http://schemas.openxmlformats.org/drawingml/2006/main">
              <a:ext uri="{FF2B5EF4-FFF2-40B4-BE49-F238E27FC236}">
                <a16:creationId xmlns:a16="http://schemas.microsoft.com/office/drawing/2014/main" id="{A1655785-2397-4237-B70D-B064FAC91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3470" y="3087994"/>
            <a:ext cx="1048276" cy="1452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5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I</a:t>
            </a:r>
          </a:p>
        </p:txBody>
      </p:sp>
      <p:sp>
        <p:nvSpPr>
          <p:cNvPr id="60" name="Shape 52">
            <a:extLst xmlns:a="http://schemas.openxmlformats.org/drawingml/2006/main">
              <a:ext uri="{FF2B5EF4-FFF2-40B4-BE49-F238E27FC236}">
                <a16:creationId xmlns:a16="http://schemas.microsoft.com/office/drawing/2014/main" id="{F53927EB-C4CC-4E9B-AF15-6A9C28BE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2934" y="3309017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1" name="Text 53">
            <a:extLst xmlns:a="http://schemas.openxmlformats.org/drawingml/2006/main">
              <a:ext uri="{FF2B5EF4-FFF2-40B4-BE49-F238E27FC236}">
                <a16:creationId xmlns:a16="http://schemas.microsoft.com/office/drawing/2014/main" id="{73A4A032-5A0E-42EC-B3E2-8427BE9D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5028" y="3264812"/>
            <a:ext cx="928293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sp>
        <p:nvSpPr>
          <p:cNvPr id="62" name="Shape 54">
            <a:extLst xmlns:a="http://schemas.openxmlformats.org/drawingml/2006/main">
              <a:ext uri="{FF2B5EF4-FFF2-40B4-BE49-F238E27FC236}">
                <a16:creationId xmlns:a16="http://schemas.microsoft.com/office/drawing/2014/main" id="{2F305779-ED35-4121-9A9E-5650680F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2934" y="3466890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3" name="Text 55">
            <a:extLst xmlns:a="http://schemas.openxmlformats.org/drawingml/2006/main">
              <a:ext uri="{FF2B5EF4-FFF2-40B4-BE49-F238E27FC236}">
                <a16:creationId xmlns:a16="http://schemas.microsoft.com/office/drawing/2014/main" id="{96ECF8F4-3E50-412C-A4D4-3FFCA41D1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5028" y="3422685"/>
            <a:ext cx="928293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sp>
        <p:nvSpPr>
          <p:cNvPr id="64" name="Shape 56">
            <a:extLst xmlns:a="http://schemas.openxmlformats.org/drawingml/2006/main">
              <a:ext uri="{FF2B5EF4-FFF2-40B4-BE49-F238E27FC236}">
                <a16:creationId xmlns:a16="http://schemas.microsoft.com/office/drawing/2014/main" id="{BB53BA3A-8489-48BD-83E9-DF430D95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2934" y="3624762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5" name="Text 57">
            <a:extLst xmlns:a="http://schemas.openxmlformats.org/drawingml/2006/main">
              <a:ext uri="{FF2B5EF4-FFF2-40B4-BE49-F238E27FC236}">
                <a16:creationId xmlns:a16="http://schemas.microsoft.com/office/drawing/2014/main" id="{C23CAD1E-C793-4475-92AF-E0A9F189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5028" y="3580558"/>
            <a:ext cx="928293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U</a:t>
            </a:r>
          </a:p>
        </p:txBody>
      </p:sp>
      <p:pic>
        <p:nvPicPr>
          <p:cNvPr id="27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663a66e65b46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73246" y="2791193"/>
            <a:ext cx="277856" cy="265227"/>
          </a:xfrm>
          <a:prstGeom xmlns:a="http://schemas.openxmlformats.org/drawingml/2006/main" prst="rect">
            <a:avLst/>
          </a:prstGeom>
        </p:spPr>
      </p:pic>
      <p:sp>
        <p:nvSpPr>
          <p:cNvPr id="67" name="Text 58">
            <a:extLst xmlns:a="http://schemas.openxmlformats.org/drawingml/2006/main">
              <a:ext uri="{FF2B5EF4-FFF2-40B4-BE49-F238E27FC236}">
                <a16:creationId xmlns:a16="http://schemas.microsoft.com/office/drawing/2014/main" id="{53A520CA-F0D4-44D7-A7D2-F49D650DF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3823" y="3087994"/>
            <a:ext cx="1016702" cy="1452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5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P</a:t>
            </a:r>
          </a:p>
        </p:txBody>
      </p:sp>
      <p:sp>
        <p:nvSpPr>
          <p:cNvPr id="68" name="Shape 59">
            <a:extLst xmlns:a="http://schemas.openxmlformats.org/drawingml/2006/main">
              <a:ext uri="{FF2B5EF4-FFF2-40B4-BE49-F238E27FC236}">
                <a16:creationId xmlns:a16="http://schemas.microsoft.com/office/drawing/2014/main" id="{4427A89B-52F5-4E5B-9EC6-962FFA19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3287" y="3309017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9" name="Text 60">
            <a:extLst xmlns:a="http://schemas.openxmlformats.org/drawingml/2006/main">
              <a:ext uri="{FF2B5EF4-FFF2-40B4-BE49-F238E27FC236}">
                <a16:creationId xmlns:a16="http://schemas.microsoft.com/office/drawing/2014/main" id="{9A467066-65D2-42A8-9D40-6B336C37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5381" y="3264812"/>
            <a:ext cx="896718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sp>
        <p:nvSpPr>
          <p:cNvPr id="70" name="Shape 61">
            <a:extLst xmlns:a="http://schemas.openxmlformats.org/drawingml/2006/main">
              <a:ext uri="{FF2B5EF4-FFF2-40B4-BE49-F238E27FC236}">
                <a16:creationId xmlns:a16="http://schemas.microsoft.com/office/drawing/2014/main" id="{F0CCFAE6-4559-4F48-9F8A-5D7F23882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3287" y="3466890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1" name="Text 62">
            <a:extLst xmlns:a="http://schemas.openxmlformats.org/drawingml/2006/main">
              <a:ext uri="{FF2B5EF4-FFF2-40B4-BE49-F238E27FC236}">
                <a16:creationId xmlns:a16="http://schemas.microsoft.com/office/drawing/2014/main" id="{093A6911-B816-489F-9DE4-E0B55F46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5381" y="3422685"/>
            <a:ext cx="896718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E</a:t>
            </a:r>
          </a:p>
        </p:txBody>
      </p:sp>
      <p:sp>
        <p:nvSpPr>
          <p:cNvPr id="72" name="Shape 63">
            <a:extLst xmlns:a="http://schemas.openxmlformats.org/drawingml/2006/main">
              <a:ext uri="{FF2B5EF4-FFF2-40B4-BE49-F238E27FC236}">
                <a16:creationId xmlns:a16="http://schemas.microsoft.com/office/drawing/2014/main" id="{89FC0EC2-C384-4089-9FF2-4FCFA056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3287" y="3624762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3" name="Text 64">
            <a:extLst xmlns:a="http://schemas.openxmlformats.org/drawingml/2006/main">
              <a:ext uri="{FF2B5EF4-FFF2-40B4-BE49-F238E27FC236}">
                <a16:creationId xmlns:a16="http://schemas.microsoft.com/office/drawing/2014/main" id="{2EA94723-9B7B-4FDC-A8F4-EB38ABCF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5381" y="3580558"/>
            <a:ext cx="896718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N</a:t>
            </a:r>
          </a:p>
        </p:txBody>
      </p:sp>
      <p:sp>
        <p:nvSpPr>
          <p:cNvPr id="74" name="Shape 65">
            <a:extLst xmlns:a="http://schemas.openxmlformats.org/drawingml/2006/main">
              <a:ext uri="{FF2B5EF4-FFF2-40B4-BE49-F238E27FC236}">
                <a16:creationId xmlns:a16="http://schemas.microsoft.com/office/drawing/2014/main" id="{A5C34A83-CCDC-4C66-A31C-1E747DC9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3287" y="3782635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5" name="Text 66">
            <a:extLst xmlns:a="http://schemas.openxmlformats.org/drawingml/2006/main">
              <a:ext uri="{FF2B5EF4-FFF2-40B4-BE49-F238E27FC236}">
                <a16:creationId xmlns:a16="http://schemas.microsoft.com/office/drawing/2014/main" id="{9288F9F5-389C-4783-B952-B20C7407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5381" y="3738431"/>
            <a:ext cx="896718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A</a:t>
            </a:r>
          </a:p>
        </p:txBody>
      </p:sp>
      <p:pic>
        <p:nvPicPr>
          <p:cNvPr id="289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91bb8028449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04655" y="2791193"/>
            <a:ext cx="277856" cy="265227"/>
          </a:xfrm>
          <a:prstGeom xmlns:a="http://schemas.openxmlformats.org/drawingml/2006/main" prst="rect">
            <a:avLst/>
          </a:prstGeom>
        </p:spPr>
      </p:pic>
      <p:sp>
        <p:nvSpPr>
          <p:cNvPr id="77" name="Text 67">
            <a:extLst xmlns:a="http://schemas.openxmlformats.org/drawingml/2006/main">
              <a:ext uri="{FF2B5EF4-FFF2-40B4-BE49-F238E27FC236}">
                <a16:creationId xmlns:a16="http://schemas.microsoft.com/office/drawing/2014/main" id="{86D09A46-9DA7-4DB6-8791-D33775075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2602" y="3087994"/>
            <a:ext cx="1041961" cy="1452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5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L</a:t>
            </a:r>
          </a:p>
        </p:txBody>
      </p:sp>
      <p:sp>
        <p:nvSpPr>
          <p:cNvPr id="78" name="Shape 68">
            <a:extLst xmlns:a="http://schemas.openxmlformats.org/drawingml/2006/main">
              <a:ext uri="{FF2B5EF4-FFF2-40B4-BE49-F238E27FC236}">
                <a16:creationId xmlns:a16="http://schemas.microsoft.com/office/drawing/2014/main" id="{26B08779-8A11-4DAE-861D-4EB0C1D6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066" y="3309017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9" name="Text 69">
            <a:extLst xmlns:a="http://schemas.openxmlformats.org/drawingml/2006/main">
              <a:ext uri="{FF2B5EF4-FFF2-40B4-BE49-F238E27FC236}">
                <a16:creationId xmlns:a16="http://schemas.microsoft.com/office/drawing/2014/main" id="{05D864A8-4F26-47DC-B006-CE0E42EE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4160" y="3264812"/>
            <a:ext cx="921978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sp>
        <p:nvSpPr>
          <p:cNvPr id="80" name="Shape 70">
            <a:extLst xmlns:a="http://schemas.openxmlformats.org/drawingml/2006/main">
              <a:ext uri="{FF2B5EF4-FFF2-40B4-BE49-F238E27FC236}">
                <a16:creationId xmlns:a16="http://schemas.microsoft.com/office/drawing/2014/main" id="{5DA074AA-0BA0-44B0-9EA9-95238EAE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066" y="3466890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1" name="Text 71">
            <a:extLst xmlns:a="http://schemas.openxmlformats.org/drawingml/2006/main">
              <a:ext uri="{FF2B5EF4-FFF2-40B4-BE49-F238E27FC236}">
                <a16:creationId xmlns:a16="http://schemas.microsoft.com/office/drawing/2014/main" id="{9F29228C-56BA-423A-ACBB-19F0F0318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4160" y="3422685"/>
            <a:ext cx="921978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sp>
        <p:nvSpPr>
          <p:cNvPr id="82" name="Shape 72">
            <a:extLst xmlns:a="http://schemas.openxmlformats.org/drawingml/2006/main">
              <a:ext uri="{FF2B5EF4-FFF2-40B4-BE49-F238E27FC236}">
                <a16:creationId xmlns:a16="http://schemas.microsoft.com/office/drawing/2014/main" id="{BEFF0D3D-4E1A-4BB9-8B2F-7262975B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066" y="3624762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3" name="Text 73">
            <a:extLst xmlns:a="http://schemas.openxmlformats.org/drawingml/2006/main">
              <a:ext uri="{FF2B5EF4-FFF2-40B4-BE49-F238E27FC236}">
                <a16:creationId xmlns:a16="http://schemas.microsoft.com/office/drawing/2014/main" id="{07026995-0E10-4E27-B170-815F7AC6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4160" y="3580558"/>
            <a:ext cx="921978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sp>
        <p:nvSpPr>
          <p:cNvPr id="84" name="Shape 74">
            <a:extLst xmlns:a="http://schemas.openxmlformats.org/drawingml/2006/main">
              <a:ext uri="{FF2B5EF4-FFF2-40B4-BE49-F238E27FC236}">
                <a16:creationId xmlns:a16="http://schemas.microsoft.com/office/drawing/2014/main" id="{1DCCCEA8-6027-4771-9EFF-8AC8EEF0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066" y="3782635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5" name="Text 75">
            <a:extLst xmlns:a="http://schemas.openxmlformats.org/drawingml/2006/main">
              <a:ext uri="{FF2B5EF4-FFF2-40B4-BE49-F238E27FC236}">
                <a16:creationId xmlns:a16="http://schemas.microsoft.com/office/drawing/2014/main" id="{63DF3F05-E437-4013-BADF-E4A7B9E9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4160" y="3738431"/>
            <a:ext cx="921978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A</a:t>
            </a:r>
          </a:p>
        </p:txBody>
      </p:sp>
      <p:pic>
        <p:nvPicPr>
          <p:cNvPr id="299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6a28c988b741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00251" y="2791193"/>
            <a:ext cx="277856" cy="265227"/>
          </a:xfrm>
          <a:prstGeom xmlns:a="http://schemas.openxmlformats.org/drawingml/2006/main" prst="rect">
            <a:avLst/>
          </a:prstGeom>
        </p:spPr>
      </p:pic>
      <p:sp>
        <p:nvSpPr>
          <p:cNvPr id="87" name="Text 76">
            <a:extLst xmlns:a="http://schemas.openxmlformats.org/drawingml/2006/main">
              <a:ext uri="{FF2B5EF4-FFF2-40B4-BE49-F238E27FC236}">
                <a16:creationId xmlns:a16="http://schemas.microsoft.com/office/drawing/2014/main" id="{23B3059D-FD9D-49DB-A53A-7FB3E480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6641" y="3087994"/>
            <a:ext cx="1345077" cy="1452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5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S</a:t>
            </a:r>
          </a:p>
        </p:txBody>
      </p:sp>
      <p:sp>
        <p:nvSpPr>
          <p:cNvPr id="88" name="Shape 77">
            <a:extLst xmlns:a="http://schemas.openxmlformats.org/drawingml/2006/main">
              <a:ext uri="{FF2B5EF4-FFF2-40B4-BE49-F238E27FC236}">
                <a16:creationId xmlns:a16="http://schemas.microsoft.com/office/drawing/2014/main" id="{6D45D0D6-0364-42DE-A464-C0CA5AC86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105" y="3309017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9" name="Text 78">
            <a:extLst xmlns:a="http://schemas.openxmlformats.org/drawingml/2006/main">
              <a:ext uri="{FF2B5EF4-FFF2-40B4-BE49-F238E27FC236}">
                <a16:creationId xmlns:a16="http://schemas.microsoft.com/office/drawing/2014/main" id="{1EC807DE-A2DD-4F0B-9367-AADF5167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199" y="3264812"/>
            <a:ext cx="1225094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A</a:t>
            </a:r>
          </a:p>
        </p:txBody>
      </p:sp>
      <p:sp>
        <p:nvSpPr>
          <p:cNvPr id="90" name="Shape 79">
            <a:extLst xmlns:a="http://schemas.openxmlformats.org/drawingml/2006/main">
              <a:ext uri="{FF2B5EF4-FFF2-40B4-BE49-F238E27FC236}">
                <a16:creationId xmlns:a16="http://schemas.microsoft.com/office/drawing/2014/main" id="{D1839392-2136-4068-B14E-7062FDFB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105" y="3466890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1" name="Text 80">
            <a:extLst xmlns:a="http://schemas.openxmlformats.org/drawingml/2006/main">
              <a:ext uri="{FF2B5EF4-FFF2-40B4-BE49-F238E27FC236}">
                <a16:creationId xmlns:a16="http://schemas.microsoft.com/office/drawing/2014/main" id="{74A336D7-9604-4F71-AE02-292F7DE5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199" y="3422685"/>
            <a:ext cx="1225094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A</a:t>
            </a:r>
          </a:p>
        </p:txBody>
      </p:sp>
      <p:sp>
        <p:nvSpPr>
          <p:cNvPr id="92" name="Shape 81">
            <a:extLst xmlns:a="http://schemas.openxmlformats.org/drawingml/2006/main">
              <a:ext uri="{FF2B5EF4-FFF2-40B4-BE49-F238E27FC236}">
                <a16:creationId xmlns:a16="http://schemas.microsoft.com/office/drawing/2014/main" id="{9CC40846-C451-4724-8B20-BE7FE635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105" y="3624762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3" name="Text 82">
            <a:extLst xmlns:a="http://schemas.openxmlformats.org/drawingml/2006/main">
              <a:ext uri="{FF2B5EF4-FFF2-40B4-BE49-F238E27FC236}">
                <a16:creationId xmlns:a16="http://schemas.microsoft.com/office/drawing/2014/main" id="{2EAB64B1-D0B1-4D9E-838B-CEB24363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199" y="3580558"/>
            <a:ext cx="1225094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sp>
        <p:nvSpPr>
          <p:cNvPr id="94" name="Shape 83">
            <a:extLst xmlns:a="http://schemas.openxmlformats.org/drawingml/2006/main">
              <a:ext uri="{FF2B5EF4-FFF2-40B4-BE49-F238E27FC236}">
                <a16:creationId xmlns:a16="http://schemas.microsoft.com/office/drawing/2014/main" id="{9B557F36-9F65-4BA7-9922-82643209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105" y="3782635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5" name="Text 84">
            <a:extLst xmlns:a="http://schemas.openxmlformats.org/drawingml/2006/main">
              <a:ext uri="{FF2B5EF4-FFF2-40B4-BE49-F238E27FC236}">
                <a16:creationId xmlns:a16="http://schemas.microsoft.com/office/drawing/2014/main" id="{0E1436D6-EACD-4466-B21C-34C90168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199" y="3738431"/>
            <a:ext cx="1225094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T</a:t>
            </a:r>
          </a:p>
        </p:txBody>
      </p:sp>
      <p:sp>
        <p:nvSpPr>
          <p:cNvPr id="96" name="Shape 85">
            <a:extLst xmlns:a="http://schemas.openxmlformats.org/drawingml/2006/main">
              <a:ext uri="{FF2B5EF4-FFF2-40B4-BE49-F238E27FC236}">
                <a16:creationId xmlns:a16="http://schemas.microsoft.com/office/drawing/2014/main" id="{A3F5C503-9B4D-48E9-93BC-307F93E0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01" y="4205735"/>
            <a:ext cx="6415956" cy="1496635"/>
          </a:xfrm>
          <a:prstGeom xmlns:a="http://schemas.openxmlformats.org/drawingml/2006/main" prst="roundRect">
            <a:avLst>
              <a:gd name="adj" fmla="val 4888"/>
            </a:avLst>
          </a:prstGeom>
          <a:solidFill xmlns:a="http://schemas.openxmlformats.org/drawingml/2006/main">
            <a:srgbClr val="FFFDFB"/>
          </a:solidFill>
          <a:ln xmlns:a="http://schemas.openxmlformats.org/drawingml/2006/main" w="10160">
            <a:solidFill>
              <a:srgbClr val="967A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7" name="Shape 86">
            <a:extLst xmlns:a="http://schemas.openxmlformats.org/drawingml/2006/main">
              <a:ext uri="{FF2B5EF4-FFF2-40B4-BE49-F238E27FC236}">
                <a16:creationId xmlns:a16="http://schemas.microsoft.com/office/drawing/2014/main" id="{1DA3D70D-F582-4B16-BBF9-9010F594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01" y="4205735"/>
            <a:ext cx="1155630" cy="1496635"/>
          </a:xfrm>
          <a:prstGeom xmlns:a="http://schemas.openxmlformats.org/drawingml/2006/main" prst="roundRect">
            <a:avLst>
              <a:gd name="adj" fmla="val 6330"/>
            </a:avLst>
          </a:prstGeom>
          <a:solidFill xmlns:a="http://schemas.openxmlformats.org/drawingml/2006/main">
            <a:srgbClr val="390E2A"/>
          </a:solidFill>
          <a:ln xmlns:a="http://schemas.openxmlformats.org/drawingml/2006/main" w="12700">
            <a:solidFill>
              <a:srgbClr val="390E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8" name="Shape 87">
            <a:extLst xmlns:a="http://schemas.openxmlformats.org/drawingml/2006/main">
              <a:ext uri="{FF2B5EF4-FFF2-40B4-BE49-F238E27FC236}">
                <a16:creationId xmlns:a16="http://schemas.microsoft.com/office/drawing/2014/main" id="{F995CAE7-F8F3-410D-9748-BC329514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707" y="4205735"/>
            <a:ext cx="94724" cy="14966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0E2A"/>
          </a:solidFill>
          <a:ln xmlns:a="http://schemas.openxmlformats.org/drawingml/2006/main" w="12700">
            <a:solidFill>
              <a:srgbClr val="390E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9" name="Shape 88">
            <a:extLst xmlns:a="http://schemas.openxmlformats.org/drawingml/2006/main">
              <a:ext uri="{FF2B5EF4-FFF2-40B4-BE49-F238E27FC236}">
                <a16:creationId xmlns:a16="http://schemas.microsoft.com/office/drawing/2014/main" id="{3D6A9A05-03BB-47CC-9E11-05EA84C5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895" y="4281514"/>
            <a:ext cx="214707" cy="202077"/>
          </a:xfrm>
          <a:prstGeom xmlns:a="http://schemas.openxmlformats.org/drawingml/2006/main" prst="roundRect">
            <a:avLst>
              <a:gd name="adj" fmla="val 36200"/>
            </a:avLst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" name="Text 89">
            <a:extLst xmlns:a="http://schemas.openxmlformats.org/drawingml/2006/main">
              <a:ext uri="{FF2B5EF4-FFF2-40B4-BE49-F238E27FC236}">
                <a16:creationId xmlns:a16="http://schemas.microsoft.com/office/drawing/2014/main" id="{BA0E4D66-97ED-4F3D-8B91-A85FA805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210" y="4287829"/>
            <a:ext cx="202077" cy="189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0</a:t>
            </a:r>
          </a:p>
        </p:txBody>
      </p:sp>
      <p:pic>
        <p:nvPicPr>
          <p:cNvPr id="314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c94db308445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0956" y="4496221"/>
            <a:ext cx="322061" cy="372580"/>
          </a:xfrm>
          <a:prstGeom xmlns:a="http://schemas.openxmlformats.org/drawingml/2006/main" prst="rect">
            <a:avLst/>
          </a:prstGeom>
        </p:spPr>
      </p:pic>
      <p:sp>
        <p:nvSpPr>
          <p:cNvPr id="102" name="Text 90">
            <a:extLst xmlns:a="http://schemas.openxmlformats.org/drawingml/2006/main">
              <a:ext uri="{FF2B5EF4-FFF2-40B4-BE49-F238E27FC236}">
                <a16:creationId xmlns:a16="http://schemas.microsoft.com/office/drawing/2014/main" id="{3AAD394E-A7B4-4902-86E5-AF0B9485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895" y="4906691"/>
            <a:ext cx="959867" cy="22733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8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S</a:t>
            </a:r>
          </a:p>
        </p:txBody>
      </p:sp>
      <p:sp>
        <p:nvSpPr>
          <p:cNvPr id="103" name="Text 91">
            <a:extLst xmlns:a="http://schemas.openxmlformats.org/drawingml/2006/main">
              <a:ext uri="{FF2B5EF4-FFF2-40B4-BE49-F238E27FC236}">
                <a16:creationId xmlns:a16="http://schemas.microsoft.com/office/drawing/2014/main" id="{DA96BE57-FA2E-473A-9E3E-209A7E62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895" y="5159287"/>
            <a:ext cx="959867" cy="164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D6C8AB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104" name="Shape 92">
            <a:extLst xmlns:a="http://schemas.openxmlformats.org/drawingml/2006/main">
              <a:ext uri="{FF2B5EF4-FFF2-40B4-BE49-F238E27FC236}">
                <a16:creationId xmlns:a16="http://schemas.microsoft.com/office/drawing/2014/main" id="{BE13DE46-8AAE-490D-9C42-DB509BCA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2785" y="4319403"/>
            <a:ext cx="0" cy="12756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9D5CF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5" name="Shape 93">
            <a:extLst xmlns:a="http://schemas.openxmlformats.org/drawingml/2006/main">
              <a:ext uri="{FF2B5EF4-FFF2-40B4-BE49-F238E27FC236}">
                <a16:creationId xmlns:a16="http://schemas.microsoft.com/office/drawing/2014/main" id="{60A3F0EC-EC5A-4A18-9B93-903826F55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1564" y="4319403"/>
            <a:ext cx="0" cy="12756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9D5CF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6" name="Shape 94">
            <a:extLst xmlns:a="http://schemas.openxmlformats.org/drawingml/2006/main">
              <a:ext uri="{FF2B5EF4-FFF2-40B4-BE49-F238E27FC236}">
                <a16:creationId xmlns:a16="http://schemas.microsoft.com/office/drawing/2014/main" id="{C3538EC8-B477-440B-B82D-D30D187D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5602" y="4319403"/>
            <a:ext cx="0" cy="12756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9D5CF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0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36b04d951d4a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38680" y="4338348"/>
            <a:ext cx="277856" cy="265227"/>
          </a:xfrm>
          <a:prstGeom xmlns:a="http://schemas.openxmlformats.org/drawingml/2006/main" prst="rect">
            <a:avLst/>
          </a:prstGeom>
        </p:spPr>
      </p:pic>
      <p:sp>
        <p:nvSpPr>
          <p:cNvPr id="108" name="Text 95">
            <a:extLst xmlns:a="http://schemas.openxmlformats.org/drawingml/2006/main">
              <a:ext uri="{FF2B5EF4-FFF2-40B4-BE49-F238E27FC236}">
                <a16:creationId xmlns:a16="http://schemas.microsoft.com/office/drawing/2014/main" id="{F531D0BD-50D7-4D3A-9A94-1AA7167F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3470" y="4635149"/>
            <a:ext cx="1048276" cy="1452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5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I</a:t>
            </a:r>
          </a:p>
        </p:txBody>
      </p:sp>
      <p:sp>
        <p:nvSpPr>
          <p:cNvPr id="109" name="Shape 96">
            <a:extLst xmlns:a="http://schemas.openxmlformats.org/drawingml/2006/main">
              <a:ext uri="{FF2B5EF4-FFF2-40B4-BE49-F238E27FC236}">
                <a16:creationId xmlns:a16="http://schemas.microsoft.com/office/drawing/2014/main" id="{B138C7FD-07CD-4F2B-9F5A-393EDA35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2934" y="4856171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0" name="Text 97">
            <a:extLst xmlns:a="http://schemas.openxmlformats.org/drawingml/2006/main">
              <a:ext uri="{FF2B5EF4-FFF2-40B4-BE49-F238E27FC236}">
                <a16:creationId xmlns:a16="http://schemas.microsoft.com/office/drawing/2014/main" id="{626D138B-BF36-4774-9304-14B2168E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5028" y="4811967"/>
            <a:ext cx="928293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S</a:t>
            </a:r>
          </a:p>
        </p:txBody>
      </p:sp>
      <p:sp>
        <p:nvSpPr>
          <p:cNvPr id="111" name="Shape 98">
            <a:extLst xmlns:a="http://schemas.openxmlformats.org/drawingml/2006/main">
              <a:ext uri="{FF2B5EF4-FFF2-40B4-BE49-F238E27FC236}">
                <a16:creationId xmlns:a16="http://schemas.microsoft.com/office/drawing/2014/main" id="{43188B61-AB39-465B-BAE6-F3C1E80D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2934" y="5014044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2" name="Text 99">
            <a:extLst xmlns:a="http://schemas.openxmlformats.org/drawingml/2006/main">
              <a:ext uri="{FF2B5EF4-FFF2-40B4-BE49-F238E27FC236}">
                <a16:creationId xmlns:a16="http://schemas.microsoft.com/office/drawing/2014/main" id="{49E661DD-1286-4771-A9C8-E632B281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5028" y="4969840"/>
            <a:ext cx="928293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S</a:t>
            </a:r>
          </a:p>
        </p:txBody>
      </p:sp>
      <p:sp>
        <p:nvSpPr>
          <p:cNvPr id="113" name="Shape 100">
            <a:extLst xmlns:a="http://schemas.openxmlformats.org/drawingml/2006/main">
              <a:ext uri="{FF2B5EF4-FFF2-40B4-BE49-F238E27FC236}">
                <a16:creationId xmlns:a16="http://schemas.microsoft.com/office/drawing/2014/main" id="{3CCC5676-ABC4-4875-85BE-4FE8BF77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2934" y="5171917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4" name="Text 101">
            <a:extLst xmlns:a="http://schemas.openxmlformats.org/drawingml/2006/main">
              <a:ext uri="{FF2B5EF4-FFF2-40B4-BE49-F238E27FC236}">
                <a16:creationId xmlns:a16="http://schemas.microsoft.com/office/drawing/2014/main" id="{65A04428-ADAA-43CB-AF22-CCA931B4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5028" y="5127713"/>
            <a:ext cx="928293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pic>
        <p:nvPicPr>
          <p:cNvPr id="328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1a9c7d7cd4c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73246" y="4338348"/>
            <a:ext cx="277856" cy="265227"/>
          </a:xfrm>
          <a:prstGeom xmlns:a="http://schemas.openxmlformats.org/drawingml/2006/main" prst="rect">
            <a:avLst/>
          </a:prstGeom>
        </p:spPr>
      </p:pic>
      <p:sp>
        <p:nvSpPr>
          <p:cNvPr id="116" name="Text 102">
            <a:extLst xmlns:a="http://schemas.openxmlformats.org/drawingml/2006/main">
              <a:ext uri="{FF2B5EF4-FFF2-40B4-BE49-F238E27FC236}">
                <a16:creationId xmlns:a16="http://schemas.microsoft.com/office/drawing/2014/main" id="{3DF5C285-EAE7-4430-AEBD-45F013F9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3823" y="4635149"/>
            <a:ext cx="1016702" cy="1452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5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G</a:t>
            </a:r>
          </a:p>
        </p:txBody>
      </p:sp>
      <p:sp>
        <p:nvSpPr>
          <p:cNvPr id="117" name="Shape 103">
            <a:extLst xmlns:a="http://schemas.openxmlformats.org/drawingml/2006/main">
              <a:ext uri="{FF2B5EF4-FFF2-40B4-BE49-F238E27FC236}">
                <a16:creationId xmlns:a16="http://schemas.microsoft.com/office/drawing/2014/main" id="{064D59E6-66BE-4112-A7F1-019B98DD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3287" y="4856171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8" name="Text 104">
            <a:extLst xmlns:a="http://schemas.openxmlformats.org/drawingml/2006/main">
              <a:ext uri="{FF2B5EF4-FFF2-40B4-BE49-F238E27FC236}">
                <a16:creationId xmlns:a16="http://schemas.microsoft.com/office/drawing/2014/main" id="{587E65E0-3F7A-46A6-8E34-A0D293BD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5381" y="4811967"/>
            <a:ext cx="896718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A</a:t>
            </a:r>
          </a:p>
        </p:txBody>
      </p:sp>
      <p:sp>
        <p:nvSpPr>
          <p:cNvPr id="119" name="Shape 105">
            <a:extLst xmlns:a="http://schemas.openxmlformats.org/drawingml/2006/main">
              <a:ext uri="{FF2B5EF4-FFF2-40B4-BE49-F238E27FC236}">
                <a16:creationId xmlns:a16="http://schemas.microsoft.com/office/drawing/2014/main" id="{78DA0380-EFBC-446F-94C8-8AB90746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3287" y="5014044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0" name="Text 106">
            <a:extLst xmlns:a="http://schemas.openxmlformats.org/drawingml/2006/main">
              <a:ext uri="{FF2B5EF4-FFF2-40B4-BE49-F238E27FC236}">
                <a16:creationId xmlns:a16="http://schemas.microsoft.com/office/drawing/2014/main" id="{A52FF57A-9FC1-48CA-A907-E18B39E8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5381" y="4969840"/>
            <a:ext cx="896718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sp>
        <p:nvSpPr>
          <p:cNvPr id="121" name="Shape 107">
            <a:extLst xmlns:a="http://schemas.openxmlformats.org/drawingml/2006/main">
              <a:ext uri="{FF2B5EF4-FFF2-40B4-BE49-F238E27FC236}">
                <a16:creationId xmlns:a16="http://schemas.microsoft.com/office/drawing/2014/main" id="{D10B9BB2-5BF3-4A0B-B968-926F8CF8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3287" y="5171917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2" name="Text 108">
            <a:extLst xmlns:a="http://schemas.openxmlformats.org/drawingml/2006/main">
              <a:ext uri="{FF2B5EF4-FFF2-40B4-BE49-F238E27FC236}">
                <a16:creationId xmlns:a16="http://schemas.microsoft.com/office/drawing/2014/main" id="{7273096F-7E65-4577-9E6A-28D34007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5381" y="5127713"/>
            <a:ext cx="896718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S</a:t>
            </a:r>
          </a:p>
        </p:txBody>
      </p:sp>
      <p:sp>
        <p:nvSpPr>
          <p:cNvPr id="123" name="Shape 109">
            <a:extLst xmlns:a="http://schemas.openxmlformats.org/drawingml/2006/main">
              <a:ext uri="{FF2B5EF4-FFF2-40B4-BE49-F238E27FC236}">
                <a16:creationId xmlns:a16="http://schemas.microsoft.com/office/drawing/2014/main" id="{2C5A4070-4C48-462B-ABDA-E607B6F2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3287" y="5329790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4" name="Text 110">
            <a:extLst xmlns:a="http://schemas.openxmlformats.org/drawingml/2006/main">
              <a:ext uri="{FF2B5EF4-FFF2-40B4-BE49-F238E27FC236}">
                <a16:creationId xmlns:a16="http://schemas.microsoft.com/office/drawing/2014/main" id="{FF2D3325-B88C-4E50-9F3E-21AD2F46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5381" y="5285586"/>
            <a:ext cx="896718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R</a:t>
            </a:r>
          </a:p>
        </p:txBody>
      </p:sp>
      <p:sp>
        <p:nvSpPr>
          <p:cNvPr id="125" name="Shape 111">
            <a:extLst xmlns:a="http://schemas.openxmlformats.org/drawingml/2006/main">
              <a:ext uri="{FF2B5EF4-FFF2-40B4-BE49-F238E27FC236}">
                <a16:creationId xmlns:a16="http://schemas.microsoft.com/office/drawing/2014/main" id="{E4BEC9A8-EB48-4ED3-A971-0B0B3BA8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3287" y="5487663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6" name="Text 112">
            <a:extLst xmlns:a="http://schemas.openxmlformats.org/drawingml/2006/main">
              <a:ext uri="{FF2B5EF4-FFF2-40B4-BE49-F238E27FC236}">
                <a16:creationId xmlns:a16="http://schemas.microsoft.com/office/drawing/2014/main" id="{189F7EB7-C77E-4050-8B13-3EC0A591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5381" y="5443459"/>
            <a:ext cx="896718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S</a:t>
            </a:r>
          </a:p>
        </p:txBody>
      </p:sp>
      <p:pic>
        <p:nvPicPr>
          <p:cNvPr id="340" name="Image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034075ded748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04655" y="4338348"/>
            <a:ext cx="277856" cy="265227"/>
          </a:xfrm>
          <a:prstGeom xmlns:a="http://schemas.openxmlformats.org/drawingml/2006/main" prst="rect">
            <a:avLst/>
          </a:prstGeom>
        </p:spPr>
      </p:pic>
      <p:sp>
        <p:nvSpPr>
          <p:cNvPr id="128" name="Text 113">
            <a:extLst xmlns:a="http://schemas.openxmlformats.org/drawingml/2006/main">
              <a:ext uri="{FF2B5EF4-FFF2-40B4-BE49-F238E27FC236}">
                <a16:creationId xmlns:a16="http://schemas.microsoft.com/office/drawing/2014/main" id="{33CC6120-27FB-4813-B31E-FF6220EB7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2602" y="4635149"/>
            <a:ext cx="1041961" cy="1452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5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P</a:t>
            </a:r>
          </a:p>
        </p:txBody>
      </p:sp>
      <p:sp>
        <p:nvSpPr>
          <p:cNvPr id="129" name="Shape 114">
            <a:extLst xmlns:a="http://schemas.openxmlformats.org/drawingml/2006/main">
              <a:ext uri="{FF2B5EF4-FFF2-40B4-BE49-F238E27FC236}">
                <a16:creationId xmlns:a16="http://schemas.microsoft.com/office/drawing/2014/main" id="{FE5E4848-3007-4918-B751-7430F711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066" y="4856171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0" name="Text 115">
            <a:extLst xmlns:a="http://schemas.openxmlformats.org/drawingml/2006/main">
              <a:ext uri="{FF2B5EF4-FFF2-40B4-BE49-F238E27FC236}">
                <a16:creationId xmlns:a16="http://schemas.microsoft.com/office/drawing/2014/main" id="{DB777A84-AFB6-4A67-B32E-D3EAF78C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4160" y="4811967"/>
            <a:ext cx="921978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S</a:t>
            </a:r>
          </a:p>
        </p:txBody>
      </p:sp>
      <p:sp>
        <p:nvSpPr>
          <p:cNvPr id="131" name="Shape 116">
            <a:extLst xmlns:a="http://schemas.openxmlformats.org/drawingml/2006/main">
              <a:ext uri="{FF2B5EF4-FFF2-40B4-BE49-F238E27FC236}">
                <a16:creationId xmlns:a16="http://schemas.microsoft.com/office/drawing/2014/main" id="{09091694-4280-48C9-BACF-4C73F3D3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066" y="5014044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2" name="Text 117">
            <a:extLst xmlns:a="http://schemas.openxmlformats.org/drawingml/2006/main">
              <a:ext uri="{FF2B5EF4-FFF2-40B4-BE49-F238E27FC236}">
                <a16:creationId xmlns:a16="http://schemas.microsoft.com/office/drawing/2014/main" id="{B44778A1-948C-41A1-93AC-1399EFD5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4160" y="4969840"/>
            <a:ext cx="921978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E</a:t>
            </a:r>
          </a:p>
        </p:txBody>
      </p:sp>
      <p:sp>
        <p:nvSpPr>
          <p:cNvPr id="133" name="Shape 118">
            <a:extLst xmlns:a="http://schemas.openxmlformats.org/drawingml/2006/main">
              <a:ext uri="{FF2B5EF4-FFF2-40B4-BE49-F238E27FC236}">
                <a16:creationId xmlns:a16="http://schemas.microsoft.com/office/drawing/2014/main" id="{2198AAFE-9E7C-4FD3-B961-EC589B38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066" y="5171917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4" name="Text 119">
            <a:extLst xmlns:a="http://schemas.openxmlformats.org/drawingml/2006/main">
              <a:ext uri="{FF2B5EF4-FFF2-40B4-BE49-F238E27FC236}">
                <a16:creationId xmlns:a16="http://schemas.microsoft.com/office/drawing/2014/main" id="{9593F321-05BC-4580-936C-2DA2D9DF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4160" y="5127713"/>
            <a:ext cx="921978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S</a:t>
            </a:r>
          </a:p>
        </p:txBody>
      </p:sp>
      <p:sp>
        <p:nvSpPr>
          <p:cNvPr id="135" name="Shape 120">
            <a:extLst xmlns:a="http://schemas.openxmlformats.org/drawingml/2006/main">
              <a:ext uri="{FF2B5EF4-FFF2-40B4-BE49-F238E27FC236}">
                <a16:creationId xmlns:a16="http://schemas.microsoft.com/office/drawing/2014/main" id="{D45E75EC-110D-4582-9881-B37895EC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066" y="5329790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6" name="Text 121">
            <a:extLst xmlns:a="http://schemas.openxmlformats.org/drawingml/2006/main">
              <a:ext uri="{FF2B5EF4-FFF2-40B4-BE49-F238E27FC236}">
                <a16:creationId xmlns:a16="http://schemas.microsoft.com/office/drawing/2014/main" id="{55EFBE33-DC01-4C1D-AE0C-3AB84796D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4160" y="5285586"/>
            <a:ext cx="921978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S</a:t>
            </a:r>
          </a:p>
        </p:txBody>
      </p:sp>
      <p:pic>
        <p:nvPicPr>
          <p:cNvPr id="350" name="Imag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6a28c988b741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00251" y="4338348"/>
            <a:ext cx="277856" cy="265227"/>
          </a:xfrm>
          <a:prstGeom xmlns:a="http://schemas.openxmlformats.org/drawingml/2006/main" prst="rect">
            <a:avLst/>
          </a:prstGeom>
        </p:spPr>
      </p:pic>
      <p:sp>
        <p:nvSpPr>
          <p:cNvPr id="138" name="Text 122">
            <a:extLst xmlns:a="http://schemas.openxmlformats.org/drawingml/2006/main">
              <a:ext uri="{FF2B5EF4-FFF2-40B4-BE49-F238E27FC236}">
                <a16:creationId xmlns:a16="http://schemas.microsoft.com/office/drawing/2014/main" id="{D8CAAF0A-8BE6-487F-B0F5-4A9A00A9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6641" y="4635149"/>
            <a:ext cx="1345077" cy="1452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5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S</a:t>
            </a:r>
          </a:p>
        </p:txBody>
      </p:sp>
      <p:sp>
        <p:nvSpPr>
          <p:cNvPr id="139" name="Shape 123">
            <a:extLst xmlns:a="http://schemas.openxmlformats.org/drawingml/2006/main">
              <a:ext uri="{FF2B5EF4-FFF2-40B4-BE49-F238E27FC236}">
                <a16:creationId xmlns:a16="http://schemas.microsoft.com/office/drawing/2014/main" id="{E9066E0F-A984-4B4B-9B1A-872D9D42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105" y="4856171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0" name="Text 124">
            <a:extLst xmlns:a="http://schemas.openxmlformats.org/drawingml/2006/main">
              <a:ext uri="{FF2B5EF4-FFF2-40B4-BE49-F238E27FC236}">
                <a16:creationId xmlns:a16="http://schemas.microsoft.com/office/drawing/2014/main" id="{D23C80A4-EBC7-4BB6-8E46-C1DD8402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199" y="4811967"/>
            <a:ext cx="1225094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A</a:t>
            </a:r>
          </a:p>
        </p:txBody>
      </p:sp>
      <p:sp>
        <p:nvSpPr>
          <p:cNvPr id="141" name="Shape 125">
            <a:extLst xmlns:a="http://schemas.openxmlformats.org/drawingml/2006/main">
              <a:ext uri="{FF2B5EF4-FFF2-40B4-BE49-F238E27FC236}">
                <a16:creationId xmlns:a16="http://schemas.microsoft.com/office/drawing/2014/main" id="{B9CD5A76-3EB7-49BC-B2A5-ED94653E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105" y="5014044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2" name="Text 126">
            <a:extLst xmlns:a="http://schemas.openxmlformats.org/drawingml/2006/main">
              <a:ext uri="{FF2B5EF4-FFF2-40B4-BE49-F238E27FC236}">
                <a16:creationId xmlns:a16="http://schemas.microsoft.com/office/drawing/2014/main" id="{9D4DCD00-844A-4D7E-B2C4-FA0D7087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199" y="4969840"/>
            <a:ext cx="1225094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A</a:t>
            </a:r>
          </a:p>
        </p:txBody>
      </p:sp>
      <p:sp>
        <p:nvSpPr>
          <p:cNvPr id="143" name="Shape 127">
            <a:extLst xmlns:a="http://schemas.openxmlformats.org/drawingml/2006/main">
              <a:ext uri="{FF2B5EF4-FFF2-40B4-BE49-F238E27FC236}">
                <a16:creationId xmlns:a16="http://schemas.microsoft.com/office/drawing/2014/main" id="{415B4927-0125-48FF-AEED-A711E877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105" y="5171917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4" name="Text 128">
            <a:extLst xmlns:a="http://schemas.openxmlformats.org/drawingml/2006/main">
              <a:ext uri="{FF2B5EF4-FFF2-40B4-BE49-F238E27FC236}">
                <a16:creationId xmlns:a16="http://schemas.microsoft.com/office/drawing/2014/main" id="{A20F556B-D513-4131-BBE2-B4FDFB54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199" y="5127713"/>
            <a:ext cx="1225094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sp>
        <p:nvSpPr>
          <p:cNvPr id="145" name="Shape 129">
            <a:extLst xmlns:a="http://schemas.openxmlformats.org/drawingml/2006/main">
              <a:ext uri="{FF2B5EF4-FFF2-40B4-BE49-F238E27FC236}">
                <a16:creationId xmlns:a16="http://schemas.microsoft.com/office/drawing/2014/main" id="{D531D3A8-913F-4566-8550-CFAEA2A09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105" y="5329790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6" name="Text 130">
            <a:extLst xmlns:a="http://schemas.openxmlformats.org/drawingml/2006/main">
              <a:ext uri="{FF2B5EF4-FFF2-40B4-BE49-F238E27FC236}">
                <a16:creationId xmlns:a16="http://schemas.microsoft.com/office/drawing/2014/main" id="{1FDC3D0D-4537-4BA3-A7CA-A54A6541A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8199" y="5285586"/>
            <a:ext cx="1225094" cy="15787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T</a:t>
            </a:r>
          </a:p>
        </p:txBody>
      </p:sp>
      <p:sp>
        <p:nvSpPr>
          <p:cNvPr id="147" name="Shape 131">
            <a:extLst xmlns:a="http://schemas.openxmlformats.org/drawingml/2006/main">
              <a:ext uri="{FF2B5EF4-FFF2-40B4-BE49-F238E27FC236}">
                <a16:creationId xmlns:a16="http://schemas.microsoft.com/office/drawing/2014/main" id="{157A51C2-8BE4-4F36-BAFB-E5DBB82D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2204" y="2671210"/>
            <a:ext cx="1913420" cy="3031160"/>
          </a:xfrm>
          <a:prstGeom xmlns:a="http://schemas.openxmlformats.org/drawingml/2006/main" prst="roundRect">
            <a:avLst>
              <a:gd name="adj" fmla="val 3823"/>
            </a:avLst>
          </a:prstGeom>
          <a:solidFill xmlns:a="http://schemas.openxmlformats.org/drawingml/2006/main">
            <a:srgbClr val="FBFAF8"/>
          </a:solidFill>
          <a:ln xmlns:a="http://schemas.openxmlformats.org/drawingml/2006/main" w="8890">
            <a:solidFill>
              <a:srgbClr val="D6C8A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8" name="Shape 132">
            <a:extLst xmlns:a="http://schemas.openxmlformats.org/drawingml/2006/main">
              <a:ext uri="{FF2B5EF4-FFF2-40B4-BE49-F238E27FC236}">
                <a16:creationId xmlns:a16="http://schemas.microsoft.com/office/drawing/2014/main" id="{C06A3A96-60F2-444A-8137-F55B2B98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1669" y="4344663"/>
            <a:ext cx="178080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985">
            <a:solidFill>
              <a:srgbClr val="D9D5CF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9" name="Shape 133">
            <a:extLst xmlns:a="http://schemas.openxmlformats.org/drawingml/2006/main">
              <a:ext uri="{FF2B5EF4-FFF2-40B4-BE49-F238E27FC236}">
                <a16:creationId xmlns:a16="http://schemas.microsoft.com/office/drawing/2014/main" id="{0F9546FA-985A-43F1-9F85-05BBB698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0613" y="2746989"/>
            <a:ext cx="214707" cy="202077"/>
          </a:xfrm>
          <a:prstGeom xmlns:a="http://schemas.openxmlformats.org/drawingml/2006/main" prst="roundRect">
            <a:avLst>
              <a:gd name="adj" fmla="val 36200"/>
            </a:avLst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0" name="Text 134">
            <a:extLst xmlns:a="http://schemas.openxmlformats.org/drawingml/2006/main">
              <a:ext uri="{FF2B5EF4-FFF2-40B4-BE49-F238E27FC236}">
                <a16:creationId xmlns:a16="http://schemas.microsoft.com/office/drawing/2014/main" id="{6FA40D32-4EA8-4573-87B2-E198E9BAF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6928" y="2753304"/>
            <a:ext cx="202077" cy="189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0</a:t>
            </a:r>
          </a:p>
        </p:txBody>
      </p:sp>
      <p:pic>
        <p:nvPicPr>
          <p:cNvPr id="364" name="Image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feaf493e5249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17950" y="2728044"/>
            <a:ext cx="359950" cy="372580"/>
          </a:xfrm>
          <a:prstGeom xmlns:a="http://schemas.openxmlformats.org/drawingml/2006/main" prst="rect">
            <a:avLst/>
          </a:prstGeom>
        </p:spPr>
      </p:pic>
      <p:sp>
        <p:nvSpPr>
          <p:cNvPr id="152" name="Text 135">
            <a:extLst xmlns:a="http://schemas.openxmlformats.org/drawingml/2006/main">
              <a:ext uri="{FF2B5EF4-FFF2-40B4-BE49-F238E27FC236}">
                <a16:creationId xmlns:a16="http://schemas.microsoft.com/office/drawing/2014/main" id="{6AE42595-DC91-44EB-8979-85DB7B2D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9475" y="2753304"/>
            <a:ext cx="1073536" cy="189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sp>
        <p:nvSpPr>
          <p:cNvPr id="153" name="Text 136">
            <a:extLst xmlns:a="http://schemas.openxmlformats.org/drawingml/2006/main">
              <a:ext uri="{FF2B5EF4-FFF2-40B4-BE49-F238E27FC236}">
                <a16:creationId xmlns:a16="http://schemas.microsoft.com/office/drawing/2014/main" id="{D16FC65F-262A-45CD-9F17-C6AE6001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9475" y="2961696"/>
            <a:ext cx="1073536" cy="1515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967A44"/>
                </a:solidFill>
                <a:latin typeface="Avenir Next"/>
                <a:ea typeface="Avenir Next"/>
                <a:cs typeface="Avenir Next"/>
              </a:rPr>
              <a:t>A</a:t>
            </a:r>
          </a:p>
        </p:txBody>
      </p:sp>
      <p:sp>
        <p:nvSpPr>
          <p:cNvPr id="154" name="Shape 137">
            <a:extLst xmlns:a="http://schemas.openxmlformats.org/drawingml/2006/main">
              <a:ext uri="{FF2B5EF4-FFF2-40B4-BE49-F238E27FC236}">
                <a16:creationId xmlns:a16="http://schemas.microsoft.com/office/drawing/2014/main" id="{24494E3D-B56D-4F9B-8B8B-AE62BC01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912" y="3290072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5" name="Text 138">
            <a:extLst xmlns:a="http://schemas.openxmlformats.org/drawingml/2006/main">
              <a:ext uri="{FF2B5EF4-FFF2-40B4-BE49-F238E27FC236}">
                <a16:creationId xmlns:a16="http://schemas.microsoft.com/office/drawing/2014/main" id="{DA68DEFB-5A72-44C1-8DC9-49674C2E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9006" y="3252182"/>
            <a:ext cx="1496635" cy="1262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65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U</a:t>
            </a:r>
          </a:p>
        </p:txBody>
      </p:sp>
      <p:sp>
        <p:nvSpPr>
          <p:cNvPr id="156" name="Shape 139">
            <a:extLst xmlns:a="http://schemas.openxmlformats.org/drawingml/2006/main">
              <a:ext uri="{FF2B5EF4-FFF2-40B4-BE49-F238E27FC236}">
                <a16:creationId xmlns:a16="http://schemas.microsoft.com/office/drawing/2014/main" id="{FC579E68-47DA-4C25-A285-0DED9F18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912" y="3416370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7" name="Text 140">
            <a:extLst xmlns:a="http://schemas.openxmlformats.org/drawingml/2006/main">
              <a:ext uri="{FF2B5EF4-FFF2-40B4-BE49-F238E27FC236}">
                <a16:creationId xmlns:a16="http://schemas.microsoft.com/office/drawing/2014/main" id="{E4133A5B-97BE-4D78-A477-B9113B3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9006" y="3378481"/>
            <a:ext cx="1496635" cy="1262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65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B</a:t>
            </a:r>
          </a:p>
        </p:txBody>
      </p:sp>
      <p:sp>
        <p:nvSpPr>
          <p:cNvPr id="158" name="Shape 141">
            <a:extLst xmlns:a="http://schemas.openxmlformats.org/drawingml/2006/main">
              <a:ext uri="{FF2B5EF4-FFF2-40B4-BE49-F238E27FC236}">
                <a16:creationId xmlns:a16="http://schemas.microsoft.com/office/drawing/2014/main" id="{139BEDC8-0EC2-4926-8D0A-CBCB34E1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912" y="3542669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9" name="Text 142">
            <a:extLst xmlns:a="http://schemas.openxmlformats.org/drawingml/2006/main">
              <a:ext uri="{FF2B5EF4-FFF2-40B4-BE49-F238E27FC236}">
                <a16:creationId xmlns:a16="http://schemas.microsoft.com/office/drawing/2014/main" id="{14F575FC-B7C1-4128-9CBC-F5CA8116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9006" y="3504779"/>
            <a:ext cx="1496635" cy="1262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65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P</a:t>
            </a:r>
          </a:p>
        </p:txBody>
      </p:sp>
      <p:sp>
        <p:nvSpPr>
          <p:cNvPr id="160" name="Shape 143">
            <a:extLst xmlns:a="http://schemas.openxmlformats.org/drawingml/2006/main">
              <a:ext uri="{FF2B5EF4-FFF2-40B4-BE49-F238E27FC236}">
                <a16:creationId xmlns:a16="http://schemas.microsoft.com/office/drawing/2014/main" id="{8F9D588F-5A32-4CEE-B19D-BC5B74933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912" y="3668967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1" name="Text 144">
            <a:extLst xmlns:a="http://schemas.openxmlformats.org/drawingml/2006/main">
              <a:ext uri="{FF2B5EF4-FFF2-40B4-BE49-F238E27FC236}">
                <a16:creationId xmlns:a16="http://schemas.microsoft.com/office/drawing/2014/main" id="{5EF8F46C-B6CA-4321-97A9-E1AC2A6C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9006" y="3631077"/>
            <a:ext cx="1496635" cy="1262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65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S</a:t>
            </a:r>
          </a:p>
        </p:txBody>
      </p:sp>
      <p:sp>
        <p:nvSpPr>
          <p:cNvPr id="162" name="Shape 145">
            <a:extLst xmlns:a="http://schemas.openxmlformats.org/drawingml/2006/main">
              <a:ext uri="{FF2B5EF4-FFF2-40B4-BE49-F238E27FC236}">
                <a16:creationId xmlns:a16="http://schemas.microsoft.com/office/drawing/2014/main" id="{7C4573C1-C428-4E47-8A83-34905C64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912" y="3795265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3" name="Text 146">
            <a:extLst xmlns:a="http://schemas.openxmlformats.org/drawingml/2006/main">
              <a:ext uri="{FF2B5EF4-FFF2-40B4-BE49-F238E27FC236}">
                <a16:creationId xmlns:a16="http://schemas.microsoft.com/office/drawing/2014/main" id="{7DA50688-5771-4362-B3AA-8EC752A2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9006" y="3757376"/>
            <a:ext cx="1496635" cy="1262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65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E</a:t>
            </a:r>
          </a:p>
        </p:txBody>
      </p:sp>
      <p:sp>
        <p:nvSpPr>
          <p:cNvPr id="164" name="Shape 147">
            <a:extLst xmlns:a="http://schemas.openxmlformats.org/drawingml/2006/main">
              <a:ext uri="{FF2B5EF4-FFF2-40B4-BE49-F238E27FC236}">
                <a16:creationId xmlns:a16="http://schemas.microsoft.com/office/drawing/2014/main" id="{5E2121CE-749E-4099-AF05-DD57CAFD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912" y="3921564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5" name="Text 148">
            <a:extLst xmlns:a="http://schemas.openxmlformats.org/drawingml/2006/main">
              <a:ext uri="{FF2B5EF4-FFF2-40B4-BE49-F238E27FC236}">
                <a16:creationId xmlns:a16="http://schemas.microsoft.com/office/drawing/2014/main" id="{2E57C99C-FE04-406F-98F1-832C33BB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9006" y="3883674"/>
            <a:ext cx="1496635" cy="1262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65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M</a:t>
            </a:r>
          </a:p>
        </p:txBody>
      </p:sp>
      <p:sp>
        <p:nvSpPr>
          <p:cNvPr id="166" name="Shape 149">
            <a:extLst xmlns:a="http://schemas.openxmlformats.org/drawingml/2006/main">
              <a:ext uri="{FF2B5EF4-FFF2-40B4-BE49-F238E27FC236}">
                <a16:creationId xmlns:a16="http://schemas.microsoft.com/office/drawing/2014/main" id="{907F7B86-C0A1-4BF3-886E-98AD048E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912" y="4047862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7" name="Text 150">
            <a:extLst xmlns:a="http://schemas.openxmlformats.org/drawingml/2006/main">
              <a:ext uri="{FF2B5EF4-FFF2-40B4-BE49-F238E27FC236}">
                <a16:creationId xmlns:a16="http://schemas.microsoft.com/office/drawing/2014/main" id="{3884F896-5A91-42A5-B0CF-7DD19C82C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9006" y="4009972"/>
            <a:ext cx="1496635" cy="1262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65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M</a:t>
            </a:r>
          </a:p>
        </p:txBody>
      </p:sp>
      <p:sp>
        <p:nvSpPr>
          <p:cNvPr id="168" name="Shape 151">
            <a:extLst xmlns:a="http://schemas.openxmlformats.org/drawingml/2006/main">
              <a:ext uri="{FF2B5EF4-FFF2-40B4-BE49-F238E27FC236}">
                <a16:creationId xmlns:a16="http://schemas.microsoft.com/office/drawing/2014/main" id="{D2BE2D18-55E6-4F22-8A12-B23C91F2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0613" y="4401497"/>
            <a:ext cx="214707" cy="202077"/>
          </a:xfrm>
          <a:prstGeom xmlns:a="http://schemas.openxmlformats.org/drawingml/2006/main" prst="roundRect">
            <a:avLst>
              <a:gd name="adj" fmla="val 36200"/>
            </a:avLst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9" name="Text 152">
            <a:extLst xmlns:a="http://schemas.openxmlformats.org/drawingml/2006/main">
              <a:ext uri="{FF2B5EF4-FFF2-40B4-BE49-F238E27FC236}">
                <a16:creationId xmlns:a16="http://schemas.microsoft.com/office/drawing/2014/main" id="{5E14B261-D7F0-4995-AB8F-1FCD9169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6928" y="4407812"/>
            <a:ext cx="202077" cy="189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0</a:t>
            </a:r>
          </a:p>
        </p:txBody>
      </p:sp>
      <p:pic>
        <p:nvPicPr>
          <p:cNvPr id="383" name="Image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24e38650d643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17950" y="4420442"/>
            <a:ext cx="322061" cy="328376"/>
          </a:xfrm>
          <a:prstGeom xmlns:a="http://schemas.openxmlformats.org/drawingml/2006/main" prst="rect">
            <a:avLst/>
          </a:prstGeom>
        </p:spPr>
      </p:pic>
      <p:sp>
        <p:nvSpPr>
          <p:cNvPr id="171" name="Text 153">
            <a:extLst xmlns:a="http://schemas.openxmlformats.org/drawingml/2006/main">
              <a:ext uri="{FF2B5EF4-FFF2-40B4-BE49-F238E27FC236}">
                <a16:creationId xmlns:a16="http://schemas.microsoft.com/office/drawing/2014/main" id="{6B6BBA21-2E86-4637-AB65-F074B5D2A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9475" y="4445702"/>
            <a:ext cx="1105110" cy="189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25" b="1">
                <a:solidFill>
                  <a:srgbClr val="3A0C2B"/>
                </a:solidFill>
                <a:latin typeface="Avenir Next"/>
                <a:ea typeface="Avenir Next"/>
                <a:cs typeface="Avenir Next"/>
              </a:rPr>
              <a:t>D</a:t>
            </a:r>
          </a:p>
        </p:txBody>
      </p:sp>
      <p:sp>
        <p:nvSpPr>
          <p:cNvPr id="172" name="Text 154">
            <a:extLst xmlns:a="http://schemas.openxmlformats.org/drawingml/2006/main">
              <a:ext uri="{FF2B5EF4-FFF2-40B4-BE49-F238E27FC236}">
                <a16:creationId xmlns:a16="http://schemas.microsoft.com/office/drawing/2014/main" id="{9A3336A9-EAA2-46D6-9CA5-F0E1383E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9475" y="4641464"/>
            <a:ext cx="1105110" cy="1515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967A44"/>
                </a:solidFill>
                <a:latin typeface="Avenir Next"/>
                <a:ea typeface="Avenir Next"/>
                <a:cs typeface="Avenir Next"/>
              </a:rPr>
              <a:t>D</a:t>
            </a:r>
          </a:p>
        </p:txBody>
      </p:sp>
      <p:sp>
        <p:nvSpPr>
          <p:cNvPr id="173" name="Shape 155">
            <a:extLst xmlns:a="http://schemas.openxmlformats.org/drawingml/2006/main">
              <a:ext uri="{FF2B5EF4-FFF2-40B4-BE49-F238E27FC236}">
                <a16:creationId xmlns:a16="http://schemas.microsoft.com/office/drawing/2014/main" id="{C3A626B5-4455-4F29-A671-81564D90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912" y="4969840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4" name="Text 156">
            <a:extLst xmlns:a="http://schemas.openxmlformats.org/drawingml/2006/main">
              <a:ext uri="{FF2B5EF4-FFF2-40B4-BE49-F238E27FC236}">
                <a16:creationId xmlns:a16="http://schemas.microsoft.com/office/drawing/2014/main" id="{134ACA5D-CCCD-4D78-B679-B1884581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9006" y="4925635"/>
            <a:ext cx="1496635" cy="1452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75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F</a:t>
            </a:r>
          </a:p>
        </p:txBody>
      </p:sp>
      <p:sp>
        <p:nvSpPr>
          <p:cNvPr id="175" name="Shape 157">
            <a:extLst xmlns:a="http://schemas.openxmlformats.org/drawingml/2006/main">
              <a:ext uri="{FF2B5EF4-FFF2-40B4-BE49-F238E27FC236}">
                <a16:creationId xmlns:a16="http://schemas.microsoft.com/office/drawing/2014/main" id="{0BF6FD44-FC5C-41C9-B98C-72E83D0FC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912" y="5115083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6" name="Text 158">
            <a:extLst xmlns:a="http://schemas.openxmlformats.org/drawingml/2006/main">
              <a:ext uri="{FF2B5EF4-FFF2-40B4-BE49-F238E27FC236}">
                <a16:creationId xmlns:a16="http://schemas.microsoft.com/office/drawing/2014/main" id="{723403C3-17F8-414F-A3DE-CF38B5D6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9006" y="5070878"/>
            <a:ext cx="1496635" cy="1452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75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S</a:t>
            </a:r>
          </a:p>
        </p:txBody>
      </p:sp>
      <p:sp>
        <p:nvSpPr>
          <p:cNvPr id="177" name="Shape 159">
            <a:extLst xmlns:a="http://schemas.openxmlformats.org/drawingml/2006/main">
              <a:ext uri="{FF2B5EF4-FFF2-40B4-BE49-F238E27FC236}">
                <a16:creationId xmlns:a16="http://schemas.microsoft.com/office/drawing/2014/main" id="{CFEE456B-7698-487E-A682-1B6ABAFC9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912" y="5260326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8" name="Text 160">
            <a:extLst xmlns:a="http://schemas.openxmlformats.org/drawingml/2006/main">
              <a:ext uri="{FF2B5EF4-FFF2-40B4-BE49-F238E27FC236}">
                <a16:creationId xmlns:a16="http://schemas.microsoft.com/office/drawing/2014/main" id="{48ACC74E-3B48-4D48-9020-B31A4EB9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9006" y="5216122"/>
            <a:ext cx="1496635" cy="1452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75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R</a:t>
            </a:r>
          </a:p>
        </p:txBody>
      </p:sp>
      <p:sp>
        <p:nvSpPr>
          <p:cNvPr id="179" name="Shape 161">
            <a:extLst xmlns:a="http://schemas.openxmlformats.org/drawingml/2006/main">
              <a:ext uri="{FF2B5EF4-FFF2-40B4-BE49-F238E27FC236}">
                <a16:creationId xmlns:a16="http://schemas.microsoft.com/office/drawing/2014/main" id="{1490E495-63E4-486F-AA2F-F6EDD2FEF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912" y="5405569"/>
            <a:ext cx="25260" cy="25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8750"/>
          </a:solidFill>
          <a:ln xmlns:a="http://schemas.openxmlformats.org/drawingml/2006/main" w="12700">
            <a:solidFill>
              <a:srgbClr val="A087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0" name="Text 162">
            <a:extLst xmlns:a="http://schemas.openxmlformats.org/drawingml/2006/main">
              <a:ext uri="{FF2B5EF4-FFF2-40B4-BE49-F238E27FC236}">
                <a16:creationId xmlns:a16="http://schemas.microsoft.com/office/drawing/2014/main" id="{97AC5602-C4C0-45D8-A05C-D9BE7E92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9006" y="5361365"/>
            <a:ext cx="1496635" cy="1452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75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D</a:t>
            </a:r>
          </a:p>
        </p:txBody>
      </p:sp>
      <p:sp>
        <p:nvSpPr>
          <p:cNvPr id="181" name="Shape 163">
            <a:extLst xmlns:a="http://schemas.openxmlformats.org/drawingml/2006/main">
              <a:ext uri="{FF2B5EF4-FFF2-40B4-BE49-F238E27FC236}">
                <a16:creationId xmlns:a16="http://schemas.microsoft.com/office/drawing/2014/main" id="{B7CC9B48-7BCC-4D45-B244-B836752A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01" y="5891818"/>
            <a:ext cx="8518823" cy="618862"/>
          </a:xfrm>
          <a:prstGeom xmlns:a="http://schemas.openxmlformats.org/drawingml/2006/main" prst="roundRect">
            <a:avLst>
              <a:gd name="adj" fmla="val 11820"/>
            </a:avLst>
          </a:prstGeom>
          <a:solidFill xmlns:a="http://schemas.openxmlformats.org/drawingml/2006/main">
            <a:srgbClr val="FBFAF8"/>
          </a:solidFill>
          <a:ln xmlns:a="http://schemas.openxmlformats.org/drawingml/2006/main" w="8255">
            <a:solidFill>
              <a:srgbClr val="D6C8A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2" name="Shape 164">
            <a:extLst xmlns:a="http://schemas.openxmlformats.org/drawingml/2006/main">
              <a:ext uri="{FF2B5EF4-FFF2-40B4-BE49-F238E27FC236}">
                <a16:creationId xmlns:a16="http://schemas.microsoft.com/office/drawing/2014/main" id="{68F4346B-ACCA-423B-8571-57BF554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01" y="5898133"/>
            <a:ext cx="1553470" cy="612547"/>
          </a:xfrm>
          <a:prstGeom xmlns:a="http://schemas.openxmlformats.org/drawingml/2006/main" prst="roundRect">
            <a:avLst>
              <a:gd name="adj" fmla="val 11942"/>
            </a:avLst>
          </a:prstGeom>
          <a:solidFill xmlns:a="http://schemas.openxmlformats.org/drawingml/2006/main">
            <a:srgbClr val="390E2A"/>
          </a:solidFill>
          <a:ln xmlns:a="http://schemas.openxmlformats.org/drawingml/2006/main" w="12700">
            <a:solidFill>
              <a:srgbClr val="390E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3" name="Shape 165">
            <a:extLst xmlns:a="http://schemas.openxmlformats.org/drawingml/2006/main">
              <a:ext uri="{FF2B5EF4-FFF2-40B4-BE49-F238E27FC236}">
                <a16:creationId xmlns:a16="http://schemas.microsoft.com/office/drawing/2014/main" id="{9977F865-8779-40C2-B2B8-7631AE20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547" y="5898133"/>
            <a:ext cx="94724" cy="6125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0E2A"/>
          </a:solidFill>
          <a:ln xmlns:a="http://schemas.openxmlformats.org/drawingml/2006/main" w="12700">
            <a:solidFill>
              <a:srgbClr val="390E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97" name="Imag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84b08a288649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0989" y="6030746"/>
            <a:ext cx="303116" cy="315746"/>
          </a:xfrm>
          <a:prstGeom xmlns:a="http://schemas.openxmlformats.org/drawingml/2006/main" prst="rect">
            <a:avLst/>
          </a:prstGeom>
        </p:spPr>
      </p:pic>
      <p:sp>
        <p:nvSpPr>
          <p:cNvPr id="185" name="Text 166">
            <a:extLst xmlns:a="http://schemas.openxmlformats.org/drawingml/2006/main">
              <a:ext uri="{FF2B5EF4-FFF2-40B4-BE49-F238E27FC236}">
                <a16:creationId xmlns:a16="http://schemas.microsoft.com/office/drawing/2014/main" id="{AE13B65A-48A3-4B25-82B4-C9A27835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199" y="5973912"/>
            <a:ext cx="852514" cy="3725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2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</a:t>
            </a:r>
          </a:p>
        </p:txBody>
      </p:sp>
      <p:sp>
        <p:nvSpPr>
          <p:cNvPr id="186" name="Shape 167">
            <a:extLst xmlns:a="http://schemas.openxmlformats.org/drawingml/2006/main">
              <a:ext uri="{FF2B5EF4-FFF2-40B4-BE49-F238E27FC236}">
                <a16:creationId xmlns:a16="http://schemas.microsoft.com/office/drawing/2014/main" id="{67C29A11-4703-41E9-B750-2AFCFB23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4779" y="5986541"/>
            <a:ext cx="0" cy="4294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6C8AB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7" name="Shape 168">
            <a:extLst xmlns:a="http://schemas.openxmlformats.org/drawingml/2006/main">
              <a:ext uri="{FF2B5EF4-FFF2-40B4-BE49-F238E27FC236}">
                <a16:creationId xmlns:a16="http://schemas.microsoft.com/office/drawing/2014/main" id="{CA44CE12-CD57-429C-B605-86DFF6AE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453" y="5986541"/>
            <a:ext cx="0" cy="4294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6C8AB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8" name="Shape 169">
            <a:extLst xmlns:a="http://schemas.openxmlformats.org/drawingml/2006/main">
              <a:ext uri="{FF2B5EF4-FFF2-40B4-BE49-F238E27FC236}">
                <a16:creationId xmlns:a16="http://schemas.microsoft.com/office/drawing/2014/main" id="{1510F08D-ECF7-4472-B8CE-236A0AC6E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4331" y="5986541"/>
            <a:ext cx="0" cy="4294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6C8AB"/>
            </a:solidFill>
            <a:prstDash val="solid"/>
            <a:headEnd type="none"/>
            <a:tailEnd type="non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2" name="Image 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5cda2a4af74b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20773" y="5992856"/>
            <a:ext cx="366265" cy="366265"/>
          </a:xfrm>
          <a:prstGeom xmlns:a="http://schemas.openxmlformats.org/drawingml/2006/main" prst="rect">
            <a:avLst/>
          </a:prstGeom>
        </p:spPr>
      </p:pic>
      <p:sp>
        <p:nvSpPr>
          <p:cNvPr id="190" name="Text 170">
            <a:extLst xmlns:a="http://schemas.openxmlformats.org/drawingml/2006/main">
              <a:ext uri="{FF2B5EF4-FFF2-40B4-BE49-F238E27FC236}">
                <a16:creationId xmlns:a16="http://schemas.microsoft.com/office/drawing/2014/main" id="{B123533D-29A3-41C1-9E0F-08BA0A4A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652" y="5986541"/>
            <a:ext cx="884088" cy="3852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90" b="1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C</a:t>
            </a:r>
          </a:p>
        </p:txBody>
      </p:sp>
      <p:pic>
        <p:nvPicPr>
          <p:cNvPr id="404" name="Image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4d20e6a3b4e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38431" y="5992856"/>
            <a:ext cx="372580" cy="366265"/>
          </a:xfrm>
          <a:prstGeom xmlns:a="http://schemas.openxmlformats.org/drawingml/2006/main" prst="rect">
            <a:avLst/>
          </a:prstGeom>
        </p:spPr>
      </p:pic>
      <p:sp>
        <p:nvSpPr>
          <p:cNvPr id="192" name="Text 171">
            <a:extLst xmlns:a="http://schemas.openxmlformats.org/drawingml/2006/main">
              <a:ext uri="{FF2B5EF4-FFF2-40B4-BE49-F238E27FC236}">
                <a16:creationId xmlns:a16="http://schemas.microsoft.com/office/drawing/2014/main" id="{06F9DCC5-BB55-49F1-BE1B-CA824B05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5735" y="5986541"/>
            <a:ext cx="795680" cy="3852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90" b="1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E</a:t>
            </a:r>
          </a:p>
        </p:txBody>
      </p:sp>
      <p:pic>
        <p:nvPicPr>
          <p:cNvPr id="406" name="Image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d391d68fd14e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48735" y="5992856"/>
            <a:ext cx="366265" cy="366265"/>
          </a:xfrm>
          <a:prstGeom xmlns:a="http://schemas.openxmlformats.org/drawingml/2006/main" prst="rect">
            <a:avLst/>
          </a:prstGeom>
        </p:spPr>
      </p:pic>
      <p:sp>
        <p:nvSpPr>
          <p:cNvPr id="194" name="Text 172">
            <a:extLst xmlns:a="http://schemas.openxmlformats.org/drawingml/2006/main">
              <a:ext uri="{FF2B5EF4-FFF2-40B4-BE49-F238E27FC236}">
                <a16:creationId xmlns:a16="http://schemas.microsoft.com/office/drawing/2014/main" id="{40FB3491-D357-4C81-BEEF-AF1706B6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8669" y="5986541"/>
            <a:ext cx="789365" cy="3852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90" b="1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G</a:t>
            </a:r>
          </a:p>
        </p:txBody>
      </p:sp>
      <p:pic>
        <p:nvPicPr>
          <p:cNvPr id="408" name="Image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db0defed0a4d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72707" y="5999171"/>
            <a:ext cx="366265" cy="366265"/>
          </a:xfrm>
          <a:prstGeom xmlns:a="http://schemas.openxmlformats.org/drawingml/2006/main" prst="rect">
            <a:avLst/>
          </a:prstGeom>
        </p:spPr>
      </p:pic>
      <p:sp>
        <p:nvSpPr>
          <p:cNvPr id="196" name="Text 173">
            <a:extLst xmlns:a="http://schemas.openxmlformats.org/drawingml/2006/main">
              <a:ext uri="{FF2B5EF4-FFF2-40B4-BE49-F238E27FC236}">
                <a16:creationId xmlns:a16="http://schemas.microsoft.com/office/drawing/2014/main" id="{72662B70-B777-4E8F-A162-9948CBD2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0011" y="5986541"/>
            <a:ext cx="1124055" cy="3852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5" b="1">
                <a:solidFill>
                  <a:srgbClr val="27232B"/>
                </a:solidFill>
                <a:latin typeface="Avenir Next"/>
                <a:ea typeface="Avenir Next"/>
                <a:cs typeface="Avenir Next"/>
              </a:rPr>
              <a:t>S</a:t>
            </a:r>
          </a:p>
        </p:txBody>
      </p:sp>
      <p:sp>
        <p:nvSpPr>
          <p:cNvPr id="198" name="Text 175">
            <a:extLst xmlns:a="http://schemas.openxmlformats.org/drawingml/2006/main">
              <a:ext uri="{FF2B5EF4-FFF2-40B4-BE49-F238E27FC236}">
                <a16:creationId xmlns:a16="http://schemas.microsoft.com/office/drawing/2014/main" id="{2223E114-8F4F-479D-AEA6-332B4234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934" y="6592773"/>
            <a:ext cx="157873" cy="14524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20">
                <a:solidFill>
                  <a:srgbClr val="666870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00389724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venir N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2026-08-04T04:37:11.8450000Z</dcterms:created>
  <dcterms:modified xsi:type="dcterms:W3CDTF">2026-08-04T04:37:11.8450000Z</dcterms:modified>
</coreProperties>
</file>