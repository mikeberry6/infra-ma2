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MASTER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slideLayout" Target="../slideLayouts/slideLayout2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image" Target="../media/image-4-39.png"/><Relationship Id="rId40" Type="http://schemas.openxmlformats.org/officeDocument/2006/relationships/image" Target="../media/image-4-40.svg"/><Relationship Id="rId41" Type="http://schemas.openxmlformats.org/officeDocument/2006/relationships/image" Target="../media/image-4-41.png"/><Relationship Id="rId42" Type="http://schemas.openxmlformats.org/officeDocument/2006/relationships/image" Target="../media/image-4-42.svg"/><Relationship Id="rId43" Type="http://schemas.openxmlformats.org/officeDocument/2006/relationships/image" Target="../media/image-4-43.png"/><Relationship Id="rId44" Type="http://schemas.openxmlformats.org/officeDocument/2006/relationships/image" Target="../media/image-4-44.svg"/><Relationship Id="rId45" Type="http://schemas.openxmlformats.org/officeDocument/2006/relationships/image" Target="../media/image-4-45.png"/><Relationship Id="rId46" Type="http://schemas.openxmlformats.org/officeDocument/2006/relationships/image" Target="../media/image-4-46.svg"/><Relationship Id="rId47" Type="http://schemas.openxmlformats.org/officeDocument/2006/relationships/image" Target="../media/image-4-47.png"/><Relationship Id="rId48" Type="http://schemas.openxmlformats.org/officeDocument/2006/relationships/image" Target="../media/image-4-48.svg"/><Relationship Id="rId49" Type="http://schemas.openxmlformats.org/officeDocument/2006/relationships/image" Target="../media/image-4-49.png"/><Relationship Id="rId50" Type="http://schemas.openxmlformats.org/officeDocument/2006/relationships/image" Target="../media/image-4-50.svg"/><Relationship Id="rId51" Type="http://schemas.openxmlformats.org/officeDocument/2006/relationships/image" Target="../media/image-4-51.png"/><Relationship Id="rId52" Type="http://schemas.openxmlformats.org/officeDocument/2006/relationships/image" Target="../media/image-4-52.svg"/><Relationship Id="rId53" Type="http://schemas.openxmlformats.org/officeDocument/2006/relationships/image" Target="../media/image-4-53.png"/><Relationship Id="rId54" Type="http://schemas.openxmlformats.org/officeDocument/2006/relationships/image" Target="../media/image-4-54.svg"/><Relationship Id="rId55" Type="http://schemas.openxmlformats.org/officeDocument/2006/relationships/image" Target="../media/image-4-55.png"/><Relationship Id="rId56" Type="http://schemas.openxmlformats.org/officeDocument/2006/relationships/image" Target="../media/image-4-56.svg"/><Relationship Id="rId57" Type="http://schemas.openxmlformats.org/officeDocument/2006/relationships/image" Target="../media/image-4-57.png"/><Relationship Id="rId58" Type="http://schemas.openxmlformats.org/officeDocument/2006/relationships/image" Target="../media/image-4-58.svg"/><Relationship Id="rId59" Type="http://schemas.openxmlformats.org/officeDocument/2006/relationships/image" Target="../media/image-4-59.png"/><Relationship Id="rId60" Type="http://schemas.openxmlformats.org/officeDocument/2006/relationships/image" Target="../media/image-4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image" Target="../media/image-5-33.png"/><Relationship Id="rId34" Type="http://schemas.openxmlformats.org/officeDocument/2006/relationships/image" Target="../media/image-5-34.svg"/><Relationship Id="rId35" Type="http://schemas.openxmlformats.org/officeDocument/2006/relationships/image" Target="../media/image-5-35.png"/><Relationship Id="rId36" Type="http://schemas.openxmlformats.org/officeDocument/2006/relationships/image" Target="../media/image-5-36.svg"/><Relationship Id="rId37" Type="http://schemas.openxmlformats.org/officeDocument/2006/relationships/image" Target="../media/image-5-37.png"/><Relationship Id="rId38" Type="http://schemas.openxmlformats.org/officeDocument/2006/relationships/image" Target="../media/image-5-38.svg"/><Relationship Id="rId39" Type="http://schemas.openxmlformats.org/officeDocument/2006/relationships/image" Target="../media/image-5-39.png"/><Relationship Id="rId40" Type="http://schemas.openxmlformats.org/officeDocument/2006/relationships/image" Target="../media/image-5-40.svg"/><Relationship Id="rId41" Type="http://schemas.openxmlformats.org/officeDocument/2006/relationships/image" Target="../media/image-5-41.png"/><Relationship Id="rId42" Type="http://schemas.openxmlformats.org/officeDocument/2006/relationships/image" Target="../media/image-5-42.svg"/><Relationship Id="rId43" Type="http://schemas.openxmlformats.org/officeDocument/2006/relationships/image" Target="../media/image-5-43.png"/><Relationship Id="rId44" Type="http://schemas.openxmlformats.org/officeDocument/2006/relationships/image" Target="../media/image-5-44.svg"/><Relationship Id="rId45" Type="http://schemas.openxmlformats.org/officeDocument/2006/relationships/image" Target="../media/image-5-45.png"/><Relationship Id="rId46" Type="http://schemas.openxmlformats.org/officeDocument/2006/relationships/image" Target="../media/image-5-46.svg"/><Relationship Id="rId47" Type="http://schemas.openxmlformats.org/officeDocument/2006/relationships/image" Target="../media/image-5-47.png"/><Relationship Id="rId48" Type="http://schemas.openxmlformats.org/officeDocument/2006/relationships/image" Target="../media/image-5-48.svg"/><Relationship Id="rId49" Type="http://schemas.openxmlformats.org/officeDocument/2006/relationships/image" Target="../media/image-5-49.png"/><Relationship Id="rId50" Type="http://schemas.openxmlformats.org/officeDocument/2006/relationships/image" Target="../media/image-5-50.svg"/><Relationship Id="rId51" Type="http://schemas.openxmlformats.org/officeDocument/2006/relationships/image" Target="../media/image-5-51.png"/><Relationship Id="rId52" Type="http://schemas.openxmlformats.org/officeDocument/2006/relationships/image" Target="../media/image-5-52.svg"/><Relationship Id="rId53" Type="http://schemas.openxmlformats.org/officeDocument/2006/relationships/image" Target="../media/image-5-53.png"/><Relationship Id="rId54" Type="http://schemas.openxmlformats.org/officeDocument/2006/relationships/image" Target="../media/image-5-54.svg"/><Relationship Id="rId55" Type="http://schemas.openxmlformats.org/officeDocument/2006/relationships/image" Target="../media/image-5-55.png"/><Relationship Id="rId56" Type="http://schemas.openxmlformats.org/officeDocument/2006/relationships/image" Target="../media/image-5-56.svg"/><Relationship Id="rId57" Type="http://schemas.openxmlformats.org/officeDocument/2006/relationships/image" Target="../media/image-5-57.png"/><Relationship Id="rId58" Type="http://schemas.openxmlformats.org/officeDocument/2006/relationships/image" Target="../media/image-5-58.svg"/><Relationship Id="rId59" Type="http://schemas.openxmlformats.org/officeDocument/2006/relationships/image" Target="../media/image-5-59.png"/><Relationship Id="rId60" Type="http://schemas.openxmlformats.org/officeDocument/2006/relationships/image" Target="../media/image-5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image" Target="../media/image-6-30.svg"/><Relationship Id="rId31" Type="http://schemas.openxmlformats.org/officeDocument/2006/relationships/image" Target="../media/image-6-31.png"/><Relationship Id="rId32" Type="http://schemas.openxmlformats.org/officeDocument/2006/relationships/image" Target="../media/image-6-32.svg"/><Relationship Id="rId33" Type="http://schemas.openxmlformats.org/officeDocument/2006/relationships/image" Target="../media/image-6-33.png"/><Relationship Id="rId34" Type="http://schemas.openxmlformats.org/officeDocument/2006/relationships/image" Target="../media/image-6-34.svg"/><Relationship Id="rId35" Type="http://schemas.openxmlformats.org/officeDocument/2006/relationships/image" Target="../media/image-6-35.png"/><Relationship Id="rId36" Type="http://schemas.openxmlformats.org/officeDocument/2006/relationships/image" Target="../media/image-6-36.svg"/><Relationship Id="rId37" Type="http://schemas.openxmlformats.org/officeDocument/2006/relationships/image" Target="../media/image-6-37.png"/><Relationship Id="rId38" Type="http://schemas.openxmlformats.org/officeDocument/2006/relationships/image" Target="../media/image-6-38.svg"/><Relationship Id="rId39" Type="http://schemas.openxmlformats.org/officeDocument/2006/relationships/image" Target="../media/image-6-39.png"/><Relationship Id="rId40" Type="http://schemas.openxmlformats.org/officeDocument/2006/relationships/image" Target="../media/image-6-40.svg"/><Relationship Id="rId41" Type="http://schemas.openxmlformats.org/officeDocument/2006/relationships/image" Target="../media/image-6-41.png"/><Relationship Id="rId42" Type="http://schemas.openxmlformats.org/officeDocument/2006/relationships/image" Target="../media/image-6-42.svg"/><Relationship Id="rId43" Type="http://schemas.openxmlformats.org/officeDocument/2006/relationships/image" Target="../media/image-6-43.png"/><Relationship Id="rId44" Type="http://schemas.openxmlformats.org/officeDocument/2006/relationships/image" Target="../media/image-6-44.svg"/><Relationship Id="rId45" Type="http://schemas.openxmlformats.org/officeDocument/2006/relationships/image" Target="../media/image-6-45.png"/><Relationship Id="rId46" Type="http://schemas.openxmlformats.org/officeDocument/2006/relationships/image" Target="../media/image-6-46.svg"/><Relationship Id="rId47" Type="http://schemas.openxmlformats.org/officeDocument/2006/relationships/image" Target="../media/image-6-47.png"/><Relationship Id="rId48" Type="http://schemas.openxmlformats.org/officeDocument/2006/relationships/image" Target="../media/image-6-48.svg"/><Relationship Id="rId49" Type="http://schemas.openxmlformats.org/officeDocument/2006/relationships/image" Target="../media/image-6-49.png"/><Relationship Id="rId50" Type="http://schemas.openxmlformats.org/officeDocument/2006/relationships/image" Target="../media/image-6-50.svg"/><Relationship Id="rId51" Type="http://schemas.openxmlformats.org/officeDocument/2006/relationships/image" Target="../media/image-6-51.png"/><Relationship Id="rId52" Type="http://schemas.openxmlformats.org/officeDocument/2006/relationships/image" Target="../media/image-6-52.svg"/><Relationship Id="rId53" Type="http://schemas.openxmlformats.org/officeDocument/2006/relationships/image" Target="../media/image-6-53.png"/><Relationship Id="rId54" Type="http://schemas.openxmlformats.org/officeDocument/2006/relationships/image" Target="../media/image-6-54.svg"/><Relationship Id="rId55" Type="http://schemas.openxmlformats.org/officeDocument/2006/relationships/image" Target="../media/image-6-55.png"/><Relationship Id="rId56" Type="http://schemas.openxmlformats.org/officeDocument/2006/relationships/image" Target="../media/image-6-56.svg"/><Relationship Id="rId57" Type="http://schemas.openxmlformats.org/officeDocument/2006/relationships/image" Target="../media/image-6-57.png"/><Relationship Id="rId58" Type="http://schemas.openxmlformats.org/officeDocument/2006/relationships/image" Target="../media/image-6-58.svg"/><Relationship Id="rId59" Type="http://schemas.openxmlformats.org/officeDocument/2006/relationships/image" Target="../media/image-6-59.png"/><Relationship Id="rId60" Type="http://schemas.openxmlformats.org/officeDocument/2006/relationships/image" Target="../media/image-6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image" Target="../media/image-7-31.png"/><Relationship Id="rId32" Type="http://schemas.openxmlformats.org/officeDocument/2006/relationships/image" Target="../media/image-7-32.svg"/><Relationship Id="rId33" Type="http://schemas.openxmlformats.org/officeDocument/2006/relationships/image" Target="../media/image-7-33.png"/><Relationship Id="rId34" Type="http://schemas.openxmlformats.org/officeDocument/2006/relationships/image" Target="../media/image-7-34.svg"/><Relationship Id="rId35" Type="http://schemas.openxmlformats.org/officeDocument/2006/relationships/image" Target="../media/image-7-35.png"/><Relationship Id="rId36" Type="http://schemas.openxmlformats.org/officeDocument/2006/relationships/image" Target="../media/image-7-36.svg"/><Relationship Id="rId37" Type="http://schemas.openxmlformats.org/officeDocument/2006/relationships/image" Target="../media/image-7-37.png"/><Relationship Id="rId38" Type="http://schemas.openxmlformats.org/officeDocument/2006/relationships/image" Target="../media/image-7-38.svg"/><Relationship Id="rId39" Type="http://schemas.openxmlformats.org/officeDocument/2006/relationships/image" Target="../media/image-7-39.png"/><Relationship Id="rId40" Type="http://schemas.openxmlformats.org/officeDocument/2006/relationships/image" Target="../media/image-7-40.svg"/><Relationship Id="rId41" Type="http://schemas.openxmlformats.org/officeDocument/2006/relationships/image" Target="../media/image-7-41.png"/><Relationship Id="rId42" Type="http://schemas.openxmlformats.org/officeDocument/2006/relationships/image" Target="../media/image-7-42.svg"/><Relationship Id="rId43" Type="http://schemas.openxmlformats.org/officeDocument/2006/relationships/image" Target="../media/image-7-43.png"/><Relationship Id="rId44" Type="http://schemas.openxmlformats.org/officeDocument/2006/relationships/image" Target="../media/image-7-44.svg"/><Relationship Id="rId45" Type="http://schemas.openxmlformats.org/officeDocument/2006/relationships/image" Target="../media/image-7-45.png"/><Relationship Id="rId46" Type="http://schemas.openxmlformats.org/officeDocument/2006/relationships/image" Target="../media/image-7-46.svg"/><Relationship Id="rId47" Type="http://schemas.openxmlformats.org/officeDocument/2006/relationships/image" Target="../media/image-7-47.png"/><Relationship Id="rId48" Type="http://schemas.openxmlformats.org/officeDocument/2006/relationships/image" Target="../media/image-7-48.svg"/><Relationship Id="rId49" Type="http://schemas.openxmlformats.org/officeDocument/2006/relationships/image" Target="../media/image-7-49.png"/><Relationship Id="rId50" Type="http://schemas.openxmlformats.org/officeDocument/2006/relationships/image" Target="../media/image-7-50.svg"/><Relationship Id="rId51" Type="http://schemas.openxmlformats.org/officeDocument/2006/relationships/image" Target="../media/image-7-51.png"/><Relationship Id="rId52" Type="http://schemas.openxmlformats.org/officeDocument/2006/relationships/image" Target="../media/image-7-52.svg"/><Relationship Id="rId53" Type="http://schemas.openxmlformats.org/officeDocument/2006/relationships/image" Target="../media/image-7-53.png"/><Relationship Id="rId54" Type="http://schemas.openxmlformats.org/officeDocument/2006/relationships/image" Target="../media/image-7-54.svg"/><Relationship Id="rId55" Type="http://schemas.openxmlformats.org/officeDocument/2006/relationships/image" Target="../media/image-7-55.png"/><Relationship Id="rId56" Type="http://schemas.openxmlformats.org/officeDocument/2006/relationships/image" Target="../media/image-7-56.svg"/><Relationship Id="rId57" Type="http://schemas.openxmlformats.org/officeDocument/2006/relationships/image" Target="../media/image-7-57.png"/><Relationship Id="rId58" Type="http://schemas.openxmlformats.org/officeDocument/2006/relationships/image" Target="../media/image-7-58.svg"/><Relationship Id="rId59" Type="http://schemas.openxmlformats.org/officeDocument/2006/relationships/image" Target="../media/image-7-59.png"/><Relationship Id="rId60" Type="http://schemas.openxmlformats.org/officeDocument/2006/relationships/image" Target="../media/image-7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image" Target="../media/image-8-25.png"/><Relationship Id="rId26" Type="http://schemas.openxmlformats.org/officeDocument/2006/relationships/image" Target="../media/image-8-26.svg"/><Relationship Id="rId27" Type="http://schemas.openxmlformats.org/officeDocument/2006/relationships/image" Target="../media/image-8-27.png"/><Relationship Id="rId28" Type="http://schemas.openxmlformats.org/officeDocument/2006/relationships/image" Target="../media/image-8-28.svg"/><Relationship Id="rId29" Type="http://schemas.openxmlformats.org/officeDocument/2006/relationships/image" Target="../media/image-8-29.png"/><Relationship Id="rId30" Type="http://schemas.openxmlformats.org/officeDocument/2006/relationships/image" Target="../media/image-8-30.svg"/><Relationship Id="rId31" Type="http://schemas.openxmlformats.org/officeDocument/2006/relationships/image" Target="../media/image-8-31.png"/><Relationship Id="rId32" Type="http://schemas.openxmlformats.org/officeDocument/2006/relationships/image" Target="../media/image-8-32.svg"/><Relationship Id="rId33" Type="http://schemas.openxmlformats.org/officeDocument/2006/relationships/image" Target="../media/image-8-33.png"/><Relationship Id="rId34" Type="http://schemas.openxmlformats.org/officeDocument/2006/relationships/image" Target="../media/image-8-34.svg"/><Relationship Id="rId35" Type="http://schemas.openxmlformats.org/officeDocument/2006/relationships/image" Target="../media/image-8-35.png"/><Relationship Id="rId36" Type="http://schemas.openxmlformats.org/officeDocument/2006/relationships/image" Target="../media/image-8-36.svg"/><Relationship Id="rId37" Type="http://schemas.openxmlformats.org/officeDocument/2006/relationships/image" Target="../media/image-8-37.png"/><Relationship Id="rId38" Type="http://schemas.openxmlformats.org/officeDocument/2006/relationships/image" Target="../media/image-8-38.svg"/><Relationship Id="rId39" Type="http://schemas.openxmlformats.org/officeDocument/2006/relationships/image" Target="../media/image-8-39.png"/><Relationship Id="rId40" Type="http://schemas.openxmlformats.org/officeDocument/2006/relationships/image" Target="../media/image-8-40.svg"/><Relationship Id="rId41" Type="http://schemas.openxmlformats.org/officeDocument/2006/relationships/image" Target="../media/image-8-41.png"/><Relationship Id="rId42" Type="http://schemas.openxmlformats.org/officeDocument/2006/relationships/image" Target="../media/image-8-42.svg"/><Relationship Id="rId43" Type="http://schemas.openxmlformats.org/officeDocument/2006/relationships/image" Target="../media/image-8-43.png"/><Relationship Id="rId44" Type="http://schemas.openxmlformats.org/officeDocument/2006/relationships/image" Target="../media/image-8-44.svg"/><Relationship Id="rId45" Type="http://schemas.openxmlformats.org/officeDocument/2006/relationships/image" Target="../media/image-8-45.png"/><Relationship Id="rId46" Type="http://schemas.openxmlformats.org/officeDocument/2006/relationships/image" Target="../media/image-8-46.svg"/><Relationship Id="rId47" Type="http://schemas.openxmlformats.org/officeDocument/2006/relationships/image" Target="../media/image-8-47.png"/><Relationship Id="rId48" Type="http://schemas.openxmlformats.org/officeDocument/2006/relationships/image" Target="../media/image-8-48.svg"/><Relationship Id="rId49" Type="http://schemas.openxmlformats.org/officeDocument/2006/relationships/image" Target="../media/image-8-49.png"/><Relationship Id="rId50" Type="http://schemas.openxmlformats.org/officeDocument/2006/relationships/image" Target="../media/image-8-50.svg"/><Relationship Id="rId51" Type="http://schemas.openxmlformats.org/officeDocument/2006/relationships/image" Target="../media/image-8-51.png"/><Relationship Id="rId52" Type="http://schemas.openxmlformats.org/officeDocument/2006/relationships/image" Target="../media/image-8-52.svg"/><Relationship Id="rId53" Type="http://schemas.openxmlformats.org/officeDocument/2006/relationships/image" Target="../media/image-8-53.png"/><Relationship Id="rId54" Type="http://schemas.openxmlformats.org/officeDocument/2006/relationships/image" Target="../media/image-8-54.svg"/><Relationship Id="rId55" Type="http://schemas.openxmlformats.org/officeDocument/2006/relationships/image" Target="../media/image-8-55.png"/><Relationship Id="rId56" Type="http://schemas.openxmlformats.org/officeDocument/2006/relationships/image" Target="../media/image-8-56.svg"/><Relationship Id="rId57" Type="http://schemas.openxmlformats.org/officeDocument/2006/relationships/image" Target="../media/image-8-57.png"/><Relationship Id="rId58" Type="http://schemas.openxmlformats.org/officeDocument/2006/relationships/image" Target="../media/image-8-58.svg"/><Relationship Id="rId59" Type="http://schemas.openxmlformats.org/officeDocument/2006/relationships/image" Target="../media/image-8-59.png"/><Relationship Id="rId60" Type="http://schemas.openxmlformats.org/officeDocument/2006/relationships/image" Target="../media/image-8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image" Target="../media/image-9-37.png"/><Relationship Id="rId38" Type="http://schemas.openxmlformats.org/officeDocument/2006/relationships/image" Target="../media/image-9-38.svg"/><Relationship Id="rId39" Type="http://schemas.openxmlformats.org/officeDocument/2006/relationships/image" Target="../media/image-9-39.png"/><Relationship Id="rId40" Type="http://schemas.openxmlformats.org/officeDocument/2006/relationships/image" Target="../media/image-9-40.svg"/><Relationship Id="rId41" Type="http://schemas.openxmlformats.org/officeDocument/2006/relationships/image" Target="../media/image-9-41.png"/><Relationship Id="rId42" Type="http://schemas.openxmlformats.org/officeDocument/2006/relationships/image" Target="../media/image-9-42.svg"/><Relationship Id="rId43" Type="http://schemas.openxmlformats.org/officeDocument/2006/relationships/image" Target="../media/image-9-43.png"/><Relationship Id="rId44" Type="http://schemas.openxmlformats.org/officeDocument/2006/relationships/image" Target="../media/image-9-44.svg"/><Relationship Id="rId45" Type="http://schemas.openxmlformats.org/officeDocument/2006/relationships/image" Target="../media/image-9-45.png"/><Relationship Id="rId46" Type="http://schemas.openxmlformats.org/officeDocument/2006/relationships/image" Target="../media/image-9-46.svg"/><Relationship Id="rId47" Type="http://schemas.openxmlformats.org/officeDocument/2006/relationships/image" Target="../media/image-9-47.png"/><Relationship Id="rId48" Type="http://schemas.openxmlformats.org/officeDocument/2006/relationships/image" Target="../media/image-9-48.svg"/><Relationship Id="rId49" Type="http://schemas.openxmlformats.org/officeDocument/2006/relationships/image" Target="../media/image-9-49.png"/><Relationship Id="rId50" Type="http://schemas.openxmlformats.org/officeDocument/2006/relationships/image" Target="../media/image-9-50.svg"/><Relationship Id="rId51" Type="http://schemas.openxmlformats.org/officeDocument/2006/relationships/image" Target="../media/image-9-51.png"/><Relationship Id="rId52" Type="http://schemas.openxmlformats.org/officeDocument/2006/relationships/image" Target="../media/image-9-52.svg"/><Relationship Id="rId53" Type="http://schemas.openxmlformats.org/officeDocument/2006/relationships/image" Target="../media/image-9-53.png"/><Relationship Id="rId54" Type="http://schemas.openxmlformats.org/officeDocument/2006/relationships/image" Target="../media/image-9-54.svg"/><Relationship Id="rId55" Type="http://schemas.openxmlformats.org/officeDocument/2006/relationships/image" Target="../media/image-9-55.png"/><Relationship Id="rId56" Type="http://schemas.openxmlformats.org/officeDocument/2006/relationships/image" Target="../media/image-9-56.svg"/><Relationship Id="rId57" Type="http://schemas.openxmlformats.org/officeDocument/2006/relationships/image" Target="../media/image-9-57.png"/><Relationship Id="rId58" Type="http://schemas.openxmlformats.org/officeDocument/2006/relationships/image" Target="../media/image-9-58.svg"/><Relationship Id="rId59" Type="http://schemas.openxmlformats.org/officeDocument/2006/relationships/image" Target="../media/image-9-59.png"/><Relationship Id="rId60" Type="http://schemas.openxmlformats.org/officeDocument/2006/relationships/image" Target="../media/image-9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sv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sv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sv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sv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sv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sv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sv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sv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svg"/><Relationship Id="rId43" Type="http://schemas.openxmlformats.org/officeDocument/2006/relationships/image" Target="../media/image-10-43.png"/><Relationship Id="rId44" Type="http://schemas.openxmlformats.org/officeDocument/2006/relationships/image" Target="../media/image-10-44.svg"/><Relationship Id="rId45" Type="http://schemas.openxmlformats.org/officeDocument/2006/relationships/image" Target="../media/image-10-45.png"/><Relationship Id="rId46" Type="http://schemas.openxmlformats.org/officeDocument/2006/relationships/image" Target="../media/image-10-46.svg"/><Relationship Id="rId47" Type="http://schemas.openxmlformats.org/officeDocument/2006/relationships/image" Target="../media/image-10-47.png"/><Relationship Id="rId48" Type="http://schemas.openxmlformats.org/officeDocument/2006/relationships/image" Target="../media/image-10-48.svg"/><Relationship Id="rId49" Type="http://schemas.openxmlformats.org/officeDocument/2006/relationships/image" Target="../media/image-10-49.png"/><Relationship Id="rId50" Type="http://schemas.openxmlformats.org/officeDocument/2006/relationships/image" Target="../media/image-10-50.svg"/><Relationship Id="rId51" Type="http://schemas.openxmlformats.org/officeDocument/2006/relationships/image" Target="../media/image-10-51.png"/><Relationship Id="rId52" Type="http://schemas.openxmlformats.org/officeDocument/2006/relationships/image" Target="../media/image-10-52.svg"/><Relationship Id="rId53" Type="http://schemas.openxmlformats.org/officeDocument/2006/relationships/image" Target="../media/image-10-53.png"/><Relationship Id="rId54" Type="http://schemas.openxmlformats.org/officeDocument/2006/relationships/image" Target="../media/image-10-54.svg"/><Relationship Id="rId55" Type="http://schemas.openxmlformats.org/officeDocument/2006/relationships/image" Target="../media/image-10-55.png"/><Relationship Id="rId56" Type="http://schemas.openxmlformats.org/officeDocument/2006/relationships/image" Target="../media/image-10-56.svg"/><Relationship Id="rId57" Type="http://schemas.openxmlformats.org/officeDocument/2006/relationships/image" Target="../media/image-10-57.png"/><Relationship Id="rId58" Type="http://schemas.openxmlformats.org/officeDocument/2006/relationships/image" Target="../media/image-10-58.svg"/><Relationship Id="rId59" Type="http://schemas.openxmlformats.org/officeDocument/2006/relationships/image" Target="../media/image-10-59.png"/><Relationship Id="rId60" Type="http://schemas.openxmlformats.org/officeDocument/2006/relationships/image" Target="../media/image-10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sv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sv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sv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sv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sv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sv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sv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sv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sv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sv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sv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sv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svg"/><Relationship Id="rId49" Type="http://schemas.openxmlformats.org/officeDocument/2006/relationships/image" Target="../media/image-11-49.png"/><Relationship Id="rId50" Type="http://schemas.openxmlformats.org/officeDocument/2006/relationships/image" Target="../media/image-11-50.svg"/><Relationship Id="rId51" Type="http://schemas.openxmlformats.org/officeDocument/2006/relationships/image" Target="../media/image-11-51.png"/><Relationship Id="rId52" Type="http://schemas.openxmlformats.org/officeDocument/2006/relationships/image" Target="../media/image-11-52.svg"/><Relationship Id="rId53" Type="http://schemas.openxmlformats.org/officeDocument/2006/relationships/image" Target="../media/image-11-53.png"/><Relationship Id="rId54" Type="http://schemas.openxmlformats.org/officeDocument/2006/relationships/image" Target="../media/image-11-54.svg"/><Relationship Id="rId55" Type="http://schemas.openxmlformats.org/officeDocument/2006/relationships/image" Target="../media/image-11-55.png"/><Relationship Id="rId56" Type="http://schemas.openxmlformats.org/officeDocument/2006/relationships/image" Target="../media/image-11-56.svg"/><Relationship Id="rId57" Type="http://schemas.openxmlformats.org/officeDocument/2006/relationships/image" Target="../media/image-11-57.png"/><Relationship Id="rId58" Type="http://schemas.openxmlformats.org/officeDocument/2006/relationships/image" Target="../media/image-11-58.svg"/><Relationship Id="rId59" Type="http://schemas.openxmlformats.org/officeDocument/2006/relationships/image" Target="../media/image-11-59.png"/><Relationship Id="rId60" Type="http://schemas.openxmlformats.org/officeDocument/2006/relationships/image" Target="../media/image-11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sv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sv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sv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sv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sv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svg"/><Relationship Id="rId37" Type="http://schemas.openxmlformats.org/officeDocument/2006/relationships/image" Target="../media/image-12-37.png"/><Relationship Id="rId38" Type="http://schemas.openxmlformats.org/officeDocument/2006/relationships/image" Target="../media/image-12-38.svg"/><Relationship Id="rId39" Type="http://schemas.openxmlformats.org/officeDocument/2006/relationships/image" Target="../media/image-12-39.png"/><Relationship Id="rId40" Type="http://schemas.openxmlformats.org/officeDocument/2006/relationships/image" Target="../media/image-12-40.svg"/><Relationship Id="rId41" Type="http://schemas.openxmlformats.org/officeDocument/2006/relationships/image" Target="../media/image-12-41.png"/><Relationship Id="rId42" Type="http://schemas.openxmlformats.org/officeDocument/2006/relationships/image" Target="../media/image-12-42.svg"/><Relationship Id="rId43" Type="http://schemas.openxmlformats.org/officeDocument/2006/relationships/image" Target="../media/image-12-43.png"/><Relationship Id="rId44" Type="http://schemas.openxmlformats.org/officeDocument/2006/relationships/image" Target="../media/image-12-44.svg"/><Relationship Id="rId45" Type="http://schemas.openxmlformats.org/officeDocument/2006/relationships/image" Target="../media/image-12-45.png"/><Relationship Id="rId46" Type="http://schemas.openxmlformats.org/officeDocument/2006/relationships/image" Target="../media/image-12-46.svg"/><Relationship Id="rId47" Type="http://schemas.openxmlformats.org/officeDocument/2006/relationships/image" Target="../media/image-12-47.png"/><Relationship Id="rId48" Type="http://schemas.openxmlformats.org/officeDocument/2006/relationships/image" Target="../media/image-12-48.svg"/><Relationship Id="rId49" Type="http://schemas.openxmlformats.org/officeDocument/2006/relationships/image" Target="../media/image-12-49.png"/><Relationship Id="rId50" Type="http://schemas.openxmlformats.org/officeDocument/2006/relationships/image" Target="../media/image-12-50.svg"/><Relationship Id="rId51" Type="http://schemas.openxmlformats.org/officeDocument/2006/relationships/image" Target="../media/image-12-51.png"/><Relationship Id="rId52" Type="http://schemas.openxmlformats.org/officeDocument/2006/relationships/image" Target="../media/image-12-52.svg"/><Relationship Id="rId53" Type="http://schemas.openxmlformats.org/officeDocument/2006/relationships/image" Target="../media/image-12-53.png"/><Relationship Id="rId54" Type="http://schemas.openxmlformats.org/officeDocument/2006/relationships/image" Target="../media/image-12-54.svg"/><Relationship Id="rId55" Type="http://schemas.openxmlformats.org/officeDocument/2006/relationships/image" Target="../media/image-12-55.png"/><Relationship Id="rId56" Type="http://schemas.openxmlformats.org/officeDocument/2006/relationships/image" Target="../media/image-12-56.svg"/><Relationship Id="rId57" Type="http://schemas.openxmlformats.org/officeDocument/2006/relationships/image" Target="../media/image-12-57.png"/><Relationship Id="rId58" Type="http://schemas.openxmlformats.org/officeDocument/2006/relationships/image" Target="../media/image-12-58.svg"/><Relationship Id="rId59" Type="http://schemas.openxmlformats.org/officeDocument/2006/relationships/image" Target="../media/image-12-59.png"/><Relationship Id="rId60" Type="http://schemas.openxmlformats.org/officeDocument/2006/relationships/image" Target="../media/image-12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sv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sv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sv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sv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sv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sv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svg"/><Relationship Id="rId35" Type="http://schemas.openxmlformats.org/officeDocument/2006/relationships/image" Target="../media/image-13-35.png"/><Relationship Id="rId36" Type="http://schemas.openxmlformats.org/officeDocument/2006/relationships/image" Target="../media/image-13-36.svg"/><Relationship Id="rId37" Type="http://schemas.openxmlformats.org/officeDocument/2006/relationships/image" Target="../media/image-13-37.png"/><Relationship Id="rId38" Type="http://schemas.openxmlformats.org/officeDocument/2006/relationships/image" Target="../media/image-13-38.svg"/><Relationship Id="rId39" Type="http://schemas.openxmlformats.org/officeDocument/2006/relationships/image" Target="../media/image-13-39.png"/><Relationship Id="rId40" Type="http://schemas.openxmlformats.org/officeDocument/2006/relationships/image" Target="../media/image-13-40.svg"/><Relationship Id="rId41" Type="http://schemas.openxmlformats.org/officeDocument/2006/relationships/image" Target="../media/image-13-41.png"/><Relationship Id="rId42" Type="http://schemas.openxmlformats.org/officeDocument/2006/relationships/image" Target="../media/image-13-42.svg"/><Relationship Id="rId43" Type="http://schemas.openxmlformats.org/officeDocument/2006/relationships/image" Target="../media/image-13-43.png"/><Relationship Id="rId44" Type="http://schemas.openxmlformats.org/officeDocument/2006/relationships/image" Target="../media/image-13-44.svg"/><Relationship Id="rId45" Type="http://schemas.openxmlformats.org/officeDocument/2006/relationships/image" Target="../media/image-13-45.png"/><Relationship Id="rId46" Type="http://schemas.openxmlformats.org/officeDocument/2006/relationships/image" Target="../media/image-13-46.svg"/><Relationship Id="rId47" Type="http://schemas.openxmlformats.org/officeDocument/2006/relationships/image" Target="../media/image-13-47.png"/><Relationship Id="rId48" Type="http://schemas.openxmlformats.org/officeDocument/2006/relationships/image" Target="../media/image-13-48.svg"/><Relationship Id="rId49" Type="http://schemas.openxmlformats.org/officeDocument/2006/relationships/image" Target="../media/image-13-49.png"/><Relationship Id="rId50" Type="http://schemas.openxmlformats.org/officeDocument/2006/relationships/image" Target="../media/image-13-50.svg"/><Relationship Id="rId51" Type="http://schemas.openxmlformats.org/officeDocument/2006/relationships/image" Target="../media/image-13-51.png"/><Relationship Id="rId52" Type="http://schemas.openxmlformats.org/officeDocument/2006/relationships/image" Target="../media/image-13-52.svg"/><Relationship Id="rId53" Type="http://schemas.openxmlformats.org/officeDocument/2006/relationships/image" Target="../media/image-13-53.png"/><Relationship Id="rId54" Type="http://schemas.openxmlformats.org/officeDocument/2006/relationships/image" Target="../media/image-13-54.svg"/><Relationship Id="rId55" Type="http://schemas.openxmlformats.org/officeDocument/2006/relationships/image" Target="../media/image-13-55.png"/><Relationship Id="rId56" Type="http://schemas.openxmlformats.org/officeDocument/2006/relationships/image" Target="../media/image-13-56.svg"/><Relationship Id="rId57" Type="http://schemas.openxmlformats.org/officeDocument/2006/relationships/image" Target="../media/image-13-57.png"/><Relationship Id="rId58" Type="http://schemas.openxmlformats.org/officeDocument/2006/relationships/image" Target="../media/image-13-58.svg"/><Relationship Id="rId59" Type="http://schemas.openxmlformats.org/officeDocument/2006/relationships/image" Target="../media/image-13-59.png"/><Relationship Id="rId60" Type="http://schemas.openxmlformats.org/officeDocument/2006/relationships/image" Target="../media/image-13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sv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sv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sv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sv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sv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sv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svg"/><Relationship Id="rId35" Type="http://schemas.openxmlformats.org/officeDocument/2006/relationships/image" Target="../media/image-14-35.png"/><Relationship Id="rId36" Type="http://schemas.openxmlformats.org/officeDocument/2006/relationships/image" Target="../media/image-14-36.svg"/><Relationship Id="rId37" Type="http://schemas.openxmlformats.org/officeDocument/2006/relationships/image" Target="../media/image-14-37.png"/><Relationship Id="rId38" Type="http://schemas.openxmlformats.org/officeDocument/2006/relationships/image" Target="../media/image-14-38.svg"/><Relationship Id="rId39" Type="http://schemas.openxmlformats.org/officeDocument/2006/relationships/image" Target="../media/image-14-39.png"/><Relationship Id="rId40" Type="http://schemas.openxmlformats.org/officeDocument/2006/relationships/image" Target="../media/image-14-40.svg"/><Relationship Id="rId41" Type="http://schemas.openxmlformats.org/officeDocument/2006/relationships/image" Target="../media/image-14-41.png"/><Relationship Id="rId42" Type="http://schemas.openxmlformats.org/officeDocument/2006/relationships/image" Target="../media/image-14-42.svg"/><Relationship Id="rId43" Type="http://schemas.openxmlformats.org/officeDocument/2006/relationships/image" Target="../media/image-14-43.png"/><Relationship Id="rId44" Type="http://schemas.openxmlformats.org/officeDocument/2006/relationships/image" Target="../media/image-14-44.svg"/><Relationship Id="rId45" Type="http://schemas.openxmlformats.org/officeDocument/2006/relationships/image" Target="../media/image-14-45.png"/><Relationship Id="rId46" Type="http://schemas.openxmlformats.org/officeDocument/2006/relationships/image" Target="../media/image-14-46.svg"/><Relationship Id="rId47" Type="http://schemas.openxmlformats.org/officeDocument/2006/relationships/image" Target="../media/image-14-47.png"/><Relationship Id="rId48" Type="http://schemas.openxmlformats.org/officeDocument/2006/relationships/image" Target="../media/image-14-48.svg"/><Relationship Id="rId49" Type="http://schemas.openxmlformats.org/officeDocument/2006/relationships/image" Target="../media/image-14-49.png"/><Relationship Id="rId50" Type="http://schemas.openxmlformats.org/officeDocument/2006/relationships/image" Target="../media/image-14-50.svg"/><Relationship Id="rId51" Type="http://schemas.openxmlformats.org/officeDocument/2006/relationships/image" Target="../media/image-14-51.png"/><Relationship Id="rId52" Type="http://schemas.openxmlformats.org/officeDocument/2006/relationships/image" Target="../media/image-14-52.svg"/><Relationship Id="rId53" Type="http://schemas.openxmlformats.org/officeDocument/2006/relationships/image" Target="../media/image-14-53.png"/><Relationship Id="rId54" Type="http://schemas.openxmlformats.org/officeDocument/2006/relationships/image" Target="../media/image-14-54.svg"/><Relationship Id="rId55" Type="http://schemas.openxmlformats.org/officeDocument/2006/relationships/image" Target="../media/image-14-55.png"/><Relationship Id="rId56" Type="http://schemas.openxmlformats.org/officeDocument/2006/relationships/image" Target="../media/image-14-56.svg"/><Relationship Id="rId57" Type="http://schemas.openxmlformats.org/officeDocument/2006/relationships/image" Target="../media/image-14-57.png"/><Relationship Id="rId58" Type="http://schemas.openxmlformats.org/officeDocument/2006/relationships/image" Target="../media/image-14-58.svg"/><Relationship Id="rId59" Type="http://schemas.openxmlformats.org/officeDocument/2006/relationships/image" Target="../media/image-14-59.png"/><Relationship Id="rId60" Type="http://schemas.openxmlformats.org/officeDocument/2006/relationships/image" Target="../media/image-14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sv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sv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sv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sv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sv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svg"/><Relationship Id="rId33" Type="http://schemas.openxmlformats.org/officeDocument/2006/relationships/image" Target="../media/image-15-33.png"/><Relationship Id="rId34" Type="http://schemas.openxmlformats.org/officeDocument/2006/relationships/image" Target="../media/image-15-34.svg"/><Relationship Id="rId35" Type="http://schemas.openxmlformats.org/officeDocument/2006/relationships/image" Target="../media/image-15-35.png"/><Relationship Id="rId36" Type="http://schemas.openxmlformats.org/officeDocument/2006/relationships/image" Target="../media/image-15-36.svg"/><Relationship Id="rId37" Type="http://schemas.openxmlformats.org/officeDocument/2006/relationships/image" Target="../media/image-15-37.png"/><Relationship Id="rId38" Type="http://schemas.openxmlformats.org/officeDocument/2006/relationships/image" Target="../media/image-15-38.svg"/><Relationship Id="rId39" Type="http://schemas.openxmlformats.org/officeDocument/2006/relationships/image" Target="../media/image-15-39.png"/><Relationship Id="rId40" Type="http://schemas.openxmlformats.org/officeDocument/2006/relationships/image" Target="../media/image-15-40.svg"/><Relationship Id="rId41" Type="http://schemas.openxmlformats.org/officeDocument/2006/relationships/image" Target="../media/image-15-41.png"/><Relationship Id="rId42" Type="http://schemas.openxmlformats.org/officeDocument/2006/relationships/image" Target="../media/image-15-42.svg"/><Relationship Id="rId43" Type="http://schemas.openxmlformats.org/officeDocument/2006/relationships/image" Target="../media/image-15-43.png"/><Relationship Id="rId44" Type="http://schemas.openxmlformats.org/officeDocument/2006/relationships/image" Target="../media/image-15-44.svg"/><Relationship Id="rId45" Type="http://schemas.openxmlformats.org/officeDocument/2006/relationships/image" Target="../media/image-15-45.png"/><Relationship Id="rId46" Type="http://schemas.openxmlformats.org/officeDocument/2006/relationships/image" Target="../media/image-15-46.svg"/><Relationship Id="rId47" Type="http://schemas.openxmlformats.org/officeDocument/2006/relationships/image" Target="../media/image-15-47.png"/><Relationship Id="rId48" Type="http://schemas.openxmlformats.org/officeDocument/2006/relationships/image" Target="../media/image-15-48.svg"/><Relationship Id="rId49" Type="http://schemas.openxmlformats.org/officeDocument/2006/relationships/image" Target="../media/image-15-49.png"/><Relationship Id="rId50" Type="http://schemas.openxmlformats.org/officeDocument/2006/relationships/image" Target="../media/image-15-50.svg"/><Relationship Id="rId51" Type="http://schemas.openxmlformats.org/officeDocument/2006/relationships/image" Target="../media/image-15-51.png"/><Relationship Id="rId52" Type="http://schemas.openxmlformats.org/officeDocument/2006/relationships/image" Target="../media/image-15-52.svg"/><Relationship Id="rId53" Type="http://schemas.openxmlformats.org/officeDocument/2006/relationships/image" Target="../media/image-15-53.png"/><Relationship Id="rId54" Type="http://schemas.openxmlformats.org/officeDocument/2006/relationships/image" Target="../media/image-15-54.svg"/><Relationship Id="rId55" Type="http://schemas.openxmlformats.org/officeDocument/2006/relationships/image" Target="../media/image-15-55.png"/><Relationship Id="rId56" Type="http://schemas.openxmlformats.org/officeDocument/2006/relationships/image" Target="../media/image-15-56.svg"/><Relationship Id="rId57" Type="http://schemas.openxmlformats.org/officeDocument/2006/relationships/image" Target="../media/image-15-57.png"/><Relationship Id="rId58" Type="http://schemas.openxmlformats.org/officeDocument/2006/relationships/image" Target="../media/image-15-58.svg"/><Relationship Id="rId59" Type="http://schemas.openxmlformats.org/officeDocument/2006/relationships/image" Target="../media/image-15-59.png"/><Relationship Id="rId60" Type="http://schemas.openxmlformats.org/officeDocument/2006/relationships/image" Target="../media/image-15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sv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sv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sv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sv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svg"/><Relationship Id="rId29" Type="http://schemas.openxmlformats.org/officeDocument/2006/relationships/image" Target="../media/image-16-29.png"/><Relationship Id="rId30" Type="http://schemas.openxmlformats.org/officeDocument/2006/relationships/image" Target="../media/image-16-30.svg"/><Relationship Id="rId31" Type="http://schemas.openxmlformats.org/officeDocument/2006/relationships/image" Target="../media/image-16-31.png"/><Relationship Id="rId32" Type="http://schemas.openxmlformats.org/officeDocument/2006/relationships/image" Target="../media/image-16-32.svg"/><Relationship Id="rId33" Type="http://schemas.openxmlformats.org/officeDocument/2006/relationships/image" Target="../media/image-16-33.png"/><Relationship Id="rId34" Type="http://schemas.openxmlformats.org/officeDocument/2006/relationships/image" Target="../media/image-16-34.svg"/><Relationship Id="rId35" Type="http://schemas.openxmlformats.org/officeDocument/2006/relationships/image" Target="../media/image-16-35.png"/><Relationship Id="rId36" Type="http://schemas.openxmlformats.org/officeDocument/2006/relationships/image" Target="../media/image-16-36.svg"/><Relationship Id="rId37" Type="http://schemas.openxmlformats.org/officeDocument/2006/relationships/image" Target="../media/image-16-37.png"/><Relationship Id="rId38" Type="http://schemas.openxmlformats.org/officeDocument/2006/relationships/image" Target="../media/image-16-38.svg"/><Relationship Id="rId39" Type="http://schemas.openxmlformats.org/officeDocument/2006/relationships/image" Target="../media/image-16-39.png"/><Relationship Id="rId40" Type="http://schemas.openxmlformats.org/officeDocument/2006/relationships/image" Target="../media/image-16-40.svg"/><Relationship Id="rId41" Type="http://schemas.openxmlformats.org/officeDocument/2006/relationships/image" Target="../media/image-16-41.png"/><Relationship Id="rId42" Type="http://schemas.openxmlformats.org/officeDocument/2006/relationships/image" Target="../media/image-16-42.svg"/><Relationship Id="rId43" Type="http://schemas.openxmlformats.org/officeDocument/2006/relationships/image" Target="../media/image-16-43.png"/><Relationship Id="rId44" Type="http://schemas.openxmlformats.org/officeDocument/2006/relationships/image" Target="../media/image-16-44.svg"/><Relationship Id="rId45" Type="http://schemas.openxmlformats.org/officeDocument/2006/relationships/image" Target="../media/image-16-45.png"/><Relationship Id="rId46" Type="http://schemas.openxmlformats.org/officeDocument/2006/relationships/image" Target="../media/image-16-46.svg"/><Relationship Id="rId47" Type="http://schemas.openxmlformats.org/officeDocument/2006/relationships/image" Target="../media/image-16-47.png"/><Relationship Id="rId48" Type="http://schemas.openxmlformats.org/officeDocument/2006/relationships/image" Target="../media/image-16-48.svg"/><Relationship Id="rId49" Type="http://schemas.openxmlformats.org/officeDocument/2006/relationships/image" Target="../media/image-16-49.png"/><Relationship Id="rId50" Type="http://schemas.openxmlformats.org/officeDocument/2006/relationships/image" Target="../media/image-16-50.svg"/><Relationship Id="rId51" Type="http://schemas.openxmlformats.org/officeDocument/2006/relationships/image" Target="../media/image-16-51.png"/><Relationship Id="rId52" Type="http://schemas.openxmlformats.org/officeDocument/2006/relationships/image" Target="../media/image-16-52.svg"/><Relationship Id="rId53" Type="http://schemas.openxmlformats.org/officeDocument/2006/relationships/image" Target="../media/image-16-53.png"/><Relationship Id="rId54" Type="http://schemas.openxmlformats.org/officeDocument/2006/relationships/image" Target="../media/image-16-54.svg"/><Relationship Id="rId55" Type="http://schemas.openxmlformats.org/officeDocument/2006/relationships/image" Target="../media/image-16-55.png"/><Relationship Id="rId56" Type="http://schemas.openxmlformats.org/officeDocument/2006/relationships/image" Target="../media/image-16-56.svg"/><Relationship Id="rId57" Type="http://schemas.openxmlformats.org/officeDocument/2006/relationships/image" Target="../media/image-16-57.png"/><Relationship Id="rId58" Type="http://schemas.openxmlformats.org/officeDocument/2006/relationships/image" Target="../media/image-16-58.svg"/><Relationship Id="rId59" Type="http://schemas.openxmlformats.org/officeDocument/2006/relationships/image" Target="../media/image-16-59.png"/><Relationship Id="rId60" Type="http://schemas.openxmlformats.org/officeDocument/2006/relationships/image" Target="../media/image-16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sv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sv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sv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sv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sv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sv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sv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svg"/><Relationship Id="rId33" Type="http://schemas.openxmlformats.org/officeDocument/2006/relationships/image" Target="../media/image-17-33.png"/><Relationship Id="rId34" Type="http://schemas.openxmlformats.org/officeDocument/2006/relationships/image" Target="../media/image-17-34.svg"/><Relationship Id="rId35" Type="http://schemas.openxmlformats.org/officeDocument/2006/relationships/image" Target="../media/image-17-35.png"/><Relationship Id="rId36" Type="http://schemas.openxmlformats.org/officeDocument/2006/relationships/image" Target="../media/image-17-36.svg"/><Relationship Id="rId37" Type="http://schemas.openxmlformats.org/officeDocument/2006/relationships/image" Target="../media/image-17-37.png"/><Relationship Id="rId38" Type="http://schemas.openxmlformats.org/officeDocument/2006/relationships/image" Target="../media/image-17-38.svg"/><Relationship Id="rId39" Type="http://schemas.openxmlformats.org/officeDocument/2006/relationships/image" Target="../media/image-17-39.png"/><Relationship Id="rId40" Type="http://schemas.openxmlformats.org/officeDocument/2006/relationships/image" Target="../media/image-17-40.svg"/><Relationship Id="rId41" Type="http://schemas.openxmlformats.org/officeDocument/2006/relationships/image" Target="../media/image-17-41.png"/><Relationship Id="rId42" Type="http://schemas.openxmlformats.org/officeDocument/2006/relationships/image" Target="../media/image-17-42.svg"/><Relationship Id="rId43" Type="http://schemas.openxmlformats.org/officeDocument/2006/relationships/image" Target="../media/image-17-43.png"/><Relationship Id="rId44" Type="http://schemas.openxmlformats.org/officeDocument/2006/relationships/image" Target="../media/image-17-44.svg"/><Relationship Id="rId45" Type="http://schemas.openxmlformats.org/officeDocument/2006/relationships/image" Target="../media/image-17-45.png"/><Relationship Id="rId46" Type="http://schemas.openxmlformats.org/officeDocument/2006/relationships/image" Target="../media/image-17-46.svg"/><Relationship Id="rId47" Type="http://schemas.openxmlformats.org/officeDocument/2006/relationships/image" Target="../media/image-17-47.png"/><Relationship Id="rId48" Type="http://schemas.openxmlformats.org/officeDocument/2006/relationships/image" Target="../media/image-17-48.svg"/><Relationship Id="rId49" Type="http://schemas.openxmlformats.org/officeDocument/2006/relationships/image" Target="../media/image-17-49.png"/><Relationship Id="rId50" Type="http://schemas.openxmlformats.org/officeDocument/2006/relationships/image" Target="../media/image-17-50.svg"/><Relationship Id="rId51" Type="http://schemas.openxmlformats.org/officeDocument/2006/relationships/image" Target="../media/image-17-51.png"/><Relationship Id="rId52" Type="http://schemas.openxmlformats.org/officeDocument/2006/relationships/image" Target="../media/image-17-52.svg"/><Relationship Id="rId53" Type="http://schemas.openxmlformats.org/officeDocument/2006/relationships/image" Target="../media/image-17-53.png"/><Relationship Id="rId54" Type="http://schemas.openxmlformats.org/officeDocument/2006/relationships/image" Target="../media/image-17-54.svg"/><Relationship Id="rId55" Type="http://schemas.openxmlformats.org/officeDocument/2006/relationships/image" Target="../media/image-17-55.png"/><Relationship Id="rId56" Type="http://schemas.openxmlformats.org/officeDocument/2006/relationships/image" Target="../media/image-17-56.svg"/><Relationship Id="rId57" Type="http://schemas.openxmlformats.org/officeDocument/2006/relationships/image" Target="../media/image-17-57.png"/><Relationship Id="rId58" Type="http://schemas.openxmlformats.org/officeDocument/2006/relationships/image" Target="../media/image-17-58.svg"/><Relationship Id="rId59" Type="http://schemas.openxmlformats.org/officeDocument/2006/relationships/image" Target="../media/image-17-59.png"/><Relationship Id="rId60" Type="http://schemas.openxmlformats.org/officeDocument/2006/relationships/image" Target="../media/image-17-60.svg"/><Relationship Id="rId61" Type="http://schemas.openxmlformats.org/officeDocument/2006/relationships/slideLayout" Target="../slideLayouts/slideLayout2.xml"/><Relationship Id="rId6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C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Banking &amp; Private Equity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Icon Library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76656" y="1444752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 separate SVG icons organized for deal decks, CIMs, IC materials, diligence trackers and operating plans.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5904" y="502920"/>
            <a:ext cx="438912" cy="43891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9136" y="502920"/>
            <a:ext cx="438912" cy="43891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93224" y="546811"/>
            <a:ext cx="438912" cy="35113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5904" y="1249680"/>
            <a:ext cx="438912" cy="390144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9136" y="1225296"/>
            <a:ext cx="438912" cy="438912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93224" y="1225296"/>
            <a:ext cx="438912" cy="438912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7312" y="868680"/>
            <a:ext cx="438912" cy="438912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68096" y="30175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endParaRPr lang="en-US" sz="2800" dirty="0"/>
          </a:p>
        </p:txBody>
      </p:sp>
      <p:sp>
        <p:nvSpPr>
          <p:cNvPr id="15" name="Text 6"/>
          <p:cNvSpPr/>
          <p:nvPr/>
        </p:nvSpPr>
        <p:spPr>
          <a:xfrm>
            <a:off x="1719072" y="31181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copy-ready SVG icons</a:t>
            </a:r>
            <a:endParaRPr lang="en-US" sz="950" dirty="0"/>
          </a:p>
        </p:txBody>
      </p:sp>
      <p:sp>
        <p:nvSpPr>
          <p:cNvPr id="16" name="Text 7"/>
          <p:cNvSpPr/>
          <p:nvPr/>
        </p:nvSpPr>
        <p:spPr>
          <a:xfrm>
            <a:off x="4425696" y="30175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17" name="Text 8"/>
          <p:cNvSpPr/>
          <p:nvPr/>
        </p:nvSpPr>
        <p:spPr>
          <a:xfrm>
            <a:off x="5376672" y="31181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/ PE categories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8083296" y="30175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0"/>
          <p:cNvSpPr/>
          <p:nvPr/>
        </p:nvSpPr>
        <p:spPr>
          <a:xfrm>
            <a:off x="9034272" y="31181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glyphs or question marks</a:t>
            </a:r>
            <a:endParaRPr lang="en-US" sz="950" dirty="0"/>
          </a:p>
        </p:txBody>
      </p:sp>
      <p:sp>
        <p:nvSpPr>
          <p:cNvPr id="20" name="Shape 11"/>
          <p:cNvSpPr/>
          <p:nvPr/>
        </p:nvSpPr>
        <p:spPr>
          <a:xfrm>
            <a:off x="667512" y="4160520"/>
            <a:ext cx="10844784" cy="9144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768096" y="449884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E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bankers and investors who need clean, reusable icons for investment highlights, deal process pages, diligence indexes, data-cube slides, operating KPI pages and sector pages.</a:t>
            </a:r>
            <a:endParaRPr lang="en-US" sz="1320" dirty="0"/>
          </a:p>
        </p:txBody>
      </p:sp>
      <p:sp>
        <p:nvSpPr>
          <p:cNvPr id="22" name="Text 13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23" name="Text 14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Directory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are arranged in the same way banking and PE materials are typically built: model → transaction → diligence → financing → commercial → operations → sectors → risk → markets.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581912" y="13167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316736"/>
            <a:ext cx="1051560" cy="32004"/>
          </a:xfrm>
          <a:prstGeom prst="rect">
            <a:avLst/>
          </a:prstGeom>
          <a:solidFill>
            <a:srgbClr val="B78B4B"/>
          </a:solidFill>
          <a:ln w="12700">
            <a:solidFill>
              <a:srgbClr val="B78B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099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8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2733" y="1664208"/>
            <a:ext cx="157734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6824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Metrics &amp; Modeling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1645920" y="1911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49808" y="22219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5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6444" y="2187956"/>
            <a:ext cx="210312" cy="1869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1945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&amp; Performance</a:t>
            </a:r>
            <a:endParaRPr lang="en-US" sz="1020" dirty="0"/>
          </a:p>
        </p:txBody>
      </p:sp>
      <p:sp>
        <p:nvSpPr>
          <p:cNvPr id="14" name="Text 10"/>
          <p:cNvSpPr/>
          <p:nvPr/>
        </p:nvSpPr>
        <p:spPr>
          <a:xfrm>
            <a:off x="1645920" y="24231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749808" y="27340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6444" y="2709367"/>
            <a:ext cx="210312" cy="1682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27066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Deal Process</a:t>
            </a:r>
            <a:endParaRPr lang="en-US" sz="1020" dirty="0"/>
          </a:p>
        </p:txBody>
      </p:sp>
      <p:sp>
        <p:nvSpPr>
          <p:cNvPr id="18" name="Text 13"/>
          <p:cNvSpPr/>
          <p:nvPr/>
        </p:nvSpPr>
        <p:spPr>
          <a:xfrm>
            <a:off x="1645920" y="29352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749808" y="32461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A8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6444" y="3212084"/>
            <a:ext cx="210312" cy="1869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3218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&amp; Data Room</a:t>
            </a:r>
            <a:endParaRPr lang="en-US" sz="1020" dirty="0"/>
          </a:p>
        </p:txBody>
      </p:sp>
      <p:sp>
        <p:nvSpPr>
          <p:cNvPr id="22" name="Text 16"/>
          <p:cNvSpPr/>
          <p:nvPr/>
        </p:nvSpPr>
        <p:spPr>
          <a:xfrm>
            <a:off x="1645920" y="34472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749808" y="375818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6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6444" y="371246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37307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Markets, Financing &amp; Legal</a:t>
            </a:r>
            <a:endParaRPr lang="en-US" sz="1020" dirty="0"/>
          </a:p>
        </p:txBody>
      </p:sp>
      <p:sp>
        <p:nvSpPr>
          <p:cNvPr id="26" name="Text 19"/>
          <p:cNvSpPr/>
          <p:nvPr/>
        </p:nvSpPr>
        <p:spPr>
          <a:xfrm>
            <a:off x="1645920" y="3959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27" name="Text 20"/>
          <p:cNvSpPr/>
          <p:nvPr/>
        </p:nvSpPr>
        <p:spPr>
          <a:xfrm>
            <a:off x="749808" y="427024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6444" y="4245559"/>
            <a:ext cx="210312" cy="1682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45920" y="42428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Company, Customer &amp; Commercial</a:t>
            </a:r>
            <a:endParaRPr lang="en-US" sz="1020" dirty="0"/>
          </a:p>
        </p:txBody>
      </p:sp>
      <p:sp>
        <p:nvSpPr>
          <p:cNvPr id="30" name="Text 22"/>
          <p:cNvSpPr/>
          <p:nvPr/>
        </p:nvSpPr>
        <p:spPr>
          <a:xfrm>
            <a:off x="1645920" y="44714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31" name="Text 23"/>
          <p:cNvSpPr/>
          <p:nvPr/>
        </p:nvSpPr>
        <p:spPr>
          <a:xfrm>
            <a:off x="749808" y="47823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6444" y="4736592"/>
            <a:ext cx="210312" cy="2103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645920" y="47548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Operations, Assets &amp; Supply Chain</a:t>
            </a:r>
            <a:endParaRPr lang="en-US" sz="1020" dirty="0"/>
          </a:p>
        </p:txBody>
      </p:sp>
      <p:sp>
        <p:nvSpPr>
          <p:cNvPr id="34" name="Text 25"/>
          <p:cNvSpPr/>
          <p:nvPr/>
        </p:nvSpPr>
        <p:spPr>
          <a:xfrm>
            <a:off x="1645920" y="4983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35" name="Text 26"/>
          <p:cNvSpPr/>
          <p:nvPr/>
        </p:nvSpPr>
        <p:spPr>
          <a:xfrm>
            <a:off x="6172200" y="17099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F7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88836" y="1675892"/>
            <a:ext cx="210312" cy="1869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068312" y="16824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Utilities &amp; Energy</a:t>
            </a:r>
            <a:endParaRPr lang="en-US" sz="1020" dirty="0"/>
          </a:p>
        </p:txBody>
      </p:sp>
      <p:sp>
        <p:nvSpPr>
          <p:cNvPr id="38" name="Text 28"/>
          <p:cNvSpPr/>
          <p:nvPr/>
        </p:nvSpPr>
        <p:spPr>
          <a:xfrm>
            <a:off x="7068312" y="1911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39" name="Text 29"/>
          <p:cNvSpPr/>
          <p:nvPr/>
        </p:nvSpPr>
        <p:spPr>
          <a:xfrm>
            <a:off x="6172200" y="22219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88836" y="2187956"/>
            <a:ext cx="210312" cy="18694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068312" y="21945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Industrials, Waste &amp; Environmental</a:t>
            </a:r>
            <a:endParaRPr lang="en-US" sz="1020" dirty="0"/>
          </a:p>
        </p:txBody>
      </p:sp>
      <p:sp>
        <p:nvSpPr>
          <p:cNvPr id="42" name="Text 31"/>
          <p:cNvSpPr/>
          <p:nvPr/>
        </p:nvSpPr>
        <p:spPr>
          <a:xfrm>
            <a:off x="7068312" y="24231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43" name="Text 32"/>
          <p:cNvSpPr/>
          <p:nvPr/>
        </p:nvSpPr>
        <p:spPr>
          <a:xfrm>
            <a:off x="6172200" y="27340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7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88836" y="2700020"/>
            <a:ext cx="210312" cy="18694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068312" y="27066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Estate, Facilities &amp; Construction</a:t>
            </a:r>
            <a:endParaRPr lang="en-US" sz="1020" dirty="0"/>
          </a:p>
        </p:txBody>
      </p:sp>
      <p:sp>
        <p:nvSpPr>
          <p:cNvPr id="46" name="Text 34"/>
          <p:cNvSpPr/>
          <p:nvPr/>
        </p:nvSpPr>
        <p:spPr>
          <a:xfrm>
            <a:off x="7068312" y="29352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47" name="Text 35"/>
          <p:cNvSpPr/>
          <p:nvPr/>
        </p:nvSpPr>
        <p:spPr>
          <a:xfrm>
            <a:off x="6172200" y="32461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0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88836" y="3221431"/>
            <a:ext cx="210312" cy="16825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068312" y="3218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Tech &amp; Services</a:t>
            </a:r>
            <a:endParaRPr lang="en-US" sz="1020" dirty="0"/>
          </a:p>
        </p:txBody>
      </p:sp>
      <p:sp>
        <p:nvSpPr>
          <p:cNvPr id="50" name="Text 37"/>
          <p:cNvSpPr/>
          <p:nvPr/>
        </p:nvSpPr>
        <p:spPr>
          <a:xfrm>
            <a:off x="7068312" y="34472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51" name="Text 38"/>
          <p:cNvSpPr/>
          <p:nvPr/>
        </p:nvSpPr>
        <p:spPr>
          <a:xfrm>
            <a:off x="6172200" y="375818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5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28269" y="3712464"/>
            <a:ext cx="131445" cy="210312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068312" y="37307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Organization &amp; Communications</a:t>
            </a:r>
            <a:endParaRPr lang="en-US" sz="1020" dirty="0"/>
          </a:p>
        </p:txBody>
      </p:sp>
      <p:sp>
        <p:nvSpPr>
          <p:cNvPr id="54" name="Text 40"/>
          <p:cNvSpPr/>
          <p:nvPr/>
        </p:nvSpPr>
        <p:spPr>
          <a:xfrm>
            <a:off x="7068312" y="3959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55" name="Text 41"/>
          <p:cNvSpPr/>
          <p:nvPr/>
        </p:nvSpPr>
        <p:spPr>
          <a:xfrm>
            <a:off x="6172200" y="427024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5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88836" y="4224528"/>
            <a:ext cx="210312" cy="210312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7068312" y="42428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Governance &amp; ESG</a:t>
            </a:r>
            <a:endParaRPr lang="en-US" sz="1020" dirty="0"/>
          </a:p>
        </p:txBody>
      </p:sp>
      <p:sp>
        <p:nvSpPr>
          <p:cNvPr id="58" name="Text 43"/>
          <p:cNvSpPr/>
          <p:nvPr/>
        </p:nvSpPr>
        <p:spPr>
          <a:xfrm>
            <a:off x="7068312" y="44714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59" name="Text 44"/>
          <p:cNvSpPr/>
          <p:nvPr/>
        </p:nvSpPr>
        <p:spPr>
          <a:xfrm>
            <a:off x="6172200" y="47823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0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688836" y="4748276"/>
            <a:ext cx="210312" cy="186944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7068312" y="47548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Geography, Macro &amp; Markets</a:t>
            </a:r>
            <a:endParaRPr lang="en-US" sz="1020" dirty="0"/>
          </a:p>
        </p:txBody>
      </p:sp>
      <p:sp>
        <p:nvSpPr>
          <p:cNvPr id="62" name="Text 46"/>
          <p:cNvSpPr/>
          <p:nvPr/>
        </p:nvSpPr>
        <p:spPr>
          <a:xfrm>
            <a:off x="7068312" y="4983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650" dirty="0"/>
          </a:p>
        </p:txBody>
      </p:sp>
      <p:sp>
        <p:nvSpPr>
          <p:cNvPr id="63" name="Text 47"/>
          <p:cNvSpPr/>
          <p:nvPr/>
        </p:nvSpPr>
        <p:spPr>
          <a:xfrm>
            <a:off x="768096" y="5907024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caption as a search guide; select the SVG icon itself when copying into another deck.</a:t>
            </a:r>
            <a:endParaRPr lang="en-US" sz="940" dirty="0"/>
          </a:p>
        </p:txBody>
      </p:sp>
      <p:sp>
        <p:nvSpPr>
          <p:cNvPr id="64" name="Text 48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65" name="Text 49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icon kit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icon and its label are separate PowerPoint objects. Copy the SVG icon object into your slide, then resize and recolor as needed.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1581912" y="13167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316736"/>
            <a:ext cx="1051560" cy="32004"/>
          </a:xfrm>
          <a:prstGeom prst="rect">
            <a:avLst/>
          </a:prstGeom>
          <a:solidFill>
            <a:srgbClr val="B78B4B"/>
          </a:solidFill>
          <a:ln w="12700">
            <a:solidFill>
              <a:srgbClr val="B78B4B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283" y="1874520"/>
            <a:ext cx="354330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70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530352" y="30083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icon object, not the caption, when copying.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9337" y="1874520"/>
            <a:ext cx="496062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670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/ paste</a:t>
            </a:r>
            <a:endParaRPr lang="en-US" sz="1320" dirty="0"/>
          </a:p>
        </p:txBody>
      </p:sp>
      <p:sp>
        <p:nvSpPr>
          <p:cNvPr id="12" name="Text 8"/>
          <p:cNvSpPr/>
          <p:nvPr/>
        </p:nvSpPr>
        <p:spPr>
          <a:xfrm>
            <a:off x="3319272" y="30083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into any bank deck and keep it as an SVG object.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2824" y="187452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670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Recolor</a:t>
            </a:r>
            <a:endParaRPr lang="en-US" sz="1320" dirty="0"/>
          </a:p>
        </p:txBody>
      </p:sp>
      <p:sp>
        <p:nvSpPr>
          <p:cNvPr id="15" name="Text 10"/>
          <p:cNvSpPr/>
          <p:nvPr/>
        </p:nvSpPr>
        <p:spPr>
          <a:xfrm>
            <a:off x="6108192" y="30083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Graphics Format to change fill, outline or size.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81744" y="1906016"/>
            <a:ext cx="566928" cy="5039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9720" y="2670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320" dirty="0"/>
          </a:p>
        </p:txBody>
      </p:sp>
      <p:sp>
        <p:nvSpPr>
          <p:cNvPr id="18" name="Text 12"/>
          <p:cNvSpPr/>
          <p:nvPr/>
        </p:nvSpPr>
        <p:spPr>
          <a:xfrm>
            <a:off x="8897112" y="30083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can convert SVGs into editable shapes if needed.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86384" y="4800600"/>
            <a:ext cx="10607040" cy="9144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22960" y="510235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use cases</a:t>
            </a:r>
            <a:endParaRPr lang="en-US" sz="1180" dirty="0"/>
          </a:p>
        </p:txBody>
      </p:sp>
      <p:sp>
        <p:nvSpPr>
          <p:cNvPr id="21" name="Text 15"/>
          <p:cNvSpPr/>
          <p:nvPr/>
        </p:nvSpPr>
        <p:spPr>
          <a:xfrm>
            <a:off x="2926080" y="511149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highlights • transaction process timelines • buyer universes • diligence trackers • data room indexes • data cube maps • QofE / market study pages • sector pages • management presentations • IC memos</a:t>
            </a:r>
            <a:endParaRPr lang="en-US" sz="820" dirty="0"/>
          </a:p>
        </p:txBody>
      </p:sp>
      <p:sp>
        <p:nvSpPr>
          <p:cNvPr id="22" name="Text 16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23" name="Text 17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8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Metrics &amp; Modeling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Spreadsheet, model build, forecast, metric and financial-statement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B78B4B"/>
          </a:solidFill>
          <a:ln w="12700">
            <a:solidFill>
              <a:srgbClr val="B78B4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78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9977" y="1152144"/>
            <a:ext cx="30861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52144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table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5214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5214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5214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list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22077" y="1152144"/>
            <a:ext cx="30861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27478"/>
            <a:ext cx="411480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50680" y="2227478"/>
            <a:ext cx="360045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27478"/>
            <a:ext cx="411480" cy="4114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27478"/>
            <a:ext cx="411480" cy="4114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27478"/>
            <a:ext cx="411480" cy="4114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line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27478"/>
            <a:ext cx="411480" cy="4114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14260" y="3302813"/>
            <a:ext cx="360045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25673"/>
            <a:ext cx="411480" cy="36576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02813"/>
            <a:ext cx="411480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chart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02813"/>
            <a:ext cx="411480" cy="4114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02813"/>
            <a:ext cx="411480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43961"/>
            <a:ext cx="411480" cy="329184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339977" y="4378147"/>
            <a:ext cx="308610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202115" y="4378147"/>
            <a:ext cx="257175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Dollar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378147"/>
            <a:ext cx="411480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Coins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797802" y="4378147"/>
            <a:ext cx="411480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34222" y="4401007"/>
            <a:ext cx="411480" cy="36576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419295"/>
            <a:ext cx="411480" cy="329184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stack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53482"/>
            <a:ext cx="411480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53482"/>
            <a:ext cx="411480" cy="41148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76342"/>
            <a:ext cx="411480" cy="36576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76342"/>
            <a:ext cx="411480" cy="36576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94630"/>
            <a:ext cx="411480" cy="329184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53482"/>
            <a:ext cx="411480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&amp; Performance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KPIs, benchmarking, valuation support and performance direction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2F5D7C"/>
          </a:solidFill>
          <a:ln w="12700">
            <a:solidFill>
              <a:srgbClr val="2F5D7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2F5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75004"/>
            <a:ext cx="41148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75004"/>
            <a:ext cx="41148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93292"/>
            <a:ext cx="411480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75004"/>
            <a:ext cx="41148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5214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22077" y="1152144"/>
            <a:ext cx="30861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50338"/>
            <a:ext cx="41148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27478"/>
            <a:ext cx="411480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27478"/>
            <a:ext cx="411480" cy="4114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27478"/>
            <a:ext cx="411480" cy="4114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output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68626"/>
            <a:ext cx="411480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50338"/>
            <a:ext cx="411480" cy="36576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14260" y="3302813"/>
            <a:ext cx="360045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02813"/>
            <a:ext cx="411480" cy="411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012817" y="3302813"/>
            <a:ext cx="308610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02813"/>
            <a:ext cx="411480" cy="4114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02813"/>
            <a:ext cx="411480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02813"/>
            <a:ext cx="411480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314260" y="4378147"/>
            <a:ext cx="360045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76397" y="4378147"/>
            <a:ext cx="308610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mark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87099" y="4378147"/>
            <a:ext cx="360045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23520" y="4378147"/>
            <a:ext cx="360045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Minus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59940" y="4378147"/>
            <a:ext cx="360045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Equals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96360" y="4378147"/>
            <a:ext cx="360045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339977" y="5453482"/>
            <a:ext cx="308610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76397" y="5453482"/>
            <a:ext cx="308610" cy="41148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012817" y="5453482"/>
            <a:ext cx="30861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/ minus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76342"/>
            <a:ext cx="411480" cy="36576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up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76342"/>
            <a:ext cx="411480" cy="36576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down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547795" y="5453482"/>
            <a:ext cx="257175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Deal Process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workflow, buyer outreach, diligence process and closing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7A6B8F"/>
          </a:solidFill>
          <a:ln w="12700">
            <a:solidFill>
              <a:srgbClr val="7A6B8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A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93292"/>
            <a:ext cx="411480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93292"/>
            <a:ext cx="411480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5214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Briefcase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3520" y="1152144"/>
            <a:ext cx="360045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93292"/>
            <a:ext cx="411480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93292"/>
            <a:ext cx="411480" cy="3291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68626"/>
            <a:ext cx="411480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68626"/>
            <a:ext cx="411480" cy="32918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27478"/>
            <a:ext cx="411480" cy="4114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27478"/>
            <a:ext cx="411480" cy="4114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68626"/>
            <a:ext cx="411480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/ seller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68626"/>
            <a:ext cx="411480" cy="32918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43961"/>
            <a:ext cx="411480" cy="32918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25673"/>
            <a:ext cx="411480" cy="36576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25673"/>
            <a:ext cx="411480" cy="36576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823520" y="3302813"/>
            <a:ext cx="360045" cy="4114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Shareholders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43961"/>
            <a:ext cx="411480" cy="329184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25673"/>
            <a:ext cx="411480" cy="36576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doc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378147"/>
            <a:ext cx="411480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24962" y="4378147"/>
            <a:ext cx="411480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stamp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378147"/>
            <a:ext cx="411480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23520" y="4378147"/>
            <a:ext cx="360045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34222" y="4378147"/>
            <a:ext cx="411480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378147"/>
            <a:ext cx="41148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76342"/>
            <a:ext cx="411480" cy="36576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access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53482"/>
            <a:ext cx="411480" cy="41148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76342"/>
            <a:ext cx="411480" cy="36576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53482"/>
            <a:ext cx="411480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53482"/>
            <a:ext cx="411480" cy="41148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96360" y="5453482"/>
            <a:ext cx="360045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8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&amp; Data Room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VDR, document review, data requests, access control and file-management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6A8C4F"/>
          </a:solidFill>
          <a:ln w="12700">
            <a:solidFill>
              <a:srgbClr val="6A8C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A8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75004"/>
            <a:ext cx="41148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folder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75004"/>
            <a:ext cx="41148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tree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5214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folder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5214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folder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5214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22077" y="1152144"/>
            <a:ext cx="30861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39977" y="2227478"/>
            <a:ext cx="308610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file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27478"/>
            <a:ext cx="411480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12817" y="2227478"/>
            <a:ext cx="308610" cy="4114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49237" y="2227478"/>
            <a:ext cx="308610" cy="4114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85657" y="2227478"/>
            <a:ext cx="308610" cy="4114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522077" y="2227478"/>
            <a:ext cx="308610" cy="4114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25673"/>
            <a:ext cx="411480" cy="36576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file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25673"/>
            <a:ext cx="411480" cy="36576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issue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25673"/>
            <a:ext cx="411480" cy="36576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question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25673"/>
            <a:ext cx="411480" cy="36576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file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85657" y="3302813"/>
            <a:ext cx="308610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file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96360" y="3302813"/>
            <a:ext cx="360045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378147"/>
            <a:ext cx="411480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76397" y="4378147"/>
            <a:ext cx="308610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Clipboard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5012817" y="4378147"/>
            <a:ext cx="308610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49237" y="4378147"/>
            <a:ext cx="308610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85657" y="4378147"/>
            <a:ext cx="308610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list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378147"/>
            <a:ext cx="41148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53482"/>
            <a:ext cx="411480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53482"/>
            <a:ext cx="411480" cy="41148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94630"/>
            <a:ext cx="411480" cy="329184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upload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94630"/>
            <a:ext cx="411480" cy="329184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download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53482"/>
            <a:ext cx="411480" cy="41148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53482"/>
            <a:ext cx="411480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6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Markets, Financing &amp; Legal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Debt, equity, financing, regulatory, approvals and legal-documentation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C06C4F"/>
          </a:solidFill>
          <a:ln w="12700">
            <a:solidFill>
              <a:srgbClr val="C06C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C06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52144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52144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5214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5214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75004"/>
            <a:ext cx="41148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93292"/>
            <a:ext cx="411480" cy="3291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50338"/>
            <a:ext cx="41148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50338"/>
            <a:ext cx="41148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50338"/>
            <a:ext cx="41148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note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50338"/>
            <a:ext cx="411480" cy="3657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50338"/>
            <a:ext cx="411480" cy="36576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522077" y="2227478"/>
            <a:ext cx="308610" cy="4114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02813"/>
            <a:ext cx="411480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register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43961"/>
            <a:ext cx="411480" cy="329184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risk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43961"/>
            <a:ext cx="411480" cy="329184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balance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02813"/>
            <a:ext cx="411480" cy="4114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59940" y="3302813"/>
            <a:ext cx="360045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Rulebook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25673"/>
            <a:ext cx="411480" cy="36576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401007"/>
            <a:ext cx="411480" cy="36576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76397" y="4378147"/>
            <a:ext cx="308610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Dollar invoice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401007"/>
            <a:ext cx="411480" cy="36576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file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49237" y="4378147"/>
            <a:ext cx="308610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85657" y="4378147"/>
            <a:ext cx="308610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download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401007"/>
            <a:ext cx="411480" cy="36576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53482"/>
            <a:ext cx="411480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50680" y="5453482"/>
            <a:ext cx="360045" cy="41148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76342"/>
            <a:ext cx="411480" cy="36576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card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849237" y="5453482"/>
            <a:ext cx="308610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badge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53482"/>
            <a:ext cx="411480" cy="41148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76342"/>
            <a:ext cx="411480" cy="36576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co.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Company, Customer &amp; Commercial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master, channel, site, commercial relationship and sales-theme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4A6F8A"/>
          </a:solidFill>
          <a:ln w="12700">
            <a:solidFill>
              <a:srgbClr val="4A6F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4A6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93292"/>
            <a:ext cx="411480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93292"/>
            <a:ext cx="411480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group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93292"/>
            <a:ext cx="411480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93292"/>
            <a:ext cx="411480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customer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93292"/>
            <a:ext cx="411480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93292"/>
            <a:ext cx="411480" cy="3291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tag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50338"/>
            <a:ext cx="41148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card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27478"/>
            <a:ext cx="411480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50338"/>
            <a:ext cx="41148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68626"/>
            <a:ext cx="411480" cy="32918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50338"/>
            <a:ext cx="411480" cy="36576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50338"/>
            <a:ext cx="411480" cy="36576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14260" y="3302813"/>
            <a:ext cx="360045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02813"/>
            <a:ext cx="411480" cy="411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87099" y="3302813"/>
            <a:ext cx="360045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25673"/>
            <a:ext cx="411480" cy="36576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85657" y="3302813"/>
            <a:ext cx="308610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547795" y="3302813"/>
            <a:ext cx="257175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pin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401007"/>
            <a:ext cx="411480" cy="36576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map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24962" y="4378147"/>
            <a:ext cx="411480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378147"/>
            <a:ext cx="411480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797802" y="4378147"/>
            <a:ext cx="411480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Americas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34222" y="4378147"/>
            <a:ext cx="411480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378147"/>
            <a:ext cx="41148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53482"/>
            <a:ext cx="411480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94630"/>
            <a:ext cx="411480" cy="329184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53482"/>
            <a:ext cx="41148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dots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53482"/>
            <a:ext cx="411480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53482"/>
            <a:ext cx="411480" cy="41148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53482"/>
            <a:ext cx="411480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Operations, Assets &amp; Supply Chain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base, asset readiness, field operations, logistics and utilization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8F6B4A"/>
          </a:solidFill>
          <a:ln w="12700">
            <a:solidFill>
              <a:srgbClr val="8F6B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8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52144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93292"/>
            <a:ext cx="411480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Gears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5214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Wrench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5214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75004"/>
            <a:ext cx="41148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Hammer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52144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Toolbox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50338"/>
            <a:ext cx="41148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68626"/>
            <a:ext cx="411480" cy="32918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87099" y="2227478"/>
            <a:ext cx="360045" cy="4114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68626"/>
            <a:ext cx="411480" cy="32918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box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50338"/>
            <a:ext cx="411480" cy="36576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68626"/>
            <a:ext cx="411480" cy="32918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43961"/>
            <a:ext cx="411480" cy="32918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Pallet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25673"/>
            <a:ext cx="411480" cy="36576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Dolly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43961"/>
            <a:ext cx="411480" cy="329184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43961"/>
            <a:ext cx="411480" cy="329184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truck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43961"/>
            <a:ext cx="411480" cy="329184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truck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43961"/>
            <a:ext cx="411480" cy="329184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 truck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419295"/>
            <a:ext cx="411480" cy="329184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24962" y="4419295"/>
            <a:ext cx="411480" cy="329184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freight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401007"/>
            <a:ext cx="411480" cy="36576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helmet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797802" y="4401007"/>
            <a:ext cx="411480" cy="36576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work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34222" y="4419295"/>
            <a:ext cx="411480" cy="329184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can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378147"/>
            <a:ext cx="41148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314260" y="5453482"/>
            <a:ext cx="360045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76397" y="5453482"/>
            <a:ext cx="308610" cy="41148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53482"/>
            <a:ext cx="41148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off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53482"/>
            <a:ext cx="411480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711375" y="5453482"/>
            <a:ext cx="257175" cy="41148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96360" y="5453482"/>
            <a:ext cx="360045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Utilities &amp; Energy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Transportation, utility, energy, water, telecom and hard-asset infrastructure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3F735D"/>
          </a:solidFill>
          <a:ln w="12700">
            <a:solidFill>
              <a:srgbClr val="3F735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3F7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75004"/>
            <a:ext cx="41148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93292"/>
            <a:ext cx="411480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status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75004"/>
            <a:ext cx="41148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75004"/>
            <a:ext cx="41148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bridge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59940" y="1152144"/>
            <a:ext cx="360045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96360" y="1152144"/>
            <a:ext cx="360045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50338"/>
            <a:ext cx="41148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68626"/>
            <a:ext cx="411480" cy="32918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Departure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50338"/>
            <a:ext cx="41148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50338"/>
            <a:ext cx="411480" cy="3657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Ferry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50338"/>
            <a:ext cx="411480" cy="36576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27478"/>
            <a:ext cx="411480" cy="4114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25673"/>
            <a:ext cx="411480" cy="36576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25673"/>
            <a:ext cx="411480" cy="36576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02813"/>
            <a:ext cx="411480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Faucet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02813"/>
            <a:ext cx="411480" cy="4114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02813"/>
            <a:ext cx="411480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Shower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96360" y="3302813"/>
            <a:ext cx="360045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Toilet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419295"/>
            <a:ext cx="411480" cy="329184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24962" y="4378147"/>
            <a:ext cx="411480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378147"/>
            <a:ext cx="411480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resource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797802" y="4401007"/>
            <a:ext cx="411480" cy="36576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34222" y="4401007"/>
            <a:ext cx="411480" cy="36576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plug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522077" y="4378147"/>
            <a:ext cx="30861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76342"/>
            <a:ext cx="411480" cy="36576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tower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53482"/>
            <a:ext cx="411480" cy="41148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53482"/>
            <a:ext cx="41148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76342"/>
            <a:ext cx="411480" cy="36576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94630"/>
            <a:ext cx="411480" cy="329184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76342"/>
            <a:ext cx="411480" cy="36576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/ water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Industrials, Waste &amp; Environmental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Waste, environmental services, materials, agriculture and industrial-process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8A5370"/>
          </a:solidFill>
          <a:ln w="12700">
            <a:solidFill>
              <a:srgbClr val="8A537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8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75004"/>
            <a:ext cx="41148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Dumpster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0680" y="1152144"/>
            <a:ext cx="360045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7099" y="1152144"/>
            <a:ext cx="360045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Trash can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5214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5214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52144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Seedling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4260" y="2227478"/>
            <a:ext cx="360045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27478"/>
            <a:ext cx="411480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50338"/>
            <a:ext cx="41148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well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49237" y="2227478"/>
            <a:ext cx="308610" cy="4114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27478"/>
            <a:ext cx="411480" cy="4114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Extinguisher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50338"/>
            <a:ext cx="411480" cy="36576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Biohazard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02813"/>
            <a:ext cx="411480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02813"/>
            <a:ext cx="411480" cy="411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circle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02813"/>
            <a:ext cx="411480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43961"/>
            <a:ext cx="411480" cy="329184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59940" y="3302813"/>
            <a:ext cx="360045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02813"/>
            <a:ext cx="411480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Vial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378147"/>
            <a:ext cx="411480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Microscope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24962" y="4378147"/>
            <a:ext cx="411480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87099" y="4378147"/>
            <a:ext cx="360045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797802" y="4378147"/>
            <a:ext cx="411480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34222" y="4378147"/>
            <a:ext cx="411480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378147"/>
            <a:ext cx="41148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Measurements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53482"/>
            <a:ext cx="411480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94630"/>
            <a:ext cx="411480" cy="329184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53482"/>
            <a:ext cx="41148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76342"/>
            <a:ext cx="411480" cy="36576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Fishery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94630"/>
            <a:ext cx="411480" cy="329184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547795" y="5453482"/>
            <a:ext cx="257175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Bottled water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Estate, Facilities &amp; Construction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Residential, commercial, facilities, construction, design and built-environment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6E7B85"/>
          </a:solidFill>
          <a:ln w="12700">
            <a:solidFill>
              <a:srgbClr val="6E7B8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E7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75004"/>
            <a:ext cx="41148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75004"/>
            <a:ext cx="41148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Residence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75004"/>
            <a:ext cx="41148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occupied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93292"/>
            <a:ext cx="411480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house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75004"/>
            <a:ext cx="41148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office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93292"/>
            <a:ext cx="411480" cy="3291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ok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68626"/>
            <a:ext cx="411480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issue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76397" y="2227478"/>
            <a:ext cx="308610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68626"/>
            <a:ext cx="411480" cy="32918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27478"/>
            <a:ext cx="411480" cy="4114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68626"/>
            <a:ext cx="411480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27478"/>
            <a:ext cx="411480" cy="4114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Bath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43961"/>
            <a:ext cx="411480" cy="32918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50680" y="3302813"/>
            <a:ext cx="360045" cy="411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02813"/>
            <a:ext cx="411480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25673"/>
            <a:ext cx="411480" cy="36576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Stairs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25673"/>
            <a:ext cx="411480" cy="36576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door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02813"/>
            <a:ext cx="411480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Ruler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378147"/>
            <a:ext cx="411480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24962" y="4378147"/>
            <a:ext cx="411480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Masonry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378147"/>
            <a:ext cx="411480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797802" y="4419295"/>
            <a:ext cx="411480" cy="329184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shop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34222" y="4419295"/>
            <a:ext cx="411480" cy="329184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419295"/>
            <a:ext cx="411480" cy="329184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facility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76342"/>
            <a:ext cx="411480" cy="36576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building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94630"/>
            <a:ext cx="411480" cy="329184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53482"/>
            <a:ext cx="41148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Archway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849237" y="5453482"/>
            <a:ext cx="308610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Monument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76342"/>
            <a:ext cx="411480" cy="36576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damage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94630"/>
            <a:ext cx="411480" cy="329184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user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Tech &amp; Services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technology, software, automation, support and service-business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A05F4F"/>
          </a:solidFill>
          <a:ln w="12700">
            <a:solidFill>
              <a:srgbClr val="A05F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A05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93292"/>
            <a:ext cx="411480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75004"/>
            <a:ext cx="41148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7099" y="1152144"/>
            <a:ext cx="360045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3520" y="1152144"/>
            <a:ext cx="360045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75004"/>
            <a:ext cx="41148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Stethoscope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52144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kit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27478"/>
            <a:ext cx="411480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metric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50338"/>
            <a:ext cx="41148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Pills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50338"/>
            <a:ext cx="41148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Capsules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27478"/>
            <a:ext cx="411480" cy="4114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Syringe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85657" y="2227478"/>
            <a:ext cx="308610" cy="4114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 bottle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68626"/>
            <a:ext cx="411480" cy="32918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ok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02813"/>
            <a:ext cx="411480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50680" y="3302813"/>
            <a:ext cx="360045" cy="411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382" y="3343961"/>
            <a:ext cx="411480" cy="329184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43961"/>
            <a:ext cx="411480" cy="329184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25673"/>
            <a:ext cx="411480" cy="36576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02813"/>
            <a:ext cx="411480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419295"/>
            <a:ext cx="411480" cy="329184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24962" y="4419295"/>
            <a:ext cx="411480" cy="329184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419295"/>
            <a:ext cx="411480" cy="329184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laptop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49237" y="4378147"/>
            <a:ext cx="308610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59940" y="4378147"/>
            <a:ext cx="360045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401007"/>
            <a:ext cx="411480" cy="36576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76342"/>
            <a:ext cx="411480" cy="36576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76342"/>
            <a:ext cx="411480" cy="36576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012817" y="5453482"/>
            <a:ext cx="30861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797802" y="5453482"/>
            <a:ext cx="411480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53482"/>
            <a:ext cx="411480" cy="41148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96360" y="5453482"/>
            <a:ext cx="360045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service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Organization &amp; Communications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Team, management, org chart, communications, meetings and coordination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657A3D"/>
          </a:solidFill>
          <a:ln w="12700">
            <a:solidFill>
              <a:srgbClr val="657A3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5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5695" y="1152144"/>
            <a:ext cx="257175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93292"/>
            <a:ext cx="411480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group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93292"/>
            <a:ext cx="411480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line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93292"/>
            <a:ext cx="411480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settings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93292"/>
            <a:ext cx="411480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line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93292"/>
            <a:ext cx="411480" cy="3291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span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68626"/>
            <a:ext cx="411480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4962" y="2268626"/>
            <a:ext cx="411480" cy="32918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50338"/>
            <a:ext cx="41148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check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50338"/>
            <a:ext cx="411480" cy="3657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question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68626"/>
            <a:ext cx="411480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settings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68626"/>
            <a:ext cx="411480" cy="32918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edit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43961"/>
            <a:ext cx="411480" cy="32918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lock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43961"/>
            <a:ext cx="411480" cy="329184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security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87099" y="3302813"/>
            <a:ext cx="360045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823520" y="3302813"/>
            <a:ext cx="360045" cy="4114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02813"/>
            <a:ext cx="411480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02813"/>
            <a:ext cx="411480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volume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314260" y="4378147"/>
            <a:ext cx="360045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square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50680" y="4378147"/>
            <a:ext cx="360045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 square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378147"/>
            <a:ext cx="411480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797802" y="4378147"/>
            <a:ext cx="411480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email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59940" y="4378147"/>
            <a:ext cx="360045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378147"/>
            <a:ext cx="41148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sign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53482"/>
            <a:ext cx="411480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94630"/>
            <a:ext cx="411480" cy="329184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flow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53482"/>
            <a:ext cx="41148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823520" y="5453482"/>
            <a:ext cx="360045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59940" y="5453482"/>
            <a:ext cx="360045" cy="41148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76342"/>
            <a:ext cx="411480" cy="36576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5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Governance &amp; ESG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flags, controls, cybersecurity, safety, ESG and governance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6C5F85"/>
          </a:solidFill>
          <a:ln w="12700">
            <a:solidFill>
              <a:srgbClr val="6C5F8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C5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52144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52144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5214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802" y="115214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5214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Prohibited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52144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8542" y="2250338"/>
            <a:ext cx="41148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entity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50680" y="2227478"/>
            <a:ext cx="360045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87099" y="2227478"/>
            <a:ext cx="360045" cy="4114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23520" y="2227478"/>
            <a:ext cx="360045" cy="4114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Keyhole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27478"/>
            <a:ext cx="411480" cy="4114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70642" y="2250338"/>
            <a:ext cx="411480" cy="36576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88542" y="3343961"/>
            <a:ext cx="411480" cy="32918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24962" y="3302813"/>
            <a:ext cx="411480" cy="411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87099" y="3302813"/>
            <a:ext cx="360045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97802" y="3343961"/>
            <a:ext cx="411480" cy="329184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43961"/>
            <a:ext cx="411480" cy="329184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470642" y="3302813"/>
            <a:ext cx="411480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 shield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88542" y="4378147"/>
            <a:ext cx="411480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/ care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24962" y="4401007"/>
            <a:ext cx="411480" cy="36576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care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1382" y="4401007"/>
            <a:ext cx="411480" cy="36576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797802" y="4378147"/>
            <a:ext cx="411480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34222" y="4378147"/>
            <a:ext cx="411480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470642" y="4378147"/>
            <a:ext cx="41148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288542" y="5494630"/>
            <a:ext cx="411480" cy="329184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24962" y="5494630"/>
            <a:ext cx="411480" cy="329184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961382" y="5494630"/>
            <a:ext cx="411480" cy="329184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849237" y="5453482"/>
            <a:ext cx="308610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review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94630"/>
            <a:ext cx="411480" cy="329184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removed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76342"/>
            <a:ext cx="411480" cy="36576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file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8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468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Geography, Macro &amp; Markets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9264" y="6035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Geography, currency, regions, market direction and cross-border presentation icons.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81912" y="859536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859536"/>
            <a:ext cx="1051560" cy="32004"/>
          </a:xfrm>
          <a:prstGeom prst="rect">
            <a:avLst/>
          </a:prstGeom>
          <a:solidFill>
            <a:srgbClr val="407085"/>
          </a:solidFill>
          <a:ln w="12700">
            <a:solidFill>
              <a:srgbClr val="40708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7584" y="356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40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icons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" y="2097634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172968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4248302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5323637"/>
            <a:ext cx="11018520" cy="3658"/>
          </a:xfrm>
          <a:prstGeom prst="rect">
            <a:avLst/>
          </a:prstGeom>
          <a:solidFill>
            <a:srgbClr val="EEF1F5">
              <a:alpha val="94000"/>
            </a:srgbClr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8542" y="1175004"/>
            <a:ext cx="41148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71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962" y="1175004"/>
            <a:ext cx="41148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564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location</a:t>
            </a:r>
            <a:endParaRPr lang="en-US" sz="71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82" y="115214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2206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Crosshairs</a:t>
            </a:r>
            <a:endParaRPr lang="en-US" sz="71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3520" y="1152144"/>
            <a:ext cx="360045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848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71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4222" y="115214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490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</a:t>
            </a:r>
            <a:endParaRPr lang="en-US" sz="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70642" y="1152144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831324" y="1682496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Signpost</a:t>
            </a:r>
            <a:endParaRPr lang="en-US" sz="71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4260" y="2227478"/>
            <a:ext cx="360045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2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71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50680" y="2227478"/>
            <a:ext cx="360045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8564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</a:t>
            </a:r>
            <a:endParaRPr lang="en-US" sz="71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382" y="2268626"/>
            <a:ext cx="411480" cy="32918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2206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 building</a:t>
            </a:r>
            <a:endParaRPr lang="en-US" sz="71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97802" y="2268626"/>
            <a:ext cx="411480" cy="32918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15848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 city</a:t>
            </a:r>
            <a:endParaRPr lang="en-US" sz="71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4222" y="2268626"/>
            <a:ext cx="411480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99490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city</a:t>
            </a:r>
            <a:endParaRPr lang="en-US" sz="71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547795" y="2227478"/>
            <a:ext cx="257175" cy="4114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831324" y="2757830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</a:t>
            </a:r>
            <a:endParaRPr lang="en-US" sz="71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65695" y="3302813"/>
            <a:ext cx="257175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492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Sterling</a:t>
            </a:r>
            <a:endParaRPr lang="en-US" sz="71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202115" y="3302813"/>
            <a:ext cx="257175" cy="411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248564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</a:t>
            </a:r>
            <a:endParaRPr lang="en-US" sz="71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87099" y="3302813"/>
            <a:ext cx="360045" cy="4114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32206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Rupee</a:t>
            </a:r>
            <a:endParaRPr lang="en-US" sz="71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849237" y="3302813"/>
            <a:ext cx="308610" cy="4114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15848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</a:t>
            </a:r>
            <a:endParaRPr lang="en-US" sz="71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4222" y="3302813"/>
            <a:ext cx="411480" cy="4114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799490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</a:t>
            </a:r>
            <a:endParaRPr lang="en-US" sz="71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547795" y="3302813"/>
            <a:ext cx="257175" cy="4114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9831324" y="3833165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</a:t>
            </a:r>
            <a:endParaRPr lang="en-US" sz="71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314260" y="4378147"/>
            <a:ext cx="360045" cy="4114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6492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Naira</a:t>
            </a:r>
            <a:endParaRPr lang="en-US" sz="71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202115" y="4378147"/>
            <a:ext cx="257175" cy="4114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248564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</a:t>
            </a:r>
            <a:endParaRPr lang="en-US" sz="71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5012817" y="4378147"/>
            <a:ext cx="308610" cy="41148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432206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Ruble</a:t>
            </a:r>
            <a:endParaRPr lang="en-US" sz="71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74955" y="4378147"/>
            <a:ext cx="257175" cy="41148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15848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Lira</a:t>
            </a:r>
            <a:endParaRPr lang="en-US" sz="71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659940" y="4378147"/>
            <a:ext cx="360045" cy="41148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799490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Shekel</a:t>
            </a:r>
            <a:endParaRPr lang="en-US" sz="710" dirty="0"/>
          </a:p>
        </p:txBody>
      </p:sp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522077" y="4378147"/>
            <a:ext cx="308610" cy="411480"/>
          </a:xfrm>
          <a:prstGeom prst="rect">
            <a:avLst/>
          </a:prstGeom>
        </p:spPr>
      </p:pic>
      <p:sp>
        <p:nvSpPr>
          <p:cNvPr id="60" name="Text 34"/>
          <p:cNvSpPr/>
          <p:nvPr/>
        </p:nvSpPr>
        <p:spPr>
          <a:xfrm>
            <a:off x="9831324" y="4908499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Tenge</a:t>
            </a:r>
            <a:endParaRPr lang="en-US" sz="71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314260" y="5453482"/>
            <a:ext cx="360045" cy="41148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92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</a:t>
            </a:r>
            <a:endParaRPr lang="en-US" sz="710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176397" y="5453482"/>
            <a:ext cx="308610" cy="41148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248564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Cedi</a:t>
            </a:r>
            <a:endParaRPr lang="en-US" sz="710" dirty="0"/>
          </a:p>
        </p:txBody>
      </p:sp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012817" y="5453482"/>
            <a:ext cx="308610" cy="411480"/>
          </a:xfrm>
          <a:prstGeom prst="rect">
            <a:avLst/>
          </a:prstGeom>
        </p:spPr>
      </p:pic>
      <p:sp>
        <p:nvSpPr>
          <p:cNvPr id="66" name="Text 37"/>
          <p:cNvSpPr/>
          <p:nvPr/>
        </p:nvSpPr>
        <p:spPr>
          <a:xfrm>
            <a:off x="432206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</a:t>
            </a:r>
            <a:endParaRPr lang="en-US" sz="710" dirty="0"/>
          </a:p>
        </p:txBody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823520" y="5453482"/>
            <a:ext cx="360045" cy="411480"/>
          </a:xfrm>
          <a:prstGeom prst="rect">
            <a:avLst/>
          </a:prstGeom>
        </p:spPr>
      </p:pic>
      <p:sp>
        <p:nvSpPr>
          <p:cNvPr id="68" name="Text 38"/>
          <p:cNvSpPr/>
          <p:nvPr/>
        </p:nvSpPr>
        <p:spPr>
          <a:xfrm>
            <a:off x="615848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Cruzeiro</a:t>
            </a:r>
            <a:endParaRPr lang="en-US" sz="710" dirty="0"/>
          </a:p>
        </p:txBody>
      </p:sp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634222" y="5453482"/>
            <a:ext cx="411480" cy="41148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799490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Rupiah</a:t>
            </a:r>
            <a:endParaRPr lang="en-US" sz="71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70642" y="5453482"/>
            <a:ext cx="411480" cy="41148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9831324" y="5983834"/>
            <a:ext cx="1690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Oceania</a:t>
            </a:r>
            <a:endParaRPr lang="en-US" sz="710" dirty="0"/>
          </a:p>
        </p:txBody>
      </p:sp>
      <p:sp>
        <p:nvSpPr>
          <p:cNvPr id="73" name="Text 41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74" name="Text 42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&amp; file notes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581912" y="1078992"/>
            <a:ext cx="10085832" cy="13716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078992"/>
            <a:ext cx="1051560" cy="32004"/>
          </a:xfrm>
          <a:prstGeom prst="rect">
            <a:avLst/>
          </a:prstGeom>
          <a:solidFill>
            <a:srgbClr val="B78B4B"/>
          </a:solidFill>
          <a:ln w="12700">
            <a:solidFill>
              <a:srgbClr val="B78B4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527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and license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45920" y="189280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 are sourced from Font Awesome Free 6.7.2. Font Awesome Free icons are licensed under CC BY 4.0. This deck includes attribution and organizes the icons into banking / PE use cases.</a:t>
            </a:r>
            <a:endParaRPr lang="en-US" sz="94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677" y="2871216"/>
            <a:ext cx="37719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file format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08152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icon is inserted as a separate SVG object. The deck does not rely on a font file or icon glyphs, so the icons should not render as question marks.</a:t>
            </a:r>
            <a:endParaRPr lang="en-US" sz="94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812" y="3986784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note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645920" y="420624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 are intended only as finder labels. For production pages, copy the icon object and delete or ignore the caption.</a:t>
            </a:r>
            <a:endParaRPr lang="en-US" sz="940" dirty="0"/>
          </a:p>
        </p:txBody>
      </p:sp>
      <p:sp>
        <p:nvSpPr>
          <p:cNvPr id="15" name="Text 10"/>
          <p:cNvSpPr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SVG objects — copy / paste / recolor in PowerPoint</a:t>
            </a:r>
            <a:endParaRPr lang="en-US" sz="660" dirty="0"/>
          </a:p>
        </p:txBody>
      </p:sp>
      <p:sp>
        <p:nvSpPr>
          <p:cNvPr id="16" name="Text 11"/>
          <p:cNvSpPr/>
          <p:nvPr/>
        </p:nvSpPr>
        <p:spPr>
          <a:xfrm>
            <a:off x="10515600" y="6547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E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Banking &amp; Private Equity Reusable Icon Library</dc:title>
  <dc:subject>Reusable SVG icon library for investment banking and private equity presentations</dc:subject>
  <dc:creator>OpenAI</dc:creator>
  <cp:lastModifiedBy>OpenAI</cp:lastModifiedBy>
  <cp:revision>1</cp:revision>
  <dcterms:created xsi:type="dcterms:W3CDTF">2026-08-04T16:10:21Z</dcterms:created>
  <dcterms:modified xsi:type="dcterms:W3CDTF">2026-08-04T16:10:21Z</dcterms:modified>
</cp:coreProperties>
</file>