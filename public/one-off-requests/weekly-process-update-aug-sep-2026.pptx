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785bcce1b147bf" /><Relationship Type="http://schemas.openxmlformats.org/officeDocument/2006/relationships/extended-properties" Target="/docProps/app.xml" Id="R9f648d1173b1449d" /><Relationship Type="http://schemas.openxmlformats.org/officeDocument/2006/relationships/officeDocument" Target="/ppt/presentation.xml" Id="Raa7c5761feb54a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cdedd4ba564d56"/>
  </p:sldMasterIdLst>
  <p:sldIdLst>
    <p:sldId xmlns:r="http://schemas.openxmlformats.org/officeDocument/2006/relationships" id="256" r:id="R6d4a77955e2942ac"/>
    <p:sldId xmlns:r="http://schemas.openxmlformats.org/officeDocument/2006/relationships" id="257" r:id="R2430c68cf67c40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5be27caf00463c" /><Relationship Type="http://schemas.openxmlformats.org/officeDocument/2006/relationships/slideMaster" Target="/ppt/slideMasters/slideMaster1.xml" Id="R09cdedd4ba564d56" /><Relationship Type="http://schemas.openxmlformats.org/officeDocument/2006/relationships/presProps" Target="/ppt/presProps.xml" Id="Rb5388a4ab8444a71" /><Relationship Type="http://schemas.openxmlformats.org/officeDocument/2006/relationships/tableStyles" Target="/ppt/tableStyles.xml" Id="Rf381f71a1f894698" /><Relationship Type="http://schemas.openxmlformats.org/officeDocument/2006/relationships/slide" Target="/ppt/slides/slide1.xml" Id="R6d4a77955e2942ac" /><Relationship Type="http://schemas.openxmlformats.org/officeDocument/2006/relationships/slide" Target="/ppt/slides/slide2.xml" Id="R2430c68cf67c40d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b2a35a22a4f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300dd40a9d4656" /><Relationship Type="http://schemas.openxmlformats.org/officeDocument/2006/relationships/slideLayout" Target="/ppt/slideLayouts/slideLayout1.xml" Id="R079dc2f6ed1940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9dc2f6ed1940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d333686e14c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157de7db948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B6AD34-AB5B-442D-A9D9-6A25E5B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442142"/>
                </a:solidFill>
                <a:latin typeface="Arial"/>
                <a:ea typeface="Arial"/>
                <a:cs typeface="Arial"/>
              </a:rPr>
              <a:t>Weekly Process Update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332DE9-E40A-4684-8CBA-14EF5790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2525B"/>
                </a:solidFill>
                <a:latin typeface="Arial"/>
                <a:ea typeface="Arial"/>
                <a:cs typeface="Arial"/>
              </a:rPr>
              <a:t>Financial Sponsor &amp; Management | As of August 25, 2026</a:t>
            </a:r>
          </a:p>
        </p:txBody>
      </p:sp>
      <p:sp>
        <p:nvSpPr>
          <p:cNvPr id="3" name="header-gold-rule">
            <a:extLst xmlns:a="http://schemas.openxmlformats.org/drawingml/2006/main">
              <a:ext uri="{FF2B5EF4-FFF2-40B4-BE49-F238E27FC236}">
                <a16:creationId xmlns:a16="http://schemas.microsoft.com/office/drawing/2014/main" id="{1DDFE049-CE36-4C6A-B212-D697B72D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A87D"/>
            </a:solidFill>
            <a:prstDash val="solid"/>
          </a:ln>
        </p:spPr>
      </p:sp>
      <p:sp>
        <p:nvSpPr>
          <p:cNvPr id="4" name="header-divider">
            <a:extLst xmlns:a="http://schemas.openxmlformats.org/drawingml/2006/main">
              <a:ext uri="{FF2B5EF4-FFF2-40B4-BE49-F238E27FC236}">
                <a16:creationId xmlns:a16="http://schemas.microsoft.com/office/drawing/2014/main" id="{924DC07A-DCFF-4BB7-9F00-AE0CFC5D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agenda-rail">
            <a:extLst xmlns:a="http://schemas.openxmlformats.org/drawingml/2006/main">
              <a:ext uri="{FF2B5EF4-FFF2-40B4-BE49-F238E27FC236}">
                <a16:creationId xmlns:a16="http://schemas.microsoft.com/office/drawing/2014/main" id="{E995479D-F7CB-4137-A3E7-8929EE84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4000500" cy="507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tent-divider">
            <a:extLst xmlns:a="http://schemas.openxmlformats.org/drawingml/2006/main">
              <a:ext uri="{FF2B5EF4-FFF2-40B4-BE49-F238E27FC236}">
                <a16:creationId xmlns:a16="http://schemas.microsoft.com/office/drawing/2014/main" id="{8675F8CA-0EAB-488B-A252-D41B89D4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381125"/>
            <a:ext cx="0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S1_AGENDA_OVERLINE">
            <a:extLst xmlns:a="http://schemas.openxmlformats.org/drawingml/2006/main">
              <a:ext uri="{FF2B5EF4-FFF2-40B4-BE49-F238E27FC236}">
                <a16:creationId xmlns:a16="http://schemas.microsoft.com/office/drawing/2014/main" id="{EA7032C6-DF15-46B4-A336-62745AA1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66B43"/>
                </a:solidFill>
                <a:latin typeface="Arial"/>
                <a:ea typeface="Arial"/>
                <a:cs typeface="Arial"/>
              </a:rPr>
              <a:t>TODAY’S AGENDA</a:t>
            </a:r>
          </a:p>
        </p:txBody>
      </p:sp>
      <p:sp>
        <p:nvSpPr>
          <p:cNvPr id="149" name="S1_AGENDA_01_NUMBER">
            <a:extLst xmlns:a="http://schemas.openxmlformats.org/drawingml/2006/main">
              <a:ext uri="{FF2B5EF4-FFF2-40B4-BE49-F238E27FC236}">
                <a16:creationId xmlns:a16="http://schemas.microsoft.com/office/drawing/2014/main" id="{A1B9CC77-379C-43D4-83E8-D7EDE61C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0" name="S1_AGENDA_01_TOPIC">
            <a:extLst xmlns:a="http://schemas.openxmlformats.org/drawingml/2006/main">
              <a:ext uri="{FF2B5EF4-FFF2-40B4-BE49-F238E27FC236}">
                <a16:creationId xmlns:a16="http://schemas.microsoft.com/office/drawing/2014/main" id="{2B355BDE-EEFD-491E-B819-A518F301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14525"/>
            <a:ext cx="306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10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1410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Process Status &amp; Recent Activity</a:t>
            </a:r>
          </a:p>
        </p:txBody>
      </p:sp>
      <p:sp>
        <p:nvSpPr>
          <p:cNvPr id="151" name="S1_AGENDA_01_DESCRIPTION">
            <a:extLst xmlns:a="http://schemas.openxmlformats.org/drawingml/2006/main">
              <a:ext uri="{FF2B5EF4-FFF2-40B4-BE49-F238E27FC236}">
                <a16:creationId xmlns:a16="http://schemas.microsoft.com/office/drawing/2014/main" id="{4D910FEA-5035-493C-9941-AE18E08D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027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Overall progress and key developments</a:t>
            </a:r>
          </a:p>
        </p:txBody>
      </p:sp>
      <p:sp>
        <p:nvSpPr>
          <p:cNvPr id="152" name="S1_AGENDA_01_SEPARATOR">
            <a:extLst xmlns:a="http://schemas.openxmlformats.org/drawingml/2006/main">
              <a:ext uri="{FF2B5EF4-FFF2-40B4-BE49-F238E27FC236}">
                <a16:creationId xmlns:a16="http://schemas.microsoft.com/office/drawing/2014/main" id="{51108681-AD23-4A3F-9849-104441F0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5E7EB"/>
            </a:solidFill>
            <a:prstDash val="solid"/>
          </a:ln>
        </p:spPr>
      </p:sp>
      <p:sp>
        <p:nvSpPr>
          <p:cNvPr id="153" name="S1_AGENDA_02_NUMBER">
            <a:extLst xmlns:a="http://schemas.openxmlformats.org/drawingml/2006/main">
              <a:ext uri="{FF2B5EF4-FFF2-40B4-BE49-F238E27FC236}">
                <a16:creationId xmlns:a16="http://schemas.microsoft.com/office/drawing/2014/main" id="{F9869B48-9291-4E07-BCB4-AD0F2152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4" name="S1_AGENDA_02_TOPIC">
            <a:extLst xmlns:a="http://schemas.openxmlformats.org/drawingml/2006/main">
              <a:ext uri="{FF2B5EF4-FFF2-40B4-BE49-F238E27FC236}">
                <a16:creationId xmlns:a16="http://schemas.microsoft.com/office/drawing/2014/main" id="{E5855BFE-57C5-4B5F-B106-4957885E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306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10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1410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Buyer Engagement &amp; Feedback</a:t>
            </a:r>
          </a:p>
        </p:txBody>
      </p:sp>
      <p:sp>
        <p:nvSpPr>
          <p:cNvPr id="155" name="S1_AGENDA_02_DESCRIPTION">
            <a:extLst xmlns:a="http://schemas.openxmlformats.org/drawingml/2006/main">
              <a:ext uri="{FF2B5EF4-FFF2-40B4-BE49-F238E27FC236}">
                <a16:creationId xmlns:a16="http://schemas.microsoft.com/office/drawing/2014/main" id="{578C70DA-07A4-4C5C-AA20-A1E6A1C6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Outreach, feedback and participation</a:t>
            </a:r>
          </a:p>
        </p:txBody>
      </p:sp>
      <p:sp>
        <p:nvSpPr>
          <p:cNvPr id="156" name="S1_AGENDA_02_SEPARATOR">
            <a:extLst xmlns:a="http://schemas.openxmlformats.org/drawingml/2006/main">
              <a:ext uri="{FF2B5EF4-FFF2-40B4-BE49-F238E27FC236}">
                <a16:creationId xmlns:a16="http://schemas.microsoft.com/office/drawing/2014/main" id="{2E430539-43D7-4651-BBCB-1C8F2BCE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5E7EB"/>
            </a:solidFill>
            <a:prstDash val="solid"/>
          </a:ln>
        </p:spPr>
      </p:sp>
      <p:sp>
        <p:nvSpPr>
          <p:cNvPr id="157" name="S1_AGENDA_03_NUMBER">
            <a:extLst xmlns:a="http://schemas.openxmlformats.org/drawingml/2006/main">
              <a:ext uri="{FF2B5EF4-FFF2-40B4-BE49-F238E27FC236}">
                <a16:creationId xmlns:a16="http://schemas.microsoft.com/office/drawing/2014/main" id="{05ABFA56-6F30-4458-BE22-B19600F5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8" name="S1_AGENDA_03_TOPIC">
            <a:extLst xmlns:a="http://schemas.openxmlformats.org/drawingml/2006/main">
              <a:ext uri="{FF2B5EF4-FFF2-40B4-BE49-F238E27FC236}">
                <a16:creationId xmlns:a16="http://schemas.microsoft.com/office/drawing/2014/main" id="{1CAA49D6-85C7-4D8B-A590-BB528AEF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43275"/>
            <a:ext cx="306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10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1410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Marketing Materials &amp; Data Room</a:t>
            </a:r>
          </a:p>
        </p:txBody>
      </p:sp>
      <p:sp>
        <p:nvSpPr>
          <p:cNvPr id="159" name="S1_AGENDA_03_DESCRIPTION">
            <a:extLst xmlns:a="http://schemas.openxmlformats.org/drawingml/2006/main">
              <a:ext uri="{FF2B5EF4-FFF2-40B4-BE49-F238E27FC236}">
                <a16:creationId xmlns:a16="http://schemas.microsoft.com/office/drawing/2014/main" id="{6CC4E05B-5C6D-47A3-831E-EDE92453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290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Content, access and open workstreams</a:t>
            </a:r>
          </a:p>
        </p:txBody>
      </p:sp>
      <p:sp>
        <p:nvSpPr>
          <p:cNvPr id="160" name="S1_AGENDA_03_SEPARATOR">
            <a:extLst xmlns:a="http://schemas.openxmlformats.org/drawingml/2006/main">
              <a:ext uri="{FF2B5EF4-FFF2-40B4-BE49-F238E27FC236}">
                <a16:creationId xmlns:a16="http://schemas.microsoft.com/office/drawing/2014/main" id="{7773F421-1B05-4C1C-A49A-1B122741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2430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5E7EB"/>
            </a:solidFill>
            <a:prstDash val="solid"/>
          </a:ln>
        </p:spPr>
      </p:sp>
      <p:sp>
        <p:nvSpPr>
          <p:cNvPr id="161" name="S1_AGENDA_04_NUMBER">
            <a:extLst xmlns:a="http://schemas.openxmlformats.org/drawingml/2006/main">
              <a:ext uri="{FF2B5EF4-FFF2-40B4-BE49-F238E27FC236}">
                <a16:creationId xmlns:a16="http://schemas.microsoft.com/office/drawing/2014/main" id="{FEDA42E7-6CDA-4C44-A925-5C9A57A0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2" name="S1_AGENDA_04_TOPIC">
            <a:extLst xmlns:a="http://schemas.openxmlformats.org/drawingml/2006/main">
              <a:ext uri="{FF2B5EF4-FFF2-40B4-BE49-F238E27FC236}">
                <a16:creationId xmlns:a16="http://schemas.microsoft.com/office/drawing/2014/main" id="{1411DA4C-D8DA-4DD6-8795-75EE30FF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306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1365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Diligence &amp; Management Workstreams</a:t>
            </a:r>
          </a:p>
        </p:txBody>
      </p:sp>
      <p:sp>
        <p:nvSpPr>
          <p:cNvPr id="163" name="S1_AGENDA_04_DESCRIPTION">
            <a:extLst xmlns:a="http://schemas.openxmlformats.org/drawingml/2006/main">
              <a:ext uri="{FF2B5EF4-FFF2-40B4-BE49-F238E27FC236}">
                <a16:creationId xmlns:a16="http://schemas.microsoft.com/office/drawing/2014/main" id="{D2B0DBCE-E321-47AF-84AE-A2AB3E35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Requests, preparation and dependencies</a:t>
            </a:r>
          </a:p>
        </p:txBody>
      </p:sp>
      <p:sp>
        <p:nvSpPr>
          <p:cNvPr id="164" name="S1_AGENDA_04_SEPARATOR">
            <a:extLst xmlns:a="http://schemas.openxmlformats.org/drawingml/2006/main">
              <a:ext uri="{FF2B5EF4-FFF2-40B4-BE49-F238E27FC236}">
                <a16:creationId xmlns:a16="http://schemas.microsoft.com/office/drawing/2014/main" id="{F6F77C8B-6B84-4A28-818C-4CAE3F85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38675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5E7EB"/>
            </a:solidFill>
            <a:prstDash val="solid"/>
          </a:ln>
        </p:spPr>
      </p:sp>
      <p:sp>
        <p:nvSpPr>
          <p:cNvPr id="165" name="S1_AGENDA_05_NUMBER">
            <a:extLst xmlns:a="http://schemas.openxmlformats.org/drawingml/2006/main">
              <a:ext uri="{FF2B5EF4-FFF2-40B4-BE49-F238E27FC236}">
                <a16:creationId xmlns:a16="http://schemas.microsoft.com/office/drawing/2014/main" id="{58AF4648-EE30-4949-9917-813D7532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6" name="S1_AGENDA_05_TOPIC">
            <a:extLst xmlns:a="http://schemas.openxmlformats.org/drawingml/2006/main">
              <a:ext uri="{FF2B5EF4-FFF2-40B4-BE49-F238E27FC236}">
                <a16:creationId xmlns:a16="http://schemas.microsoft.com/office/drawing/2014/main" id="{0AD5349E-1055-4D1D-BFC4-8DFBF4E2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72025"/>
            <a:ext cx="306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10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1410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Decisions, Owners &amp; Next Steps</a:t>
            </a:r>
          </a:p>
        </p:txBody>
      </p:sp>
      <p:sp>
        <p:nvSpPr>
          <p:cNvPr id="167" name="S1_AGENDA_05_DESCRIPTION">
            <a:extLst xmlns:a="http://schemas.openxmlformats.org/drawingml/2006/main">
              <a:ext uri="{FF2B5EF4-FFF2-40B4-BE49-F238E27FC236}">
                <a16:creationId xmlns:a16="http://schemas.microsoft.com/office/drawing/2014/main" id="{E4797D45-CF3E-4CE4-8545-21513617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5777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Approvals and priorities for the coming week</a:t>
            </a:r>
          </a:p>
        </p:txBody>
      </p:sp>
      <p:sp>
        <p:nvSpPr>
          <p:cNvPr id="168" name="S1_AGENDA_05_SEPARATOR">
            <a:extLst xmlns:a="http://schemas.openxmlformats.org/drawingml/2006/main">
              <a:ext uri="{FF2B5EF4-FFF2-40B4-BE49-F238E27FC236}">
                <a16:creationId xmlns:a16="http://schemas.microsoft.com/office/drawing/2014/main" id="{D5FEBEC5-70BB-4D3A-BE07-9FA574F3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5305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5E7EB"/>
            </a:solidFill>
            <a:prstDash val="solid"/>
          </a:ln>
        </p:spPr>
      </p:sp>
      <p:sp>
        <p:nvSpPr>
          <p:cNvPr id="169" name="S1_AGENDA_06_NUMBER">
            <a:extLst xmlns:a="http://schemas.openxmlformats.org/drawingml/2006/main">
              <a:ext uri="{FF2B5EF4-FFF2-40B4-BE49-F238E27FC236}">
                <a16:creationId xmlns:a16="http://schemas.microsoft.com/office/drawing/2014/main" id="{3D27A309-5E8B-4BE9-A8FD-3F069684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70" name="S1_AGENDA_06_TOPIC">
            <a:extLst xmlns:a="http://schemas.openxmlformats.org/drawingml/2006/main">
              <a:ext uri="{FF2B5EF4-FFF2-40B4-BE49-F238E27FC236}">
                <a16:creationId xmlns:a16="http://schemas.microsoft.com/office/drawing/2014/main" id="{C10731B1-9CC1-4053-A36E-8892E54C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86400"/>
            <a:ext cx="306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10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1410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Other Business &amp; Open Discussion</a:t>
            </a:r>
          </a:p>
        </p:txBody>
      </p:sp>
      <p:sp>
        <p:nvSpPr>
          <p:cNvPr id="171" name="S1_AGENDA_06_DESCRIPTION">
            <a:extLst xmlns:a="http://schemas.openxmlformats.org/drawingml/2006/main">
              <a:ext uri="{FF2B5EF4-FFF2-40B4-BE49-F238E27FC236}">
                <a16:creationId xmlns:a16="http://schemas.microsoft.com/office/drawing/2014/main" id="{2164DCB9-4808-4984-B847-8F6E92E0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721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Additional topics, questions and follow-ups</a:t>
            </a:r>
          </a:p>
        </p:txBody>
      </p:sp>
      <p:sp>
        <p:nvSpPr>
          <p:cNvPr id="172" name="S1_CAL_AUG_2026_MONTH">
            <a:extLst xmlns:a="http://schemas.openxmlformats.org/drawingml/2006/main">
              <a:ext uri="{FF2B5EF4-FFF2-40B4-BE49-F238E27FC236}">
                <a16:creationId xmlns:a16="http://schemas.microsoft.com/office/drawing/2014/main" id="{8E34D2D8-919D-467A-9AFE-19745787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62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AUGUST</a:t>
            </a:r>
          </a:p>
        </p:txBody>
      </p:sp>
      <p:sp>
        <p:nvSpPr>
          <p:cNvPr id="173" name="S1_CAL_AUG_2026_YEAR">
            <a:extLst xmlns:a="http://schemas.openxmlformats.org/drawingml/2006/main">
              <a:ext uri="{FF2B5EF4-FFF2-40B4-BE49-F238E27FC236}">
                <a16:creationId xmlns:a16="http://schemas.microsoft.com/office/drawing/2014/main" id="{7B71C955-186C-4A55-AFF2-4B44E853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81150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74" name="S1_CAL_AUG_2026_ACCENT">
            <a:extLst xmlns:a="http://schemas.openxmlformats.org/drawingml/2006/main">
              <a:ext uri="{FF2B5EF4-FFF2-40B4-BE49-F238E27FC236}">
                <a16:creationId xmlns:a16="http://schemas.microsoft.com/office/drawing/2014/main" id="{B3E4A467-048E-40A9-BB90-ED5E0B44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5737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A87D"/>
            </a:solidFill>
            <a:prstDash val="solid"/>
          </a:ln>
        </p:spPr>
      </p:sp>
      <p:sp>
        <p:nvSpPr>
          <p:cNvPr id="175" name="S1_CAL_AUG_2026_WEEKDAY_0">
            <a:extLst xmlns:a="http://schemas.openxmlformats.org/drawingml/2006/main">
              <a:ext uri="{FF2B5EF4-FFF2-40B4-BE49-F238E27FC236}">
                <a16:creationId xmlns:a16="http://schemas.microsoft.com/office/drawing/2014/main" id="{37910EA3-9044-41C6-A3BA-6A059772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14525"/>
            <a:ext cx="46400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SU</a:t>
            </a:r>
          </a:p>
        </p:txBody>
      </p:sp>
      <p:sp>
        <p:nvSpPr>
          <p:cNvPr id="176" name="S1_CAL_AUG_2026_WEEKDAY_1">
            <a:extLst xmlns:a="http://schemas.openxmlformats.org/drawingml/2006/main">
              <a:ext uri="{FF2B5EF4-FFF2-40B4-BE49-F238E27FC236}">
                <a16:creationId xmlns:a16="http://schemas.microsoft.com/office/drawing/2014/main" id="{3C9D7ED7-E916-4ED6-B8F6-F3583876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379" y="1914525"/>
            <a:ext cx="46400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MO</a:t>
            </a:r>
          </a:p>
        </p:txBody>
      </p:sp>
      <p:sp>
        <p:nvSpPr>
          <p:cNvPr id="177" name="S1_CAL_AUG_2026_WEEKDAY_2">
            <a:extLst xmlns:a="http://schemas.openxmlformats.org/drawingml/2006/main">
              <a:ext uri="{FF2B5EF4-FFF2-40B4-BE49-F238E27FC236}">
                <a16:creationId xmlns:a16="http://schemas.microsoft.com/office/drawing/2014/main" id="{E4C656F0-D4C3-4172-8BD0-184CB0EA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382" y="1914525"/>
            <a:ext cx="46400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TU</a:t>
            </a:r>
          </a:p>
        </p:txBody>
      </p:sp>
      <p:sp>
        <p:nvSpPr>
          <p:cNvPr id="178" name="S1_CAL_AUG_2026_WEEKDAY_3">
            <a:extLst xmlns:a="http://schemas.openxmlformats.org/drawingml/2006/main">
              <a:ext uri="{FF2B5EF4-FFF2-40B4-BE49-F238E27FC236}">
                <a16:creationId xmlns:a16="http://schemas.microsoft.com/office/drawing/2014/main" id="{64E8270F-BED4-44C1-81B7-D6BE63A0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386" y="1914525"/>
            <a:ext cx="46400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WE</a:t>
            </a:r>
          </a:p>
        </p:txBody>
      </p:sp>
      <p:sp>
        <p:nvSpPr>
          <p:cNvPr id="179" name="S1_CAL_AUG_2026_WEEKDAY_4">
            <a:extLst xmlns:a="http://schemas.openxmlformats.org/drawingml/2006/main">
              <a:ext uri="{FF2B5EF4-FFF2-40B4-BE49-F238E27FC236}">
                <a16:creationId xmlns:a16="http://schemas.microsoft.com/office/drawing/2014/main" id="{7F966883-57A8-4194-8F93-B9106860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389" y="1914525"/>
            <a:ext cx="46400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TH</a:t>
            </a:r>
          </a:p>
        </p:txBody>
      </p:sp>
      <p:sp>
        <p:nvSpPr>
          <p:cNvPr id="180" name="S1_CAL_AUG_2026_WEEKDAY_5">
            <a:extLst xmlns:a="http://schemas.openxmlformats.org/drawingml/2006/main">
              <a:ext uri="{FF2B5EF4-FFF2-40B4-BE49-F238E27FC236}">
                <a16:creationId xmlns:a16="http://schemas.microsoft.com/office/drawing/2014/main" id="{5052F5E2-7953-4F69-AE20-3EE31797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393" y="1914525"/>
            <a:ext cx="46400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181" name="S1_CAL_AUG_2026_WEEKDAY_6">
            <a:extLst xmlns:a="http://schemas.openxmlformats.org/drawingml/2006/main">
              <a:ext uri="{FF2B5EF4-FFF2-40B4-BE49-F238E27FC236}">
                <a16:creationId xmlns:a16="http://schemas.microsoft.com/office/drawing/2014/main" id="{482E76F3-5BFB-4BED-B82D-04796FC0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396" y="1914525"/>
            <a:ext cx="46400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SA</a:t>
            </a:r>
          </a:p>
        </p:txBody>
      </p:sp>
      <p:sp>
        <p:nvSpPr>
          <p:cNvPr id="182" name="S1_CAL_AUG_2026_WEEKEND_SUN">
            <a:extLst xmlns:a="http://schemas.openxmlformats.org/drawingml/2006/main">
              <a:ext uri="{FF2B5EF4-FFF2-40B4-BE49-F238E27FC236}">
                <a16:creationId xmlns:a16="http://schemas.microsoft.com/office/drawing/2014/main" id="{DDFD2D79-EF88-4215-9109-41507E0E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62175"/>
            <a:ext cx="464004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S1_CAL_AUG_2026_WEEKEND_SAT">
            <a:extLst xmlns:a="http://schemas.openxmlformats.org/drawingml/2006/main">
              <a:ext uri="{FF2B5EF4-FFF2-40B4-BE49-F238E27FC236}">
                <a16:creationId xmlns:a16="http://schemas.microsoft.com/office/drawing/2014/main" id="{7FFBB777-5DBD-4D8A-BA4A-4E6B24EE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396" y="2162175"/>
            <a:ext cx="464004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S1_CAL_AUG_2026_CURRENT_WEEK">
            <a:extLst xmlns:a="http://schemas.openxmlformats.org/drawingml/2006/main">
              <a:ext uri="{FF2B5EF4-FFF2-40B4-BE49-F238E27FC236}">
                <a16:creationId xmlns:a16="http://schemas.microsoft.com/office/drawing/2014/main" id="{428767F1-AC18-48EE-A0D3-05BFA973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71875"/>
            <a:ext cx="32480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S1_CAL_AUG_2026_CURRENT_WEEK_ACCENT">
            <a:extLst xmlns:a="http://schemas.openxmlformats.org/drawingml/2006/main">
              <a:ext uri="{FF2B5EF4-FFF2-40B4-BE49-F238E27FC236}">
                <a16:creationId xmlns:a16="http://schemas.microsoft.com/office/drawing/2014/main" id="{C33C69F9-875A-420E-A510-A9870D66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718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B4A87D"/>
            </a:solidFill>
            <a:prstDash val="solid"/>
          </a:ln>
        </p:spPr>
      </p:sp>
      <p:sp>
        <p:nvSpPr>
          <p:cNvPr id="186" name="S1_CAL_AUG_2026_WEEK_RULE_0">
            <a:extLst xmlns:a="http://schemas.openxmlformats.org/drawingml/2006/main">
              <a:ext uri="{FF2B5EF4-FFF2-40B4-BE49-F238E27FC236}">
                <a16:creationId xmlns:a16="http://schemas.microsoft.com/office/drawing/2014/main" id="{74E959F7-082C-47BD-9EDD-5F8350F7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62175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CE9EE"/>
            </a:solidFill>
            <a:prstDash val="solid"/>
          </a:ln>
        </p:spPr>
      </p:sp>
      <p:sp>
        <p:nvSpPr>
          <p:cNvPr id="187" name="S1_CAL_AUG_2026_WEEK_RULE_1">
            <a:extLst xmlns:a="http://schemas.openxmlformats.org/drawingml/2006/main">
              <a:ext uri="{FF2B5EF4-FFF2-40B4-BE49-F238E27FC236}">
                <a16:creationId xmlns:a16="http://schemas.microsoft.com/office/drawing/2014/main" id="{DD5FE311-CEFA-42E5-B648-1066F01B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14600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CE9EE"/>
            </a:solidFill>
            <a:prstDash val="solid"/>
          </a:ln>
        </p:spPr>
      </p:sp>
      <p:sp>
        <p:nvSpPr>
          <p:cNvPr id="188" name="S1_CAL_AUG_2026_WEEK_RULE_2">
            <a:extLst xmlns:a="http://schemas.openxmlformats.org/drawingml/2006/main">
              <a:ext uri="{FF2B5EF4-FFF2-40B4-BE49-F238E27FC236}">
                <a16:creationId xmlns:a16="http://schemas.microsoft.com/office/drawing/2014/main" id="{C2FDBDE5-7A13-4FF6-9F16-875AEAC8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67025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CE9EE"/>
            </a:solidFill>
            <a:prstDash val="solid"/>
          </a:ln>
        </p:spPr>
      </p:sp>
      <p:sp>
        <p:nvSpPr>
          <p:cNvPr id="189" name="S1_CAL_AUG_2026_WEEK_RULE_3">
            <a:extLst xmlns:a="http://schemas.openxmlformats.org/drawingml/2006/main">
              <a:ext uri="{FF2B5EF4-FFF2-40B4-BE49-F238E27FC236}">
                <a16:creationId xmlns:a16="http://schemas.microsoft.com/office/drawing/2014/main" id="{1F3AA28C-74EB-49B9-92D4-24B006F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19450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CE9EE"/>
            </a:solidFill>
            <a:prstDash val="solid"/>
          </a:ln>
        </p:spPr>
      </p:sp>
      <p:sp>
        <p:nvSpPr>
          <p:cNvPr id="190" name="S1_CAL_AUG_2026_WEEK_RULE_4">
            <a:extLst xmlns:a="http://schemas.openxmlformats.org/drawingml/2006/main">
              <a:ext uri="{FF2B5EF4-FFF2-40B4-BE49-F238E27FC236}">
                <a16:creationId xmlns:a16="http://schemas.microsoft.com/office/drawing/2014/main" id="{C0C84FA5-3DAC-4F50-8599-00CDE9A0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71875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CE9EE"/>
            </a:solidFill>
            <a:prstDash val="solid"/>
          </a:ln>
        </p:spPr>
      </p:sp>
      <p:sp>
        <p:nvSpPr>
          <p:cNvPr id="191" name="S1_CAL_AUG_2026_WEEK_RULE_5">
            <a:extLst xmlns:a="http://schemas.openxmlformats.org/drawingml/2006/main">
              <a:ext uri="{FF2B5EF4-FFF2-40B4-BE49-F238E27FC236}">
                <a16:creationId xmlns:a16="http://schemas.microsoft.com/office/drawing/2014/main" id="{F8FB2D21-228B-44FC-81E2-CCABBC06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24300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CE9EE"/>
            </a:solidFill>
            <a:prstDash val="solid"/>
          </a:ln>
        </p:spPr>
      </p:sp>
      <p:sp>
        <p:nvSpPr>
          <p:cNvPr id="192" name="S1_CAL_AUG_2026_WEEK_RULE_6">
            <a:extLst xmlns:a="http://schemas.openxmlformats.org/drawingml/2006/main">
              <a:ext uri="{FF2B5EF4-FFF2-40B4-BE49-F238E27FC236}">
                <a16:creationId xmlns:a16="http://schemas.microsoft.com/office/drawing/2014/main" id="{FB7B3F0E-0FB8-45CC-9A87-05CEE0DE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76725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CE9EE"/>
            </a:solidFill>
            <a:prstDash val="solid"/>
          </a:ln>
        </p:spPr>
      </p:sp>
      <p:sp>
        <p:nvSpPr>
          <p:cNvPr id="193" name="S1_CAL_AUG_2026_DAY_01">
            <a:extLst xmlns:a="http://schemas.openxmlformats.org/drawingml/2006/main">
              <a:ext uri="{FF2B5EF4-FFF2-40B4-BE49-F238E27FC236}">
                <a16:creationId xmlns:a16="http://schemas.microsoft.com/office/drawing/2014/main" id="{B4A23847-6462-4873-9A5F-7256C04D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396" y="21812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4" name="S1_CAL_AUG_2026_DAY_02">
            <a:extLst xmlns:a="http://schemas.openxmlformats.org/drawingml/2006/main">
              <a:ext uri="{FF2B5EF4-FFF2-40B4-BE49-F238E27FC236}">
                <a16:creationId xmlns:a16="http://schemas.microsoft.com/office/drawing/2014/main" id="{B9E1836B-9E95-4CCA-91DB-1DB032F6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336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5" name="S1_CAL_AUG_2026_DAY_03">
            <a:extLst xmlns:a="http://schemas.openxmlformats.org/drawingml/2006/main">
              <a:ext uri="{FF2B5EF4-FFF2-40B4-BE49-F238E27FC236}">
                <a16:creationId xmlns:a16="http://schemas.microsoft.com/office/drawing/2014/main" id="{59A2586B-4E1B-4C20-B2B8-B8E149AB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379" y="25336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6" name="S1_CAL_AUG_2026_DAY_04">
            <a:extLst xmlns:a="http://schemas.openxmlformats.org/drawingml/2006/main">
              <a:ext uri="{FF2B5EF4-FFF2-40B4-BE49-F238E27FC236}">
                <a16:creationId xmlns:a16="http://schemas.microsoft.com/office/drawing/2014/main" id="{F3CC1E1B-0053-4D98-B0D7-29E97DC1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382" y="25336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7" name="S1_CAL_AUG_2026_DAY_05">
            <a:extLst xmlns:a="http://schemas.openxmlformats.org/drawingml/2006/main">
              <a:ext uri="{FF2B5EF4-FFF2-40B4-BE49-F238E27FC236}">
                <a16:creationId xmlns:a16="http://schemas.microsoft.com/office/drawing/2014/main" id="{B04944ED-713C-4D18-87A9-8AA4BFB5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386" y="25336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8" name="S1_CAL_AUG_2026_DAY_06">
            <a:extLst xmlns:a="http://schemas.openxmlformats.org/drawingml/2006/main">
              <a:ext uri="{FF2B5EF4-FFF2-40B4-BE49-F238E27FC236}">
                <a16:creationId xmlns:a16="http://schemas.microsoft.com/office/drawing/2014/main" id="{782C41FE-8ECE-4D53-AE0C-8A6CC4AF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389" y="25336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99" name="S1_CAL_AUG_2026_DAY_07">
            <a:extLst xmlns:a="http://schemas.openxmlformats.org/drawingml/2006/main">
              <a:ext uri="{FF2B5EF4-FFF2-40B4-BE49-F238E27FC236}">
                <a16:creationId xmlns:a16="http://schemas.microsoft.com/office/drawing/2014/main" id="{1697BB67-42B0-4A02-8257-72C27C4C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393" y="25336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00" name="S1_CAL_AUG_2026_DAY_08">
            <a:extLst xmlns:a="http://schemas.openxmlformats.org/drawingml/2006/main">
              <a:ext uri="{FF2B5EF4-FFF2-40B4-BE49-F238E27FC236}">
                <a16:creationId xmlns:a16="http://schemas.microsoft.com/office/drawing/2014/main" id="{DC492856-53C2-4A57-A3DB-87483691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396" y="25336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01" name="S1_CAL_AUG_2026_DAY_09">
            <a:extLst xmlns:a="http://schemas.openxmlformats.org/drawingml/2006/main">
              <a:ext uri="{FF2B5EF4-FFF2-40B4-BE49-F238E27FC236}">
                <a16:creationId xmlns:a16="http://schemas.microsoft.com/office/drawing/2014/main" id="{832ADE8D-D8E3-48C3-8D52-7BFE0DB3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8607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02" name="S1_CAL_AUG_2026_DAY_10">
            <a:extLst xmlns:a="http://schemas.openxmlformats.org/drawingml/2006/main">
              <a:ext uri="{FF2B5EF4-FFF2-40B4-BE49-F238E27FC236}">
                <a16:creationId xmlns:a16="http://schemas.microsoft.com/office/drawing/2014/main" id="{0131A6B5-0161-4D71-94CB-19D02665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379" y="288607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03" name="S1_CAL_AUG_2026_DAY_11">
            <a:extLst xmlns:a="http://schemas.openxmlformats.org/drawingml/2006/main">
              <a:ext uri="{FF2B5EF4-FFF2-40B4-BE49-F238E27FC236}">
                <a16:creationId xmlns:a16="http://schemas.microsoft.com/office/drawing/2014/main" id="{63FC683D-0005-4137-BC10-764B2D38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382" y="288607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04" name="S1_CAL_AUG_2026_DAY_12">
            <a:extLst xmlns:a="http://schemas.openxmlformats.org/drawingml/2006/main">
              <a:ext uri="{FF2B5EF4-FFF2-40B4-BE49-F238E27FC236}">
                <a16:creationId xmlns:a16="http://schemas.microsoft.com/office/drawing/2014/main" id="{DCF82069-CD07-47AE-A6CE-038DB131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386" y="288607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05" name="S1_CAL_AUG_2026_DAY_13">
            <a:extLst xmlns:a="http://schemas.openxmlformats.org/drawingml/2006/main">
              <a:ext uri="{FF2B5EF4-FFF2-40B4-BE49-F238E27FC236}">
                <a16:creationId xmlns:a16="http://schemas.microsoft.com/office/drawing/2014/main" id="{AA2D74B4-68CD-45CF-BB72-D5DAAB9E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389" y="288607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06" name="S1_CAL_AUG_2026_DAY_14_BADGE">
            <a:extLst xmlns:a="http://schemas.openxmlformats.org/drawingml/2006/main">
              <a:ext uri="{FF2B5EF4-FFF2-40B4-BE49-F238E27FC236}">
                <a16:creationId xmlns:a16="http://schemas.microsoft.com/office/drawing/2014/main" id="{689E0CA6-6CEB-467D-8607-FFD9308C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095" y="2914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5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07" name="S1_CAL_AUG_2026_DAY_15">
            <a:extLst xmlns:a="http://schemas.openxmlformats.org/drawingml/2006/main">
              <a:ext uri="{FF2B5EF4-FFF2-40B4-BE49-F238E27FC236}">
                <a16:creationId xmlns:a16="http://schemas.microsoft.com/office/drawing/2014/main" id="{ED0FFD51-FE68-44D9-9D72-155795F2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396" y="288607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08" name="S1_CAL_AUG_2026_DAY_16">
            <a:extLst xmlns:a="http://schemas.openxmlformats.org/drawingml/2006/main">
              <a:ext uri="{FF2B5EF4-FFF2-40B4-BE49-F238E27FC236}">
                <a16:creationId xmlns:a16="http://schemas.microsoft.com/office/drawing/2014/main" id="{37565F6F-23C8-4E50-A19C-83E0B880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3850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09" name="S1_CAL_AUG_2026_DAY_17">
            <a:extLst xmlns:a="http://schemas.openxmlformats.org/drawingml/2006/main">
              <a:ext uri="{FF2B5EF4-FFF2-40B4-BE49-F238E27FC236}">
                <a16:creationId xmlns:a16="http://schemas.microsoft.com/office/drawing/2014/main" id="{CE6832F6-78D3-4E16-9C7D-748BD5AE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379" y="323850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10" name="S1_CAL_AUG_2026_DAY_18_BADGE">
            <a:extLst xmlns:a="http://schemas.openxmlformats.org/drawingml/2006/main">
              <a:ext uri="{FF2B5EF4-FFF2-40B4-BE49-F238E27FC236}">
                <a16:creationId xmlns:a16="http://schemas.microsoft.com/office/drawing/2014/main" id="{756E4FD4-25F5-46CC-A1D7-23D09768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084" y="3267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5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11" name="S1_CAL_AUG_2026_DAY_19">
            <a:extLst xmlns:a="http://schemas.openxmlformats.org/drawingml/2006/main">
              <a:ext uri="{FF2B5EF4-FFF2-40B4-BE49-F238E27FC236}">
                <a16:creationId xmlns:a16="http://schemas.microsoft.com/office/drawing/2014/main" id="{5DA1202D-0068-4AE4-BBC0-9E0C3365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386" y="323850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212" name="S1_CAL_AUG_2026_DAY_20_BADGE">
            <a:extLst xmlns:a="http://schemas.openxmlformats.org/drawingml/2006/main">
              <a:ext uri="{FF2B5EF4-FFF2-40B4-BE49-F238E27FC236}">
                <a16:creationId xmlns:a16="http://schemas.microsoft.com/office/drawing/2014/main" id="{2045B348-25A0-4D6C-9DE6-1BD63723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091" y="3267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5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3" name="S1_CAL_AUG_2026_DAY_21">
            <a:extLst xmlns:a="http://schemas.openxmlformats.org/drawingml/2006/main">
              <a:ext uri="{FF2B5EF4-FFF2-40B4-BE49-F238E27FC236}">
                <a16:creationId xmlns:a16="http://schemas.microsoft.com/office/drawing/2014/main" id="{E0ADB718-1261-4BE2-BB8E-FFECE884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393" y="323850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214" name="S1_CAL_AUG_2026_DAY_22">
            <a:extLst xmlns:a="http://schemas.openxmlformats.org/drawingml/2006/main">
              <a:ext uri="{FF2B5EF4-FFF2-40B4-BE49-F238E27FC236}">
                <a16:creationId xmlns:a16="http://schemas.microsoft.com/office/drawing/2014/main" id="{0BD2902B-EB1D-456B-B8D9-B05148A4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396" y="323850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215" name="S1_CAL_AUG_2026_DAY_23">
            <a:extLst xmlns:a="http://schemas.openxmlformats.org/drawingml/2006/main">
              <a:ext uri="{FF2B5EF4-FFF2-40B4-BE49-F238E27FC236}">
                <a16:creationId xmlns:a16="http://schemas.microsoft.com/office/drawing/2014/main" id="{F549C37E-7EEB-464F-BB16-8F04EB4F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909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216" name="S1_CAL_AUG_2026_DAY_24">
            <a:extLst xmlns:a="http://schemas.openxmlformats.org/drawingml/2006/main">
              <a:ext uri="{FF2B5EF4-FFF2-40B4-BE49-F238E27FC236}">
                <a16:creationId xmlns:a16="http://schemas.microsoft.com/office/drawing/2014/main" id="{270325D5-EE4C-4E75-A5DE-DC176D62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379" y="35909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17" name="S1_CAL_AUG_2026_DAY_25_BADGE">
            <a:extLst xmlns:a="http://schemas.openxmlformats.org/drawingml/2006/main">
              <a:ext uri="{FF2B5EF4-FFF2-40B4-BE49-F238E27FC236}">
                <a16:creationId xmlns:a16="http://schemas.microsoft.com/office/drawing/2014/main" id="{6E46716A-15DE-4972-A6B4-AC5B270B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084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7C4D"/>
          </a:solidFill>
          <a:ln xmlns:a="http://schemas.openxmlformats.org/drawingml/2006/main" w="4763">
            <a:solidFill>
              <a:srgbClr val="8F7C4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18" name="S1_CAL_AUG_2026_TODAY_UNDERLINE">
            <a:extLst xmlns:a="http://schemas.openxmlformats.org/drawingml/2006/main">
              <a:ext uri="{FF2B5EF4-FFF2-40B4-BE49-F238E27FC236}">
                <a16:creationId xmlns:a16="http://schemas.microsoft.com/office/drawing/2014/main" id="{30AD8577-5A3A-4179-9ED4-5A19B2F3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709" y="3862388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B4A87D"/>
            </a:solidFill>
            <a:prstDash val="solid"/>
          </a:ln>
        </p:spPr>
      </p:sp>
      <p:sp>
        <p:nvSpPr>
          <p:cNvPr id="219" name="S1_CAL_AUG_2026_TODAY_LABEL">
            <a:extLst xmlns:a="http://schemas.openxmlformats.org/drawingml/2006/main">
              <a:ext uri="{FF2B5EF4-FFF2-40B4-BE49-F238E27FC236}">
                <a16:creationId xmlns:a16="http://schemas.microsoft.com/office/drawing/2014/main" id="{41AEEAEF-22AB-4CEF-B300-6E521EF6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382" y="3848100"/>
            <a:ext cx="464004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10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10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220" name="S1_CAL_AUG_2026_DAY_26">
            <a:extLst xmlns:a="http://schemas.openxmlformats.org/drawingml/2006/main">
              <a:ext uri="{FF2B5EF4-FFF2-40B4-BE49-F238E27FC236}">
                <a16:creationId xmlns:a16="http://schemas.microsoft.com/office/drawing/2014/main" id="{752EB7CC-8942-43E4-B024-C306CC72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386" y="35909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221" name="S1_CAL_AUG_2026_DAY_27">
            <a:extLst xmlns:a="http://schemas.openxmlformats.org/drawingml/2006/main">
              <a:ext uri="{FF2B5EF4-FFF2-40B4-BE49-F238E27FC236}">
                <a16:creationId xmlns:a16="http://schemas.microsoft.com/office/drawing/2014/main" id="{500199FB-BB8B-4F06-B0B9-C97FE716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389" y="35909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222" name="S1_CAL_AUG_2026_DAY_28_BADGE">
            <a:extLst xmlns:a="http://schemas.openxmlformats.org/drawingml/2006/main">
              <a:ext uri="{FF2B5EF4-FFF2-40B4-BE49-F238E27FC236}">
                <a16:creationId xmlns:a16="http://schemas.microsoft.com/office/drawing/2014/main" id="{708BBA24-DBDD-4231-AF04-FCDB4241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095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7C4D"/>
          </a:solidFill>
          <a:ln xmlns:a="http://schemas.openxmlformats.org/drawingml/2006/main" w="4763">
            <a:solidFill>
              <a:srgbClr val="8F7C4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223" name="S1_CAL_AUG_2026_DAY_29">
            <a:extLst xmlns:a="http://schemas.openxmlformats.org/drawingml/2006/main">
              <a:ext uri="{FF2B5EF4-FFF2-40B4-BE49-F238E27FC236}">
                <a16:creationId xmlns:a16="http://schemas.microsoft.com/office/drawing/2014/main" id="{2ED9D6D8-A61E-40C5-AB4E-1931A54A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396" y="35909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224" name="S1_CAL_AUG_2026_DAY_30">
            <a:extLst xmlns:a="http://schemas.openxmlformats.org/drawingml/2006/main">
              <a:ext uri="{FF2B5EF4-FFF2-40B4-BE49-F238E27FC236}">
                <a16:creationId xmlns:a16="http://schemas.microsoft.com/office/drawing/2014/main" id="{ECC7AB83-3BCC-4665-9A93-08EF2244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433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225" name="S1_CAL_AUG_2026_DAY_31">
            <a:extLst xmlns:a="http://schemas.openxmlformats.org/drawingml/2006/main">
              <a:ext uri="{FF2B5EF4-FFF2-40B4-BE49-F238E27FC236}">
                <a16:creationId xmlns:a16="http://schemas.microsoft.com/office/drawing/2014/main" id="{4D8519DA-9A8A-4193-BB62-86D08805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379" y="39433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226" name="S1_CAL_SEP_2026_MONTH">
            <a:extLst xmlns:a="http://schemas.openxmlformats.org/drawingml/2006/main">
              <a:ext uri="{FF2B5EF4-FFF2-40B4-BE49-F238E27FC236}">
                <a16:creationId xmlns:a16="http://schemas.microsoft.com/office/drawing/2014/main" id="{2D13AB27-1185-475F-A852-F31968FB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562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SEPTEMBER</a:t>
            </a:r>
          </a:p>
        </p:txBody>
      </p:sp>
      <p:sp>
        <p:nvSpPr>
          <p:cNvPr id="227" name="S1_CAL_SEP_2026_YEAR">
            <a:extLst xmlns:a="http://schemas.openxmlformats.org/drawingml/2006/main">
              <a:ext uri="{FF2B5EF4-FFF2-40B4-BE49-F238E27FC236}">
                <a16:creationId xmlns:a16="http://schemas.microsoft.com/office/drawing/2014/main" id="{0E58F246-A206-46C0-82E6-CACFD097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581150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228" name="S1_CAL_SEP_2026_ACCENT">
            <a:extLst xmlns:a="http://schemas.openxmlformats.org/drawingml/2006/main">
              <a:ext uri="{FF2B5EF4-FFF2-40B4-BE49-F238E27FC236}">
                <a16:creationId xmlns:a16="http://schemas.microsoft.com/office/drawing/2014/main" id="{8CD68426-6888-452E-83B5-3547D4B1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5737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A87D"/>
            </a:solidFill>
            <a:prstDash val="solid"/>
          </a:ln>
        </p:spPr>
      </p:sp>
      <p:sp>
        <p:nvSpPr>
          <p:cNvPr id="229" name="S1_CAL_SEP_2026_WEEKDAY_0">
            <a:extLst xmlns:a="http://schemas.openxmlformats.org/drawingml/2006/main">
              <a:ext uri="{FF2B5EF4-FFF2-40B4-BE49-F238E27FC236}">
                <a16:creationId xmlns:a16="http://schemas.microsoft.com/office/drawing/2014/main" id="{E9DDDFB5-AEF0-42F7-A000-A88983A2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14525"/>
            <a:ext cx="46400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SU</a:t>
            </a:r>
          </a:p>
        </p:txBody>
      </p:sp>
      <p:sp>
        <p:nvSpPr>
          <p:cNvPr id="230" name="S1_CAL_SEP_2026_WEEKDAY_1">
            <a:extLst xmlns:a="http://schemas.openxmlformats.org/drawingml/2006/main">
              <a:ext uri="{FF2B5EF4-FFF2-40B4-BE49-F238E27FC236}">
                <a16:creationId xmlns:a16="http://schemas.microsoft.com/office/drawing/2014/main" id="{50B2AB5B-AE9F-41DC-BE61-74477656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79" y="1914525"/>
            <a:ext cx="46400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MO</a:t>
            </a:r>
          </a:p>
        </p:txBody>
      </p:sp>
      <p:sp>
        <p:nvSpPr>
          <p:cNvPr id="231" name="S1_CAL_SEP_2026_WEEKDAY_2">
            <a:extLst xmlns:a="http://schemas.openxmlformats.org/drawingml/2006/main">
              <a:ext uri="{FF2B5EF4-FFF2-40B4-BE49-F238E27FC236}">
                <a16:creationId xmlns:a16="http://schemas.microsoft.com/office/drawing/2014/main" id="{213D97BD-643B-4C4D-982F-B54D56E6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582" y="1914525"/>
            <a:ext cx="46400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TU</a:t>
            </a:r>
          </a:p>
        </p:txBody>
      </p:sp>
      <p:sp>
        <p:nvSpPr>
          <p:cNvPr id="232" name="S1_CAL_SEP_2026_WEEKDAY_3">
            <a:extLst xmlns:a="http://schemas.openxmlformats.org/drawingml/2006/main">
              <a:ext uri="{FF2B5EF4-FFF2-40B4-BE49-F238E27FC236}">
                <a16:creationId xmlns:a16="http://schemas.microsoft.com/office/drawing/2014/main" id="{77653B8D-656B-4520-855A-03C1639E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586" y="1914525"/>
            <a:ext cx="46400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WE</a:t>
            </a:r>
          </a:p>
        </p:txBody>
      </p:sp>
      <p:sp>
        <p:nvSpPr>
          <p:cNvPr id="233" name="S1_CAL_SEP_2026_WEEKDAY_4">
            <a:extLst xmlns:a="http://schemas.openxmlformats.org/drawingml/2006/main">
              <a:ext uri="{FF2B5EF4-FFF2-40B4-BE49-F238E27FC236}">
                <a16:creationId xmlns:a16="http://schemas.microsoft.com/office/drawing/2014/main" id="{663045CF-DFB5-4A8A-A9EE-F500AB82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589" y="1914525"/>
            <a:ext cx="46400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TH</a:t>
            </a:r>
          </a:p>
        </p:txBody>
      </p:sp>
      <p:sp>
        <p:nvSpPr>
          <p:cNvPr id="234" name="S1_CAL_SEP_2026_WEEKDAY_5">
            <a:extLst xmlns:a="http://schemas.openxmlformats.org/drawingml/2006/main">
              <a:ext uri="{FF2B5EF4-FFF2-40B4-BE49-F238E27FC236}">
                <a16:creationId xmlns:a16="http://schemas.microsoft.com/office/drawing/2014/main" id="{B6E05076-58FA-4DB9-86A6-969C9F02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593" y="1914525"/>
            <a:ext cx="46400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235" name="S1_CAL_SEP_2026_WEEKDAY_6">
            <a:extLst xmlns:a="http://schemas.openxmlformats.org/drawingml/2006/main">
              <a:ext uri="{FF2B5EF4-FFF2-40B4-BE49-F238E27FC236}">
                <a16:creationId xmlns:a16="http://schemas.microsoft.com/office/drawing/2014/main" id="{37031532-7834-4206-A0EC-B3ED4F7A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596" y="1914525"/>
            <a:ext cx="46400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SA</a:t>
            </a:r>
          </a:p>
        </p:txBody>
      </p:sp>
      <p:sp>
        <p:nvSpPr>
          <p:cNvPr id="236" name="S1_CAL_SEP_2026_WEEKEND_SUN">
            <a:extLst xmlns:a="http://schemas.openxmlformats.org/drawingml/2006/main">
              <a:ext uri="{FF2B5EF4-FFF2-40B4-BE49-F238E27FC236}">
                <a16:creationId xmlns:a16="http://schemas.microsoft.com/office/drawing/2014/main" id="{D34522A6-9F6C-4139-B340-8C194BCA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62175"/>
            <a:ext cx="464004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S1_CAL_SEP_2026_WEEKEND_SAT">
            <a:extLst xmlns:a="http://schemas.openxmlformats.org/drawingml/2006/main">
              <a:ext uri="{FF2B5EF4-FFF2-40B4-BE49-F238E27FC236}">
                <a16:creationId xmlns:a16="http://schemas.microsoft.com/office/drawing/2014/main" id="{FDC40D07-4FA6-442F-A822-094D6989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596" y="2162175"/>
            <a:ext cx="464004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S1_CAL_SEP_2026_WEEK_RULE_0">
            <a:extLst xmlns:a="http://schemas.openxmlformats.org/drawingml/2006/main">
              <a:ext uri="{FF2B5EF4-FFF2-40B4-BE49-F238E27FC236}">
                <a16:creationId xmlns:a16="http://schemas.microsoft.com/office/drawing/2014/main" id="{5633C505-E50B-4969-9737-61FD87CC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62175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CE9EE"/>
            </a:solidFill>
            <a:prstDash val="solid"/>
          </a:ln>
        </p:spPr>
      </p:sp>
      <p:sp>
        <p:nvSpPr>
          <p:cNvPr id="239" name="S1_CAL_SEP_2026_WEEK_RULE_1">
            <a:extLst xmlns:a="http://schemas.openxmlformats.org/drawingml/2006/main">
              <a:ext uri="{FF2B5EF4-FFF2-40B4-BE49-F238E27FC236}">
                <a16:creationId xmlns:a16="http://schemas.microsoft.com/office/drawing/2014/main" id="{A75D1807-91C6-4A8E-B1F8-80827AF1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14600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CE9EE"/>
            </a:solidFill>
            <a:prstDash val="solid"/>
          </a:ln>
        </p:spPr>
      </p:sp>
      <p:sp>
        <p:nvSpPr>
          <p:cNvPr id="240" name="S1_CAL_SEP_2026_WEEK_RULE_2">
            <a:extLst xmlns:a="http://schemas.openxmlformats.org/drawingml/2006/main">
              <a:ext uri="{FF2B5EF4-FFF2-40B4-BE49-F238E27FC236}">
                <a16:creationId xmlns:a16="http://schemas.microsoft.com/office/drawing/2014/main" id="{1076E047-C1A1-4758-ACFD-F5BB55A4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67025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CE9EE"/>
            </a:solidFill>
            <a:prstDash val="solid"/>
          </a:ln>
        </p:spPr>
      </p:sp>
      <p:sp>
        <p:nvSpPr>
          <p:cNvPr id="241" name="S1_CAL_SEP_2026_WEEK_RULE_3">
            <a:extLst xmlns:a="http://schemas.openxmlformats.org/drawingml/2006/main">
              <a:ext uri="{FF2B5EF4-FFF2-40B4-BE49-F238E27FC236}">
                <a16:creationId xmlns:a16="http://schemas.microsoft.com/office/drawing/2014/main" id="{60F48868-8D02-4912-AF98-6CA3681E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19450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CE9EE"/>
            </a:solidFill>
            <a:prstDash val="solid"/>
          </a:ln>
        </p:spPr>
      </p:sp>
      <p:sp>
        <p:nvSpPr>
          <p:cNvPr id="242" name="S1_CAL_SEP_2026_WEEK_RULE_4">
            <a:extLst xmlns:a="http://schemas.openxmlformats.org/drawingml/2006/main">
              <a:ext uri="{FF2B5EF4-FFF2-40B4-BE49-F238E27FC236}">
                <a16:creationId xmlns:a16="http://schemas.microsoft.com/office/drawing/2014/main" id="{D1DAEDD5-4EA1-4513-A8A1-902D7D5F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71875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CE9EE"/>
            </a:solidFill>
            <a:prstDash val="solid"/>
          </a:ln>
        </p:spPr>
      </p:sp>
      <p:sp>
        <p:nvSpPr>
          <p:cNvPr id="243" name="S1_CAL_SEP_2026_WEEK_RULE_5">
            <a:extLst xmlns:a="http://schemas.openxmlformats.org/drawingml/2006/main">
              <a:ext uri="{FF2B5EF4-FFF2-40B4-BE49-F238E27FC236}">
                <a16:creationId xmlns:a16="http://schemas.microsoft.com/office/drawing/2014/main" id="{B67376A0-5D07-4EFF-B283-5F2AE143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924300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CE9EE"/>
            </a:solidFill>
            <a:prstDash val="solid"/>
          </a:ln>
        </p:spPr>
      </p:sp>
      <p:sp>
        <p:nvSpPr>
          <p:cNvPr id="244" name="S1_CAL_SEP_2026_WEEK_RULE_6">
            <a:extLst xmlns:a="http://schemas.openxmlformats.org/drawingml/2006/main">
              <a:ext uri="{FF2B5EF4-FFF2-40B4-BE49-F238E27FC236}">
                <a16:creationId xmlns:a16="http://schemas.microsoft.com/office/drawing/2014/main" id="{778F1B4E-419C-41ED-8928-FF1AF5C5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76725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ECE9EE"/>
            </a:solidFill>
            <a:prstDash val="solid"/>
          </a:ln>
        </p:spPr>
      </p:sp>
      <p:sp>
        <p:nvSpPr>
          <p:cNvPr id="245" name="S1_CAL_SEP_2026_DAY_01">
            <a:extLst xmlns:a="http://schemas.openxmlformats.org/drawingml/2006/main">
              <a:ext uri="{FF2B5EF4-FFF2-40B4-BE49-F238E27FC236}">
                <a16:creationId xmlns:a16="http://schemas.microsoft.com/office/drawing/2014/main" id="{D729F5F0-071B-40F1-80B7-FF078BE0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582" y="21812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6" name="S1_CAL_SEP_2026_DAY_02">
            <a:extLst xmlns:a="http://schemas.openxmlformats.org/drawingml/2006/main">
              <a:ext uri="{FF2B5EF4-FFF2-40B4-BE49-F238E27FC236}">
                <a16:creationId xmlns:a16="http://schemas.microsoft.com/office/drawing/2014/main" id="{D5CFA0B8-6FC6-46C1-8159-6EA9DA5B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586" y="21812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7" name="S1_CAL_SEP_2026_DAY_03">
            <a:extLst xmlns:a="http://schemas.openxmlformats.org/drawingml/2006/main">
              <a:ext uri="{FF2B5EF4-FFF2-40B4-BE49-F238E27FC236}">
                <a16:creationId xmlns:a16="http://schemas.microsoft.com/office/drawing/2014/main" id="{6017220F-4437-4A66-A87F-255708D6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589" y="21812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8" name="S1_CAL_SEP_2026_DAY_04">
            <a:extLst xmlns:a="http://schemas.openxmlformats.org/drawingml/2006/main">
              <a:ext uri="{FF2B5EF4-FFF2-40B4-BE49-F238E27FC236}">
                <a16:creationId xmlns:a16="http://schemas.microsoft.com/office/drawing/2014/main" id="{2E9E6D8B-F85D-43CC-9BC5-E6EBAAE0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593" y="21812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9" name="S1_CAL_SEP_2026_DAY_05">
            <a:extLst xmlns:a="http://schemas.openxmlformats.org/drawingml/2006/main">
              <a:ext uri="{FF2B5EF4-FFF2-40B4-BE49-F238E27FC236}">
                <a16:creationId xmlns:a16="http://schemas.microsoft.com/office/drawing/2014/main" id="{BF9E1D4C-08EC-40EE-8803-FF0DD75F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596" y="21812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0" name="S1_CAL_SEP_2026_DAY_06">
            <a:extLst xmlns:a="http://schemas.openxmlformats.org/drawingml/2006/main">
              <a:ext uri="{FF2B5EF4-FFF2-40B4-BE49-F238E27FC236}">
                <a16:creationId xmlns:a16="http://schemas.microsoft.com/office/drawing/2014/main" id="{E105C6BB-92FE-4344-9338-F6FE8FE3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336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1" name="S1_CAL_SEP_2026_DAY_07">
            <a:extLst xmlns:a="http://schemas.openxmlformats.org/drawingml/2006/main">
              <a:ext uri="{FF2B5EF4-FFF2-40B4-BE49-F238E27FC236}">
                <a16:creationId xmlns:a16="http://schemas.microsoft.com/office/drawing/2014/main" id="{032DAF3E-8F08-4B1E-ABC1-5AD1616F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79" y="25336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2" name="S1_CAL_SEP_2026_DAY_08_BADGE">
            <a:extLst xmlns:a="http://schemas.openxmlformats.org/drawingml/2006/main">
              <a:ext uri="{FF2B5EF4-FFF2-40B4-BE49-F238E27FC236}">
                <a16:creationId xmlns:a16="http://schemas.microsoft.com/office/drawing/2014/main" id="{4CFDB84D-86A8-4787-A2C6-AA1BFCA5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284" y="2562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53" name="S1_CAL_SEP_2026_DAY_09">
            <a:extLst xmlns:a="http://schemas.openxmlformats.org/drawingml/2006/main">
              <a:ext uri="{FF2B5EF4-FFF2-40B4-BE49-F238E27FC236}">
                <a16:creationId xmlns:a16="http://schemas.microsoft.com/office/drawing/2014/main" id="{40C9E861-3777-4189-8D4C-48785FE0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586" y="25336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54" name="S1_CAL_SEP_2026_DAY_10">
            <a:extLst xmlns:a="http://schemas.openxmlformats.org/drawingml/2006/main">
              <a:ext uri="{FF2B5EF4-FFF2-40B4-BE49-F238E27FC236}">
                <a16:creationId xmlns:a16="http://schemas.microsoft.com/office/drawing/2014/main" id="{94134DBC-1B34-47B5-B9DF-17E36873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589" y="25336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55" name="S1_CAL_SEP_2026_DAY_11">
            <a:extLst xmlns:a="http://schemas.openxmlformats.org/drawingml/2006/main">
              <a:ext uri="{FF2B5EF4-FFF2-40B4-BE49-F238E27FC236}">
                <a16:creationId xmlns:a16="http://schemas.microsoft.com/office/drawing/2014/main" id="{452E1B79-06D9-4D64-AE60-A18094C2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593" y="25336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56" name="S1_CAL_SEP_2026_DAY_12">
            <a:extLst xmlns:a="http://schemas.openxmlformats.org/drawingml/2006/main">
              <a:ext uri="{FF2B5EF4-FFF2-40B4-BE49-F238E27FC236}">
                <a16:creationId xmlns:a16="http://schemas.microsoft.com/office/drawing/2014/main" id="{A14F8385-3CF0-41B5-A700-2FEA0733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596" y="253365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57" name="S1_CAL_SEP_2026_DAY_13">
            <a:extLst xmlns:a="http://schemas.openxmlformats.org/drawingml/2006/main">
              <a:ext uri="{FF2B5EF4-FFF2-40B4-BE49-F238E27FC236}">
                <a16:creationId xmlns:a16="http://schemas.microsoft.com/office/drawing/2014/main" id="{7759FF37-1626-43B9-8A09-B7DE12CD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8607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58" name="S1_CAL_SEP_2026_DAY_14">
            <a:extLst xmlns:a="http://schemas.openxmlformats.org/drawingml/2006/main">
              <a:ext uri="{FF2B5EF4-FFF2-40B4-BE49-F238E27FC236}">
                <a16:creationId xmlns:a16="http://schemas.microsoft.com/office/drawing/2014/main" id="{FAA23643-1D9E-4B63-A591-BD9E9798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79" y="288607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59" name="S1_CAL_SEP_2026_DAY_15_BADGE">
            <a:extLst xmlns:a="http://schemas.openxmlformats.org/drawingml/2006/main">
              <a:ext uri="{FF2B5EF4-FFF2-40B4-BE49-F238E27FC236}">
                <a16:creationId xmlns:a16="http://schemas.microsoft.com/office/drawing/2014/main" id="{635E8A30-606B-4CBF-8718-9915D20C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284" y="2914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7C4D"/>
          </a:solidFill>
          <a:ln xmlns:a="http://schemas.openxmlformats.org/drawingml/2006/main" w="4763">
            <a:solidFill>
              <a:srgbClr val="8F7C4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60" name="S1_CAL_SEP_2026_DAY_16">
            <a:extLst xmlns:a="http://schemas.openxmlformats.org/drawingml/2006/main">
              <a:ext uri="{FF2B5EF4-FFF2-40B4-BE49-F238E27FC236}">
                <a16:creationId xmlns:a16="http://schemas.microsoft.com/office/drawing/2014/main" id="{D0363442-D02B-45B9-906A-68D9E9AE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586" y="288607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61" name="S1_CAL_SEP_2026_DAY_17">
            <a:extLst xmlns:a="http://schemas.openxmlformats.org/drawingml/2006/main">
              <a:ext uri="{FF2B5EF4-FFF2-40B4-BE49-F238E27FC236}">
                <a16:creationId xmlns:a16="http://schemas.microsoft.com/office/drawing/2014/main" id="{77B3B957-B97E-41B9-B681-35329A28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589" y="288607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62" name="S1_CAL_SEP_2026_DAY_18">
            <a:extLst xmlns:a="http://schemas.openxmlformats.org/drawingml/2006/main">
              <a:ext uri="{FF2B5EF4-FFF2-40B4-BE49-F238E27FC236}">
                <a16:creationId xmlns:a16="http://schemas.microsoft.com/office/drawing/2014/main" id="{0A5F1EC4-9D46-41A8-BEA0-84A94E6B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593" y="288607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63" name="S1_CAL_SEP_2026_DAY_19">
            <a:extLst xmlns:a="http://schemas.openxmlformats.org/drawingml/2006/main">
              <a:ext uri="{FF2B5EF4-FFF2-40B4-BE49-F238E27FC236}">
                <a16:creationId xmlns:a16="http://schemas.microsoft.com/office/drawing/2014/main" id="{0D28FF40-283B-480D-B2D5-E01E0ED5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596" y="288607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264" name="S1_CAL_SEP_2026_DAY_20">
            <a:extLst xmlns:a="http://schemas.openxmlformats.org/drawingml/2006/main">
              <a:ext uri="{FF2B5EF4-FFF2-40B4-BE49-F238E27FC236}">
                <a16:creationId xmlns:a16="http://schemas.microsoft.com/office/drawing/2014/main" id="{6EEB0717-4AC4-496B-82C1-3E0A7803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3850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5" name="S1_CAL_SEP_2026_DAY_21">
            <a:extLst xmlns:a="http://schemas.openxmlformats.org/drawingml/2006/main">
              <a:ext uri="{FF2B5EF4-FFF2-40B4-BE49-F238E27FC236}">
                <a16:creationId xmlns:a16="http://schemas.microsoft.com/office/drawing/2014/main" id="{921953B9-B943-458C-B9CB-CA2D4162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79" y="323850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266" name="S1_CAL_SEP_2026_DAY_22_BADGE">
            <a:extLst xmlns:a="http://schemas.openxmlformats.org/drawingml/2006/main">
              <a:ext uri="{FF2B5EF4-FFF2-40B4-BE49-F238E27FC236}">
                <a16:creationId xmlns:a16="http://schemas.microsoft.com/office/drawing/2014/main" id="{6B183634-75BF-4BCF-8FD2-D2F7B463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284" y="3267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267" name="S1_CAL_SEP_2026_DAY_23">
            <a:extLst xmlns:a="http://schemas.openxmlformats.org/drawingml/2006/main">
              <a:ext uri="{FF2B5EF4-FFF2-40B4-BE49-F238E27FC236}">
                <a16:creationId xmlns:a16="http://schemas.microsoft.com/office/drawing/2014/main" id="{D9388F93-A203-474E-80A9-A9818870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586" y="323850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268" name="S1_CAL_SEP_2026_DAY_24">
            <a:extLst xmlns:a="http://schemas.openxmlformats.org/drawingml/2006/main">
              <a:ext uri="{FF2B5EF4-FFF2-40B4-BE49-F238E27FC236}">
                <a16:creationId xmlns:a16="http://schemas.microsoft.com/office/drawing/2014/main" id="{04590EEE-6AB7-4672-A613-F21FBBC6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589" y="323850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69" name="S1_CAL_SEP_2026_DAY_25">
            <a:extLst xmlns:a="http://schemas.openxmlformats.org/drawingml/2006/main">
              <a:ext uri="{FF2B5EF4-FFF2-40B4-BE49-F238E27FC236}">
                <a16:creationId xmlns:a16="http://schemas.microsoft.com/office/drawing/2014/main" id="{F4F1A6E0-9360-4769-8C0F-396FD6BF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593" y="323850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70" name="S1_CAL_SEP_2026_DAY_26">
            <a:extLst xmlns:a="http://schemas.openxmlformats.org/drawingml/2006/main">
              <a:ext uri="{FF2B5EF4-FFF2-40B4-BE49-F238E27FC236}">
                <a16:creationId xmlns:a16="http://schemas.microsoft.com/office/drawing/2014/main" id="{1D298F1B-1204-47DB-BD29-5AE839A7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596" y="3238500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271" name="S1_CAL_SEP_2026_DAY_27">
            <a:extLst xmlns:a="http://schemas.openxmlformats.org/drawingml/2006/main">
              <a:ext uri="{FF2B5EF4-FFF2-40B4-BE49-F238E27FC236}">
                <a16:creationId xmlns:a16="http://schemas.microsoft.com/office/drawing/2014/main" id="{FD5AD16C-BC37-493E-88B1-00D753F4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909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272" name="S1_CAL_SEP_2026_DAY_28">
            <a:extLst xmlns:a="http://schemas.openxmlformats.org/drawingml/2006/main">
              <a:ext uri="{FF2B5EF4-FFF2-40B4-BE49-F238E27FC236}">
                <a16:creationId xmlns:a16="http://schemas.microsoft.com/office/drawing/2014/main" id="{926B0B5D-261C-4821-972D-D8941246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79" y="35909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273" name="S1_CAL_SEP_2026_DAY_29">
            <a:extLst xmlns:a="http://schemas.openxmlformats.org/drawingml/2006/main">
              <a:ext uri="{FF2B5EF4-FFF2-40B4-BE49-F238E27FC236}">
                <a16:creationId xmlns:a16="http://schemas.microsoft.com/office/drawing/2014/main" id="{FA04B0CE-01B2-4791-99FF-3D8EC351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582" y="35909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274" name="S1_CAL_SEP_2026_DAY_30">
            <a:extLst xmlns:a="http://schemas.openxmlformats.org/drawingml/2006/main">
              <a:ext uri="{FF2B5EF4-FFF2-40B4-BE49-F238E27FC236}">
                <a16:creationId xmlns:a16="http://schemas.microsoft.com/office/drawing/2014/main" id="{426CA32E-6490-42AF-A3E6-E20728CC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586" y="3590925"/>
            <a:ext cx="464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275" name="S1_REGISTER_TOP_RULE">
            <a:extLst xmlns:a="http://schemas.openxmlformats.org/drawingml/2006/main">
              <a:ext uri="{FF2B5EF4-FFF2-40B4-BE49-F238E27FC236}">
                <a16:creationId xmlns:a16="http://schemas.microsoft.com/office/drawing/2014/main" id="{8A1824EC-8042-4D48-96B9-D158FEC2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38675"/>
            <a:ext cx="6753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6" name="S1_RECENT_HEADER">
            <a:extLst xmlns:a="http://schemas.openxmlformats.org/drawingml/2006/main">
              <a:ext uri="{FF2B5EF4-FFF2-40B4-BE49-F238E27FC236}">
                <a16:creationId xmlns:a16="http://schemas.microsoft.com/office/drawing/2014/main" id="{17D1E1BB-0294-47BC-BB10-58A05847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62500"/>
            <a:ext cx="3248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RECENTLY COMPLETED</a:t>
            </a:r>
          </a:p>
        </p:txBody>
      </p:sp>
      <p:sp>
        <p:nvSpPr>
          <p:cNvPr id="277" name="S1_UPCOMING_HEADER">
            <a:extLst xmlns:a="http://schemas.openxmlformats.org/drawingml/2006/main">
              <a:ext uri="{FF2B5EF4-FFF2-40B4-BE49-F238E27FC236}">
                <a16:creationId xmlns:a16="http://schemas.microsoft.com/office/drawing/2014/main" id="{47A15890-F6A7-4C1D-AC26-87C4DA30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762500"/>
            <a:ext cx="3248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UPCOMING NEAR-TERM  ·  NEXT 30 DAYS</a:t>
            </a:r>
          </a:p>
        </p:txBody>
      </p:sp>
      <p:sp>
        <p:nvSpPr>
          <p:cNvPr id="278" name="S1_REGISTER_CENTER_RULE">
            <a:extLst xmlns:a="http://schemas.openxmlformats.org/drawingml/2006/main">
              <a:ext uri="{FF2B5EF4-FFF2-40B4-BE49-F238E27FC236}">
                <a16:creationId xmlns:a16="http://schemas.microsoft.com/office/drawing/2014/main" id="{A624BDBC-4F1D-4D59-9D4B-FABF2BD6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762500"/>
            <a:ext cx="0" cy="165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9" name="S1_RECENT_01_BADGE">
            <a:extLst xmlns:a="http://schemas.openxmlformats.org/drawingml/2006/main">
              <a:ext uri="{FF2B5EF4-FFF2-40B4-BE49-F238E27FC236}">
                <a16:creationId xmlns:a16="http://schemas.microsoft.com/office/drawing/2014/main" id="{19230CFE-C72F-4B67-9469-833852DC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10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5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80" name="S1_RECENT_01_MONTH">
            <a:extLst xmlns:a="http://schemas.openxmlformats.org/drawingml/2006/main">
              <a:ext uri="{FF2B5EF4-FFF2-40B4-BE49-F238E27FC236}">
                <a16:creationId xmlns:a16="http://schemas.microsoft.com/office/drawing/2014/main" id="{FD9D70F6-9D7A-4E4F-8B66-2559ADA8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0101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AUG</a:t>
            </a:r>
          </a:p>
        </p:txBody>
      </p:sp>
      <p:sp>
        <p:nvSpPr>
          <p:cNvPr id="281" name="S1_RECENT_01_LABEL">
            <a:extLst xmlns:a="http://schemas.openxmlformats.org/drawingml/2006/main">
              <a:ext uri="{FF2B5EF4-FFF2-40B4-BE49-F238E27FC236}">
                <a16:creationId xmlns:a16="http://schemas.microsoft.com/office/drawing/2014/main" id="{14DB38DB-DFB1-4F8D-A611-BB105463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010150"/>
            <a:ext cx="2505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Process priorities confirmed</a:t>
            </a:r>
          </a:p>
        </p:txBody>
      </p:sp>
      <p:sp>
        <p:nvSpPr>
          <p:cNvPr id="282" name="S1_RECENT_02_BADGE">
            <a:extLst xmlns:a="http://schemas.openxmlformats.org/drawingml/2006/main">
              <a:ext uri="{FF2B5EF4-FFF2-40B4-BE49-F238E27FC236}">
                <a16:creationId xmlns:a16="http://schemas.microsoft.com/office/drawing/2014/main" id="{E74C8754-D2D6-4A3A-B792-B1767315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353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5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83" name="S1_RECENT_02_MONTH">
            <a:extLst xmlns:a="http://schemas.openxmlformats.org/drawingml/2006/main">
              <a:ext uri="{FF2B5EF4-FFF2-40B4-BE49-F238E27FC236}">
                <a16:creationId xmlns:a16="http://schemas.microsoft.com/office/drawing/2014/main" id="{BE6AAB0A-B3E7-4CF6-B9BE-C272BCFE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353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AUG</a:t>
            </a:r>
          </a:p>
        </p:txBody>
      </p:sp>
      <p:sp>
        <p:nvSpPr>
          <p:cNvPr id="284" name="S1_RECENT_02_LABEL">
            <a:extLst xmlns:a="http://schemas.openxmlformats.org/drawingml/2006/main">
              <a:ext uri="{FF2B5EF4-FFF2-40B4-BE49-F238E27FC236}">
                <a16:creationId xmlns:a16="http://schemas.microsoft.com/office/drawing/2014/main" id="{C7CBD67A-142A-41F6-98E6-02C105E5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353050"/>
            <a:ext cx="2505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Buyer universe and outreach aligned</a:t>
            </a:r>
          </a:p>
        </p:txBody>
      </p:sp>
      <p:sp>
        <p:nvSpPr>
          <p:cNvPr id="285" name="S1_RECENT_03_BADGE">
            <a:extLst xmlns:a="http://schemas.openxmlformats.org/drawingml/2006/main">
              <a:ext uri="{FF2B5EF4-FFF2-40B4-BE49-F238E27FC236}">
                <a16:creationId xmlns:a16="http://schemas.microsoft.com/office/drawing/2014/main" id="{61D1B9D5-BE7F-449B-A253-A44FF407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695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5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86" name="S1_RECENT_03_MONTH">
            <a:extLst xmlns:a="http://schemas.openxmlformats.org/drawingml/2006/main">
              <a:ext uri="{FF2B5EF4-FFF2-40B4-BE49-F238E27FC236}">
                <a16:creationId xmlns:a16="http://schemas.microsoft.com/office/drawing/2014/main" id="{D5748C56-32B5-492F-866C-99ED9FC1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695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AUG</a:t>
            </a:r>
          </a:p>
        </p:txBody>
      </p:sp>
      <p:sp>
        <p:nvSpPr>
          <p:cNvPr id="287" name="S1_RECENT_03_LABEL">
            <a:extLst xmlns:a="http://schemas.openxmlformats.org/drawingml/2006/main">
              <a:ext uri="{FF2B5EF4-FFF2-40B4-BE49-F238E27FC236}">
                <a16:creationId xmlns:a16="http://schemas.microsoft.com/office/drawing/2014/main" id="{2320B361-1734-467D-97C6-FDE67944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695950"/>
            <a:ext cx="2505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Teaser / NDA comments closed</a:t>
            </a:r>
          </a:p>
        </p:txBody>
      </p:sp>
      <p:sp>
        <p:nvSpPr>
          <p:cNvPr id="288" name="S1_UPCOMING_01_BADGE">
            <a:extLst xmlns:a="http://schemas.openxmlformats.org/drawingml/2006/main">
              <a:ext uri="{FF2B5EF4-FFF2-40B4-BE49-F238E27FC236}">
                <a16:creationId xmlns:a16="http://schemas.microsoft.com/office/drawing/2014/main" id="{F9BFA3FD-DA76-4C94-BA0D-7E8FB998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010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7C4D"/>
          </a:solidFill>
          <a:ln xmlns:a="http://schemas.openxmlformats.org/drawingml/2006/main" w="4763">
            <a:solidFill>
              <a:srgbClr val="8F7C4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89" name="S1_UPCOMING_01_MONTH">
            <a:extLst xmlns:a="http://schemas.openxmlformats.org/drawingml/2006/main">
              <a:ext uri="{FF2B5EF4-FFF2-40B4-BE49-F238E27FC236}">
                <a16:creationId xmlns:a16="http://schemas.microsoft.com/office/drawing/2014/main" id="{1D1B883D-8767-44BD-BD2C-F49138C4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0101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AUG</a:t>
            </a:r>
          </a:p>
        </p:txBody>
      </p:sp>
      <p:sp>
        <p:nvSpPr>
          <p:cNvPr id="290" name="S1_UPCOMING_01_LABEL">
            <a:extLst xmlns:a="http://schemas.openxmlformats.org/drawingml/2006/main">
              <a:ext uri="{FF2B5EF4-FFF2-40B4-BE49-F238E27FC236}">
                <a16:creationId xmlns:a16="http://schemas.microsoft.com/office/drawing/2014/main" id="{FCF8166D-BC3C-44BB-8EE2-C9E5D012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010150"/>
            <a:ext cx="2505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Draft marketing materials circulated</a:t>
            </a:r>
          </a:p>
        </p:txBody>
      </p:sp>
      <p:sp>
        <p:nvSpPr>
          <p:cNvPr id="291" name="S1_UPCOMING_02_BADGE">
            <a:extLst xmlns:a="http://schemas.openxmlformats.org/drawingml/2006/main">
              <a:ext uri="{FF2B5EF4-FFF2-40B4-BE49-F238E27FC236}">
                <a16:creationId xmlns:a16="http://schemas.microsoft.com/office/drawing/2014/main" id="{52C1942F-4B3D-47D5-B0D7-A4061D90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295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7C4D"/>
          </a:solidFill>
          <a:ln xmlns:a="http://schemas.openxmlformats.org/drawingml/2006/main" w="4763">
            <a:solidFill>
              <a:srgbClr val="8F7C4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292" name="S1_UPCOMING_02_MONTH">
            <a:extLst xmlns:a="http://schemas.openxmlformats.org/drawingml/2006/main">
              <a:ext uri="{FF2B5EF4-FFF2-40B4-BE49-F238E27FC236}">
                <a16:creationId xmlns:a16="http://schemas.microsoft.com/office/drawing/2014/main" id="{3D8D76B8-86AE-48BF-B7F2-6999E7BB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295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AUG</a:t>
            </a:r>
          </a:p>
        </p:txBody>
      </p:sp>
      <p:sp>
        <p:nvSpPr>
          <p:cNvPr id="293" name="S1_UPCOMING_02_LABEL">
            <a:extLst xmlns:a="http://schemas.openxmlformats.org/drawingml/2006/main">
              <a:ext uri="{FF2B5EF4-FFF2-40B4-BE49-F238E27FC236}">
                <a16:creationId xmlns:a16="http://schemas.microsoft.com/office/drawing/2014/main" id="{7757C66C-B043-4BBA-A94C-B0ADE9F2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95900"/>
            <a:ext cx="2505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Sponsor and management review</a:t>
            </a:r>
          </a:p>
        </p:txBody>
      </p:sp>
      <p:sp>
        <p:nvSpPr>
          <p:cNvPr id="294" name="S1_UPCOMING_03_BADGE">
            <a:extLst xmlns:a="http://schemas.openxmlformats.org/drawingml/2006/main">
              <a:ext uri="{FF2B5EF4-FFF2-40B4-BE49-F238E27FC236}">
                <a16:creationId xmlns:a16="http://schemas.microsoft.com/office/drawing/2014/main" id="{0BFAE052-7834-4C56-BB9E-FADD6FBB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581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95" name="S1_UPCOMING_03_MONTH">
            <a:extLst xmlns:a="http://schemas.openxmlformats.org/drawingml/2006/main">
              <a:ext uri="{FF2B5EF4-FFF2-40B4-BE49-F238E27FC236}">
                <a16:creationId xmlns:a16="http://schemas.microsoft.com/office/drawing/2014/main" id="{356581CC-1DA1-4FD5-AE56-DF3365AB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581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SEP</a:t>
            </a:r>
          </a:p>
        </p:txBody>
      </p:sp>
      <p:sp>
        <p:nvSpPr>
          <p:cNvPr id="296" name="S1_UPCOMING_03_LABEL">
            <a:extLst xmlns:a="http://schemas.openxmlformats.org/drawingml/2006/main">
              <a:ext uri="{FF2B5EF4-FFF2-40B4-BE49-F238E27FC236}">
                <a16:creationId xmlns:a16="http://schemas.microsoft.com/office/drawing/2014/main" id="{58B90645-1372-4B29-AE41-02B721C1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581650"/>
            <a:ext cx="2505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Initial buyer outreach begins</a:t>
            </a:r>
          </a:p>
        </p:txBody>
      </p:sp>
      <p:sp>
        <p:nvSpPr>
          <p:cNvPr id="297" name="S1_UPCOMING_04_BADGE">
            <a:extLst xmlns:a="http://schemas.openxmlformats.org/drawingml/2006/main">
              <a:ext uri="{FF2B5EF4-FFF2-40B4-BE49-F238E27FC236}">
                <a16:creationId xmlns:a16="http://schemas.microsoft.com/office/drawing/2014/main" id="{53E1532A-689C-4225-8139-D7A4C737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7C4D"/>
          </a:solidFill>
          <a:ln xmlns:a="http://schemas.openxmlformats.org/drawingml/2006/main" w="4763">
            <a:solidFill>
              <a:srgbClr val="8F7C4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98" name="S1_UPCOMING_04_MONTH">
            <a:extLst xmlns:a="http://schemas.openxmlformats.org/drawingml/2006/main">
              <a:ext uri="{FF2B5EF4-FFF2-40B4-BE49-F238E27FC236}">
                <a16:creationId xmlns:a16="http://schemas.microsoft.com/office/drawing/2014/main" id="{3A3FC728-F806-4635-B777-2466C7C6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867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SEP</a:t>
            </a:r>
          </a:p>
        </p:txBody>
      </p:sp>
      <p:sp>
        <p:nvSpPr>
          <p:cNvPr id="299" name="S1_UPCOMING_04_LABEL">
            <a:extLst xmlns:a="http://schemas.openxmlformats.org/drawingml/2006/main">
              <a:ext uri="{FF2B5EF4-FFF2-40B4-BE49-F238E27FC236}">
                <a16:creationId xmlns:a16="http://schemas.microsoft.com/office/drawing/2014/main" id="{76BE0181-476A-4513-8D66-DFFA44EC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867400"/>
            <a:ext cx="2505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Management presentation preparation</a:t>
            </a:r>
          </a:p>
        </p:txBody>
      </p:sp>
      <p:sp>
        <p:nvSpPr>
          <p:cNvPr id="300" name="S1_UPCOMING_05_BADGE">
            <a:extLst xmlns:a="http://schemas.openxmlformats.org/drawingml/2006/main">
              <a:ext uri="{FF2B5EF4-FFF2-40B4-BE49-F238E27FC236}">
                <a16:creationId xmlns:a16="http://schemas.microsoft.com/office/drawing/2014/main" id="{9011797E-2FA0-4B1D-9899-A66067E4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6153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01" name="S1_UPCOMING_05_MONTH">
            <a:extLst xmlns:a="http://schemas.openxmlformats.org/drawingml/2006/main">
              <a:ext uri="{FF2B5EF4-FFF2-40B4-BE49-F238E27FC236}">
                <a16:creationId xmlns:a16="http://schemas.microsoft.com/office/drawing/2014/main" id="{2E04E413-D8D4-4B4E-9982-7BA9207B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61531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SEP</a:t>
            </a:r>
          </a:p>
        </p:txBody>
      </p:sp>
      <p:sp>
        <p:nvSpPr>
          <p:cNvPr id="302" name="S1_UPCOMING_05_LABEL">
            <a:extLst xmlns:a="http://schemas.openxmlformats.org/drawingml/2006/main">
              <a:ext uri="{FF2B5EF4-FFF2-40B4-BE49-F238E27FC236}">
                <a16:creationId xmlns:a16="http://schemas.microsoft.com/office/drawing/2014/main" id="{AE545CD4-3179-490E-9D27-E57E4374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153150"/>
            <a:ext cx="2505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52525B"/>
                </a:solidFill>
                <a:latin typeface="Arial"/>
                <a:ea typeface="Arial"/>
                <a:cs typeface="Arial"/>
              </a:rPr>
              <a:t>Initial indications of interest due</a:t>
            </a:r>
          </a:p>
        </p:txBody>
      </p:sp>
    </p:spTree>
    <p:extLst>
      <p:ext uri="{BB962C8B-B14F-4D97-AF65-F5344CB8AC3E}">
        <p14:creationId xmlns:p14="http://schemas.microsoft.com/office/powerpoint/2010/main" val="386354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B6AD34-AB5B-442D-A9D9-6A25E5B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442142"/>
                </a:solidFill>
                <a:latin typeface="Arial"/>
                <a:ea typeface="Arial"/>
                <a:cs typeface="Arial"/>
              </a:rPr>
              <a:t>Major Events &amp; Workstreams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332DE9-E40A-4684-8CBA-14EF5790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2525B"/>
                </a:solidFill>
                <a:latin typeface="Arial"/>
                <a:ea typeface="Arial"/>
                <a:cs typeface="Arial"/>
              </a:rPr>
              <a:t>Financial Sponsor &amp; Management | August 2026–January 2027</a:t>
            </a:r>
          </a:p>
        </p:txBody>
      </p:sp>
      <p:sp>
        <p:nvSpPr>
          <p:cNvPr id="3" name="header-gold-rule">
            <a:extLst xmlns:a="http://schemas.openxmlformats.org/drawingml/2006/main">
              <a:ext uri="{FF2B5EF4-FFF2-40B4-BE49-F238E27FC236}">
                <a16:creationId xmlns:a16="http://schemas.microsoft.com/office/drawing/2014/main" id="{1DDFE049-CE36-4C6A-B212-D697B72D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A87D"/>
            </a:solidFill>
            <a:prstDash val="solid"/>
          </a:ln>
        </p:spPr>
      </p:sp>
      <p:sp>
        <p:nvSpPr>
          <p:cNvPr id="4" name="header-divider">
            <a:extLst xmlns:a="http://schemas.openxmlformats.org/drawingml/2006/main">
              <a:ext uri="{FF2B5EF4-FFF2-40B4-BE49-F238E27FC236}">
                <a16:creationId xmlns:a16="http://schemas.microsoft.com/office/drawing/2014/main" id="{924DC07A-DCFF-4BB7-9F00-AE0CFC5D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agenda-rail">
            <a:extLst xmlns:a="http://schemas.openxmlformats.org/drawingml/2006/main">
              <a:ext uri="{FF2B5EF4-FFF2-40B4-BE49-F238E27FC236}">
                <a16:creationId xmlns:a16="http://schemas.microsoft.com/office/drawing/2014/main" id="{E995479D-F7CB-4137-A3E7-8929EE84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4000500" cy="507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tent-divider">
            <a:extLst xmlns:a="http://schemas.openxmlformats.org/drawingml/2006/main">
              <a:ext uri="{FF2B5EF4-FFF2-40B4-BE49-F238E27FC236}">
                <a16:creationId xmlns:a16="http://schemas.microsoft.com/office/drawing/2014/main" id="{8675F8CA-0EAB-488B-A252-D41B89D4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381125"/>
            <a:ext cx="0" cy="5305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9" name="S2_RAIL_EXTENSION_VERTICAL_01">
            <a:extLst xmlns:a="http://schemas.openxmlformats.org/drawingml/2006/main">
              <a:ext uri="{FF2B5EF4-FFF2-40B4-BE49-F238E27FC236}">
                <a16:creationId xmlns:a16="http://schemas.microsoft.com/office/drawing/2014/main" id="{7FBB6B21-9E20-4CE5-ACC9-EC9255DC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381125"/>
            <a:ext cx="82868" cy="507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S2_RAIL_EXTENSION_VERTICAL_02">
            <a:extLst xmlns:a="http://schemas.openxmlformats.org/drawingml/2006/main">
              <a:ext uri="{FF2B5EF4-FFF2-40B4-BE49-F238E27FC236}">
                <a16:creationId xmlns:a16="http://schemas.microsoft.com/office/drawing/2014/main" id="{D1EC6AB4-8407-4312-A607-A8F4998B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815" y="1381125"/>
            <a:ext cx="82868" cy="507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S2_RAIL_EXTENSION_VERTICAL_03">
            <a:extLst xmlns:a="http://schemas.openxmlformats.org/drawingml/2006/main">
              <a:ext uri="{FF2B5EF4-FFF2-40B4-BE49-F238E27FC236}">
                <a16:creationId xmlns:a16="http://schemas.microsoft.com/office/drawing/2014/main" id="{321E055F-CE8C-4BB5-9B52-D0917D83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7730" y="1381125"/>
            <a:ext cx="82868" cy="507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S2_RAIL_EXTENSION_VERTICAL_04">
            <a:extLst xmlns:a="http://schemas.openxmlformats.org/drawingml/2006/main">
              <a:ext uri="{FF2B5EF4-FFF2-40B4-BE49-F238E27FC236}">
                <a16:creationId xmlns:a16="http://schemas.microsoft.com/office/drawing/2014/main" id="{9FD99832-3121-4476-9168-25ED0E18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1381125"/>
            <a:ext cx="82868" cy="507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S2_RAIL_EXTENSION_VERTICAL_05">
            <a:extLst xmlns:a="http://schemas.openxmlformats.org/drawingml/2006/main">
              <a:ext uri="{FF2B5EF4-FFF2-40B4-BE49-F238E27FC236}">
                <a16:creationId xmlns:a16="http://schemas.microsoft.com/office/drawing/2014/main" id="{F29012EC-4C80-4264-8D4C-84ED2644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1381125"/>
            <a:ext cx="82868" cy="507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S2_RAIL_EXTENSION_VERTICAL_06">
            <a:extLst xmlns:a="http://schemas.openxmlformats.org/drawingml/2006/main">
              <a:ext uri="{FF2B5EF4-FFF2-40B4-BE49-F238E27FC236}">
                <a16:creationId xmlns:a16="http://schemas.microsoft.com/office/drawing/2014/main" id="{F5ADD231-75A6-4695-855B-2D629B41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381125"/>
            <a:ext cx="82868" cy="507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S2_RAIL_EXTENSION_VERTICAL_07">
            <a:extLst xmlns:a="http://schemas.openxmlformats.org/drawingml/2006/main">
              <a:ext uri="{FF2B5EF4-FFF2-40B4-BE49-F238E27FC236}">
                <a16:creationId xmlns:a16="http://schemas.microsoft.com/office/drawing/2014/main" id="{73FF98AC-5E57-4170-9103-391E3338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1381125"/>
            <a:ext cx="82868" cy="507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S2_RAIL_EXTENSION_VERTICAL_08">
            <a:extLst xmlns:a="http://schemas.openxmlformats.org/drawingml/2006/main">
              <a:ext uri="{FF2B5EF4-FFF2-40B4-BE49-F238E27FC236}">
                <a16:creationId xmlns:a16="http://schemas.microsoft.com/office/drawing/2014/main" id="{98DD4780-04D4-4921-9649-F9602121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305" y="1381125"/>
            <a:ext cx="82868" cy="507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S2_RAIL_EXTENSION_VERTICAL_09">
            <a:extLst xmlns:a="http://schemas.openxmlformats.org/drawingml/2006/main">
              <a:ext uri="{FF2B5EF4-FFF2-40B4-BE49-F238E27FC236}">
                <a16:creationId xmlns:a16="http://schemas.microsoft.com/office/drawing/2014/main" id="{9EECED8C-BA0C-4FB1-9046-AD776270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1381125"/>
            <a:ext cx="82868" cy="507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S2_RAIL_EXTENSION_VERTICAL_10">
            <a:extLst xmlns:a="http://schemas.openxmlformats.org/drawingml/2006/main">
              <a:ext uri="{FF2B5EF4-FFF2-40B4-BE49-F238E27FC236}">
                <a16:creationId xmlns:a16="http://schemas.microsoft.com/office/drawing/2014/main" id="{58A4F4DA-60E8-4FF9-B381-DD09CC63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135" y="1381125"/>
            <a:ext cx="82868" cy="507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S2_RAIL_EXTENSION_BOTTOM_01">
            <a:extLst xmlns:a="http://schemas.openxmlformats.org/drawingml/2006/main">
              <a:ext uri="{FF2B5EF4-FFF2-40B4-BE49-F238E27FC236}">
                <a16:creationId xmlns:a16="http://schemas.microsoft.com/office/drawing/2014/main" id="{406BDE4D-7336-4D0D-800B-CD1B1BFE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25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S2_RAIL_EXTENSION_BOTTOM_02">
            <a:extLst xmlns:a="http://schemas.openxmlformats.org/drawingml/2006/main">
              <a:ext uri="{FF2B5EF4-FFF2-40B4-BE49-F238E27FC236}">
                <a16:creationId xmlns:a16="http://schemas.microsoft.com/office/drawing/2014/main" id="{D19B4835-25ED-4596-A51F-5D9B2FCD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37" y="6457950"/>
            <a:ext cx="4025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S2_RAIL_EXTENSION_BOTTOM_03">
            <a:extLst xmlns:a="http://schemas.openxmlformats.org/drawingml/2006/main">
              <a:ext uri="{FF2B5EF4-FFF2-40B4-BE49-F238E27FC236}">
                <a16:creationId xmlns:a16="http://schemas.microsoft.com/office/drawing/2014/main" id="{C8B8A883-38F2-46A7-84EF-013AFAFB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675" y="6457950"/>
            <a:ext cx="4025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S2_RAIL_EXTENSION_BOTTOM_04">
            <a:extLst xmlns:a="http://schemas.openxmlformats.org/drawingml/2006/main">
              <a:ext uri="{FF2B5EF4-FFF2-40B4-BE49-F238E27FC236}">
                <a16:creationId xmlns:a16="http://schemas.microsoft.com/office/drawing/2014/main" id="{02F8F282-C6C7-44E9-8E47-4B6A3031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6457950"/>
            <a:ext cx="4025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S2_RAIL_EXTENSION_BOTTOM_05">
            <a:extLst xmlns:a="http://schemas.openxmlformats.org/drawingml/2006/main">
              <a:ext uri="{FF2B5EF4-FFF2-40B4-BE49-F238E27FC236}">
                <a16:creationId xmlns:a16="http://schemas.microsoft.com/office/drawing/2014/main" id="{2B10A0FD-8FBB-4D29-B151-79799568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950" y="6457950"/>
            <a:ext cx="4025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S2_RAIL_EXTENSION_BOTTOM_06">
            <a:extLst xmlns:a="http://schemas.openxmlformats.org/drawingml/2006/main">
              <a:ext uri="{FF2B5EF4-FFF2-40B4-BE49-F238E27FC236}">
                <a16:creationId xmlns:a16="http://schemas.microsoft.com/office/drawing/2014/main" id="{A15A18A7-8D93-4899-AAE6-EB37D8DC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588" y="6457950"/>
            <a:ext cx="4025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S2_RAIL_EXTENSION_BOTTOM_07">
            <a:extLst xmlns:a="http://schemas.openxmlformats.org/drawingml/2006/main">
              <a:ext uri="{FF2B5EF4-FFF2-40B4-BE49-F238E27FC236}">
                <a16:creationId xmlns:a16="http://schemas.microsoft.com/office/drawing/2014/main" id="{A6BD8775-8BB9-411C-AD96-340AD02D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457950"/>
            <a:ext cx="4025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S2_RAIL_EXTENSION_BOTTOM_08">
            <a:extLst xmlns:a="http://schemas.openxmlformats.org/drawingml/2006/main">
              <a:ext uri="{FF2B5EF4-FFF2-40B4-BE49-F238E27FC236}">
                <a16:creationId xmlns:a16="http://schemas.microsoft.com/office/drawing/2014/main" id="{DD53B5E4-46D2-467F-AD97-B792295C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862" y="6457950"/>
            <a:ext cx="4025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S2_RAIL_EXTENSION_BOTTOM_09">
            <a:extLst xmlns:a="http://schemas.openxmlformats.org/drawingml/2006/main">
              <a:ext uri="{FF2B5EF4-FFF2-40B4-BE49-F238E27FC236}">
                <a16:creationId xmlns:a16="http://schemas.microsoft.com/office/drawing/2014/main" id="{347F6FD0-D2EB-4B21-A67E-B653B956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500" y="6457950"/>
            <a:ext cx="4025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S2_RAIL_EXTENSION_BOTTOM_10">
            <a:extLst xmlns:a="http://schemas.openxmlformats.org/drawingml/2006/main">
              <a:ext uri="{FF2B5EF4-FFF2-40B4-BE49-F238E27FC236}">
                <a16:creationId xmlns:a16="http://schemas.microsoft.com/office/drawing/2014/main" id="{D16B5104-4EF4-472E-A0D0-17E03DE1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138" y="6457950"/>
            <a:ext cx="4025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S2_RAIL_EXTENSION_BOTTOM_11">
            <a:extLst xmlns:a="http://schemas.openxmlformats.org/drawingml/2006/main">
              <a:ext uri="{FF2B5EF4-FFF2-40B4-BE49-F238E27FC236}">
                <a16:creationId xmlns:a16="http://schemas.microsoft.com/office/drawing/2014/main" id="{273A456D-C692-4D3F-8E11-A059D72D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775" y="6457950"/>
            <a:ext cx="4025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S2_RAIL_EXTENSION_BOTTOM_12">
            <a:extLst xmlns:a="http://schemas.openxmlformats.org/drawingml/2006/main">
              <a:ext uri="{FF2B5EF4-FFF2-40B4-BE49-F238E27FC236}">
                <a16:creationId xmlns:a16="http://schemas.microsoft.com/office/drawing/2014/main" id="{235FB595-04B3-4A82-BF2E-63973A1F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412" y="6457950"/>
            <a:ext cx="4025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S2_CAL_AUG_2026_MONTH">
            <a:extLst xmlns:a="http://schemas.openxmlformats.org/drawingml/2006/main">
              <a:ext uri="{FF2B5EF4-FFF2-40B4-BE49-F238E27FC236}">
                <a16:creationId xmlns:a16="http://schemas.microsoft.com/office/drawing/2014/main" id="{63B5FEEC-38D6-4DB1-AFB5-C6AC9A15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581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AUGUST</a:t>
            </a:r>
          </a:p>
        </p:txBody>
      </p:sp>
      <p:sp>
        <p:nvSpPr>
          <p:cNvPr id="178" name="S2_CAL_AUG_2026_YEAR">
            <a:extLst xmlns:a="http://schemas.openxmlformats.org/drawingml/2006/main">
              <a:ext uri="{FF2B5EF4-FFF2-40B4-BE49-F238E27FC236}">
                <a16:creationId xmlns:a16="http://schemas.microsoft.com/office/drawing/2014/main" id="{6E1FDDFF-199A-4104-9B5D-2BC59743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828800"/>
            <a:ext cx="47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79" name="S2_CAL_AUG_2026_ACCENT">
            <a:extLst xmlns:a="http://schemas.openxmlformats.org/drawingml/2006/main">
              <a:ext uri="{FF2B5EF4-FFF2-40B4-BE49-F238E27FC236}">
                <a16:creationId xmlns:a16="http://schemas.microsoft.com/office/drawing/2014/main" id="{C7B5CA27-8F14-4851-9D35-CF32FF7F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4A87D"/>
            </a:solidFill>
            <a:prstDash val="solid"/>
          </a:ln>
        </p:spPr>
      </p:sp>
      <p:sp>
        <p:nvSpPr>
          <p:cNvPr id="180" name="S2_CAL_AUG_2026_WEEKDAY_0">
            <a:extLst xmlns:a="http://schemas.openxmlformats.org/drawingml/2006/main">
              <a:ext uri="{FF2B5EF4-FFF2-40B4-BE49-F238E27FC236}">
                <a16:creationId xmlns:a16="http://schemas.microsoft.com/office/drawing/2014/main" id="{316516D6-6E7B-495C-A922-0DC43266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SU</a:t>
            </a:r>
          </a:p>
        </p:txBody>
      </p:sp>
      <p:sp>
        <p:nvSpPr>
          <p:cNvPr id="181" name="S2_CAL_AUG_2026_WEEKDAY_1">
            <a:extLst xmlns:a="http://schemas.openxmlformats.org/drawingml/2006/main">
              <a:ext uri="{FF2B5EF4-FFF2-40B4-BE49-F238E27FC236}">
                <a16:creationId xmlns:a16="http://schemas.microsoft.com/office/drawing/2014/main" id="{C0388424-E752-4B6D-BB0C-A887E678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20383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MO</a:t>
            </a:r>
          </a:p>
        </p:txBody>
      </p:sp>
      <p:sp>
        <p:nvSpPr>
          <p:cNvPr id="182" name="S2_CAL_AUG_2026_WEEKDAY_2">
            <a:extLst xmlns:a="http://schemas.openxmlformats.org/drawingml/2006/main">
              <a:ext uri="{FF2B5EF4-FFF2-40B4-BE49-F238E27FC236}">
                <a16:creationId xmlns:a16="http://schemas.microsoft.com/office/drawing/2014/main" id="{3AD179A8-CC06-4320-B727-491DEE7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20383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TU</a:t>
            </a:r>
          </a:p>
        </p:txBody>
      </p:sp>
      <p:sp>
        <p:nvSpPr>
          <p:cNvPr id="183" name="S2_CAL_AUG_2026_WEEKDAY_3">
            <a:extLst xmlns:a="http://schemas.openxmlformats.org/drawingml/2006/main">
              <a:ext uri="{FF2B5EF4-FFF2-40B4-BE49-F238E27FC236}">
                <a16:creationId xmlns:a16="http://schemas.microsoft.com/office/drawing/2014/main" id="{3C6B85C0-BF9C-450F-96E2-B38B701E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20383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WE</a:t>
            </a:r>
          </a:p>
        </p:txBody>
      </p:sp>
      <p:sp>
        <p:nvSpPr>
          <p:cNvPr id="184" name="S2_CAL_AUG_2026_WEEKDAY_4">
            <a:extLst xmlns:a="http://schemas.openxmlformats.org/drawingml/2006/main">
              <a:ext uri="{FF2B5EF4-FFF2-40B4-BE49-F238E27FC236}">
                <a16:creationId xmlns:a16="http://schemas.microsoft.com/office/drawing/2014/main" id="{78A9DA71-5162-4ACB-848B-FAA0B07B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20383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TH</a:t>
            </a:r>
          </a:p>
        </p:txBody>
      </p:sp>
      <p:sp>
        <p:nvSpPr>
          <p:cNvPr id="185" name="S2_CAL_AUG_2026_WEEKDAY_5">
            <a:extLst xmlns:a="http://schemas.openxmlformats.org/drawingml/2006/main">
              <a:ext uri="{FF2B5EF4-FFF2-40B4-BE49-F238E27FC236}">
                <a16:creationId xmlns:a16="http://schemas.microsoft.com/office/drawing/2014/main" id="{EEC5C09C-EE0B-4947-B5E2-3384161D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20383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186" name="S2_CAL_AUG_2026_WEEKDAY_6">
            <a:extLst xmlns:a="http://schemas.openxmlformats.org/drawingml/2006/main">
              <a:ext uri="{FF2B5EF4-FFF2-40B4-BE49-F238E27FC236}">
                <a16:creationId xmlns:a16="http://schemas.microsoft.com/office/drawing/2014/main" id="{F7D035CB-72CC-442D-AD62-3EC4D33B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20383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SA</a:t>
            </a:r>
          </a:p>
        </p:txBody>
      </p:sp>
      <p:sp>
        <p:nvSpPr>
          <p:cNvPr id="187" name="S2_CAL_AUG_2026_WEEKEND_SUN">
            <a:extLst xmlns:a="http://schemas.openxmlformats.org/drawingml/2006/main">
              <a:ext uri="{FF2B5EF4-FFF2-40B4-BE49-F238E27FC236}">
                <a16:creationId xmlns:a16="http://schemas.microsoft.com/office/drawing/2014/main" id="{596421D6-6E63-4D47-9949-EAAF4B4F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306161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S2_CAL_AUG_2026_WEEKEND_SAT">
            <a:extLst xmlns:a="http://schemas.openxmlformats.org/drawingml/2006/main">
              <a:ext uri="{FF2B5EF4-FFF2-40B4-BE49-F238E27FC236}">
                <a16:creationId xmlns:a16="http://schemas.microsoft.com/office/drawing/2014/main" id="{42D1D3B2-A0A9-48EE-9BC7-4AD5EBEF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2162175"/>
            <a:ext cx="306161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S2_CAL_AUG_2026_WEEK_RULE_0">
            <a:extLst xmlns:a="http://schemas.openxmlformats.org/drawingml/2006/main">
              <a:ext uri="{FF2B5EF4-FFF2-40B4-BE49-F238E27FC236}">
                <a16:creationId xmlns:a16="http://schemas.microsoft.com/office/drawing/2014/main" id="{BBA18A7B-F9AB-4064-921E-A57F567E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190" name="S2_CAL_AUG_2026_WEEK_RULE_1">
            <a:extLst xmlns:a="http://schemas.openxmlformats.org/drawingml/2006/main">
              <a:ext uri="{FF2B5EF4-FFF2-40B4-BE49-F238E27FC236}">
                <a16:creationId xmlns:a16="http://schemas.microsoft.com/office/drawing/2014/main" id="{BDD68819-E0F7-478C-8FBC-9A0CAC03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8388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191" name="S2_CAL_AUG_2026_WEEK_RULE_2">
            <a:extLst xmlns:a="http://schemas.openxmlformats.org/drawingml/2006/main">
              <a:ext uri="{FF2B5EF4-FFF2-40B4-BE49-F238E27FC236}">
                <a16:creationId xmlns:a16="http://schemas.microsoft.com/office/drawing/2014/main" id="{A0592F0F-FE6E-461D-A943-31E31EF2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192" name="S2_CAL_AUG_2026_WEEK_RULE_3">
            <a:extLst xmlns:a="http://schemas.openxmlformats.org/drawingml/2006/main">
              <a:ext uri="{FF2B5EF4-FFF2-40B4-BE49-F238E27FC236}">
                <a16:creationId xmlns:a16="http://schemas.microsoft.com/office/drawing/2014/main" id="{892D6341-1A74-42FE-9ADE-C02238AD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0813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193" name="S2_CAL_AUG_2026_WEEK_RULE_4">
            <a:extLst xmlns:a="http://schemas.openxmlformats.org/drawingml/2006/main">
              <a:ext uri="{FF2B5EF4-FFF2-40B4-BE49-F238E27FC236}">
                <a16:creationId xmlns:a16="http://schemas.microsoft.com/office/drawing/2014/main" id="{B3DDDFCD-7ED3-4F57-9B79-986D5AA2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194" name="S2_CAL_AUG_2026_WEEK_RULE_5">
            <a:extLst xmlns:a="http://schemas.openxmlformats.org/drawingml/2006/main">
              <a:ext uri="{FF2B5EF4-FFF2-40B4-BE49-F238E27FC236}">
                <a16:creationId xmlns:a16="http://schemas.microsoft.com/office/drawing/2014/main" id="{33D5C3DF-27C7-4E50-8572-2A9F3397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3238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195" name="S2_CAL_AUG_2026_WEEK_RULE_6">
            <a:extLst xmlns:a="http://schemas.openxmlformats.org/drawingml/2006/main">
              <a:ext uri="{FF2B5EF4-FFF2-40B4-BE49-F238E27FC236}">
                <a16:creationId xmlns:a16="http://schemas.microsoft.com/office/drawing/2014/main" id="{6938E18C-A31C-4641-B697-8A4644A3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211" name="S2_CAL_AUG_2026_DAY_01">
            <a:extLst xmlns:a="http://schemas.openxmlformats.org/drawingml/2006/main">
              <a:ext uri="{FF2B5EF4-FFF2-40B4-BE49-F238E27FC236}">
                <a16:creationId xmlns:a16="http://schemas.microsoft.com/office/drawing/2014/main" id="{53EF0BE4-70D0-4FE7-93F5-5A9DDEA6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2163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2" name="S2_CAL_AUG_2026_DAY_02">
            <a:extLst xmlns:a="http://schemas.openxmlformats.org/drawingml/2006/main">
              <a:ext uri="{FF2B5EF4-FFF2-40B4-BE49-F238E27FC236}">
                <a16:creationId xmlns:a16="http://schemas.microsoft.com/office/drawing/2014/main" id="{E9372EBB-F486-4CD2-9291-57D14A8C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93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3" name="S2_CAL_AUG_2026_DAY_03">
            <a:extLst xmlns:a="http://schemas.openxmlformats.org/drawingml/2006/main">
              <a:ext uri="{FF2B5EF4-FFF2-40B4-BE49-F238E27FC236}">
                <a16:creationId xmlns:a16="http://schemas.microsoft.com/office/drawing/2014/main" id="{6DB7901F-E91C-4C2E-8E18-3D6CF5F3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23393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4" name="S2_CAL_AUG_2026_DAY_04">
            <a:extLst xmlns:a="http://schemas.openxmlformats.org/drawingml/2006/main">
              <a:ext uri="{FF2B5EF4-FFF2-40B4-BE49-F238E27FC236}">
                <a16:creationId xmlns:a16="http://schemas.microsoft.com/office/drawing/2014/main" id="{4FD08D36-F760-4A63-9311-E4C72B69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23393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5" name="S2_CAL_AUG_2026_DAY_05">
            <a:extLst xmlns:a="http://schemas.openxmlformats.org/drawingml/2006/main">
              <a:ext uri="{FF2B5EF4-FFF2-40B4-BE49-F238E27FC236}">
                <a16:creationId xmlns:a16="http://schemas.microsoft.com/office/drawing/2014/main" id="{DB3AD7CB-B666-450D-BF02-D658866B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23393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6" name="S2_CAL_AUG_2026_DAY_06">
            <a:extLst xmlns:a="http://schemas.openxmlformats.org/drawingml/2006/main">
              <a:ext uri="{FF2B5EF4-FFF2-40B4-BE49-F238E27FC236}">
                <a16:creationId xmlns:a16="http://schemas.microsoft.com/office/drawing/2014/main" id="{58BD2308-68A0-49C7-AB19-D3E98F7B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23393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7" name="S2_CAL_AUG_2026_DAY_07">
            <a:extLst xmlns:a="http://schemas.openxmlformats.org/drawingml/2006/main">
              <a:ext uri="{FF2B5EF4-FFF2-40B4-BE49-F238E27FC236}">
                <a16:creationId xmlns:a16="http://schemas.microsoft.com/office/drawing/2014/main" id="{B19E51AF-62BD-4E68-85F0-CEBB3070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23393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18" name="S2_CAL_AUG_2026_DAY_08">
            <a:extLst xmlns:a="http://schemas.openxmlformats.org/drawingml/2006/main">
              <a:ext uri="{FF2B5EF4-FFF2-40B4-BE49-F238E27FC236}">
                <a16:creationId xmlns:a16="http://schemas.microsoft.com/office/drawing/2014/main" id="{50E4BCB7-05AE-41FC-BAAD-A8B4FB99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23393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19" name="S2_CAL_AUG_2026_DAY_09">
            <a:extLst xmlns:a="http://schemas.openxmlformats.org/drawingml/2006/main">
              <a:ext uri="{FF2B5EF4-FFF2-40B4-BE49-F238E27FC236}">
                <a16:creationId xmlns:a16="http://schemas.microsoft.com/office/drawing/2014/main" id="{DADD8552-EE18-42EF-82E3-DD1971F9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55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20" name="S2_CAL_AUG_2026_DAY_10">
            <a:extLst xmlns:a="http://schemas.openxmlformats.org/drawingml/2006/main">
              <a:ext uri="{FF2B5EF4-FFF2-40B4-BE49-F238E27FC236}">
                <a16:creationId xmlns:a16="http://schemas.microsoft.com/office/drawing/2014/main" id="{DB8CD4E6-EE52-4E46-87B6-0C321EDD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25155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21" name="S2_CAL_AUG_2026_DAY_11">
            <a:extLst xmlns:a="http://schemas.openxmlformats.org/drawingml/2006/main">
              <a:ext uri="{FF2B5EF4-FFF2-40B4-BE49-F238E27FC236}">
                <a16:creationId xmlns:a16="http://schemas.microsoft.com/office/drawing/2014/main" id="{82320C07-C6D7-4C09-8018-908116AD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25155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22" name="S2_CAL_AUG_2026_DAY_12">
            <a:extLst xmlns:a="http://schemas.openxmlformats.org/drawingml/2006/main">
              <a:ext uri="{FF2B5EF4-FFF2-40B4-BE49-F238E27FC236}">
                <a16:creationId xmlns:a16="http://schemas.microsoft.com/office/drawing/2014/main" id="{EF149866-DBBD-47E2-A4EF-216B2900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25155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23" name="S2_CAL_AUG_2026_DAY_13">
            <a:extLst xmlns:a="http://schemas.openxmlformats.org/drawingml/2006/main">
              <a:ext uri="{FF2B5EF4-FFF2-40B4-BE49-F238E27FC236}">
                <a16:creationId xmlns:a16="http://schemas.microsoft.com/office/drawing/2014/main" id="{C2E14ACB-640D-4574-BD04-19C07C5F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25155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24" name="S2_CAL_AUG_2026_DAY_14">
            <a:extLst xmlns:a="http://schemas.openxmlformats.org/drawingml/2006/main">
              <a:ext uri="{FF2B5EF4-FFF2-40B4-BE49-F238E27FC236}">
                <a16:creationId xmlns:a16="http://schemas.microsoft.com/office/drawing/2014/main" id="{A48A6729-850F-493D-811D-1119B5EE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25155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25" name="S2_CAL_AUG_2026_DAY_15">
            <a:extLst xmlns:a="http://schemas.openxmlformats.org/drawingml/2006/main">
              <a:ext uri="{FF2B5EF4-FFF2-40B4-BE49-F238E27FC236}">
                <a16:creationId xmlns:a16="http://schemas.microsoft.com/office/drawing/2014/main" id="{FC4BEFE7-A26E-4727-BDFE-28AAAEFC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25155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26" name="S2_CAL_AUG_2026_DAY_16">
            <a:extLst xmlns:a="http://schemas.openxmlformats.org/drawingml/2006/main">
              <a:ext uri="{FF2B5EF4-FFF2-40B4-BE49-F238E27FC236}">
                <a16:creationId xmlns:a16="http://schemas.microsoft.com/office/drawing/2014/main" id="{55432D6C-6CA3-4038-A72C-75E00EC4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17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27" name="S2_CAL_AUG_2026_DAY_17">
            <a:extLst xmlns:a="http://schemas.openxmlformats.org/drawingml/2006/main">
              <a:ext uri="{FF2B5EF4-FFF2-40B4-BE49-F238E27FC236}">
                <a16:creationId xmlns:a16="http://schemas.microsoft.com/office/drawing/2014/main" id="{F24621F9-E2A6-46AB-996A-659962E6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26917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28" name="S2_CAL_AUG_2026_DAY_18">
            <a:extLst xmlns:a="http://schemas.openxmlformats.org/drawingml/2006/main">
              <a:ext uri="{FF2B5EF4-FFF2-40B4-BE49-F238E27FC236}">
                <a16:creationId xmlns:a16="http://schemas.microsoft.com/office/drawing/2014/main" id="{8F98468F-9679-4E2D-83F1-EFC70D56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26917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29" name="S2_CAL_AUG_2026_DAY_19">
            <a:extLst xmlns:a="http://schemas.openxmlformats.org/drawingml/2006/main">
              <a:ext uri="{FF2B5EF4-FFF2-40B4-BE49-F238E27FC236}">
                <a16:creationId xmlns:a16="http://schemas.microsoft.com/office/drawing/2014/main" id="{CE0529DB-638D-45A0-BFC5-7DC3B7B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26917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230" name="S2_CAL_AUG_2026_DAY_20">
            <a:extLst xmlns:a="http://schemas.openxmlformats.org/drawingml/2006/main">
              <a:ext uri="{FF2B5EF4-FFF2-40B4-BE49-F238E27FC236}">
                <a16:creationId xmlns:a16="http://schemas.microsoft.com/office/drawing/2014/main" id="{BF0A8AAF-0124-4630-BAE3-CD44D99D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26917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31" name="S2_CAL_AUG_2026_DAY_21">
            <a:extLst xmlns:a="http://schemas.openxmlformats.org/drawingml/2006/main">
              <a:ext uri="{FF2B5EF4-FFF2-40B4-BE49-F238E27FC236}">
                <a16:creationId xmlns:a16="http://schemas.microsoft.com/office/drawing/2014/main" id="{8FF31D10-4974-406C-849E-A41F437F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26917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232" name="S2_CAL_AUG_2026_DAY_22">
            <a:extLst xmlns:a="http://schemas.openxmlformats.org/drawingml/2006/main">
              <a:ext uri="{FF2B5EF4-FFF2-40B4-BE49-F238E27FC236}">
                <a16:creationId xmlns:a16="http://schemas.microsoft.com/office/drawing/2014/main" id="{4D6F0C2C-1129-4C68-9B36-E6F6445A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26917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233" name="S2_CAL_AUG_2026_DAY_23">
            <a:extLst xmlns:a="http://schemas.openxmlformats.org/drawingml/2006/main">
              <a:ext uri="{FF2B5EF4-FFF2-40B4-BE49-F238E27FC236}">
                <a16:creationId xmlns:a16="http://schemas.microsoft.com/office/drawing/2014/main" id="{2B294934-C7FB-4945-821A-34830EF6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9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234" name="S2_CAL_AUG_2026_DAY_24">
            <a:extLst xmlns:a="http://schemas.openxmlformats.org/drawingml/2006/main">
              <a:ext uri="{FF2B5EF4-FFF2-40B4-BE49-F238E27FC236}">
                <a16:creationId xmlns:a16="http://schemas.microsoft.com/office/drawing/2014/main" id="{CDE277BE-FB99-421E-8138-04E48E3F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28679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43" name="S2_CAL_SEP_2026_MONTH">
            <a:extLst xmlns:a="http://schemas.openxmlformats.org/drawingml/2006/main">
              <a:ext uri="{FF2B5EF4-FFF2-40B4-BE49-F238E27FC236}">
                <a16:creationId xmlns:a16="http://schemas.microsoft.com/office/drawing/2014/main" id="{0FC0C0BB-74F4-4A9C-A6C8-3EC130BC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19275"/>
            <a:ext cx="1581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SEPTEMBER</a:t>
            </a:r>
          </a:p>
        </p:txBody>
      </p:sp>
      <p:sp>
        <p:nvSpPr>
          <p:cNvPr id="244" name="S2_CAL_SEP_2026_YEAR">
            <a:extLst xmlns:a="http://schemas.openxmlformats.org/drawingml/2006/main">
              <a:ext uri="{FF2B5EF4-FFF2-40B4-BE49-F238E27FC236}">
                <a16:creationId xmlns:a16="http://schemas.microsoft.com/office/drawing/2014/main" id="{3E1F83C6-8362-4F0C-A89F-B82CC43C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28800"/>
            <a:ext cx="47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245" name="S2_CAL_SEP_2026_ACCENT">
            <a:extLst xmlns:a="http://schemas.openxmlformats.org/drawingml/2006/main">
              <a:ext uri="{FF2B5EF4-FFF2-40B4-BE49-F238E27FC236}">
                <a16:creationId xmlns:a16="http://schemas.microsoft.com/office/drawing/2014/main" id="{0DCAFE6E-2CDE-4C35-80E4-77B22128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0193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4A87D"/>
            </a:solidFill>
            <a:prstDash val="solid"/>
          </a:ln>
        </p:spPr>
      </p:sp>
      <p:sp>
        <p:nvSpPr>
          <p:cNvPr id="246" name="S2_CAL_SEP_2026_WEEKDAY_0">
            <a:extLst xmlns:a="http://schemas.openxmlformats.org/drawingml/2006/main">
              <a:ext uri="{FF2B5EF4-FFF2-40B4-BE49-F238E27FC236}">
                <a16:creationId xmlns:a16="http://schemas.microsoft.com/office/drawing/2014/main" id="{2FD0EF91-2F43-4110-A8DF-1CF1476E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0383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SU</a:t>
            </a:r>
          </a:p>
        </p:txBody>
      </p:sp>
      <p:sp>
        <p:nvSpPr>
          <p:cNvPr id="247" name="S2_CAL_SEP_2026_WEEKDAY_1">
            <a:extLst xmlns:a="http://schemas.openxmlformats.org/drawingml/2006/main">
              <a:ext uri="{FF2B5EF4-FFF2-40B4-BE49-F238E27FC236}">
                <a16:creationId xmlns:a16="http://schemas.microsoft.com/office/drawing/2014/main" id="{EE995077-E4E1-4B18-89D3-2A779897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20383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MO</a:t>
            </a:r>
          </a:p>
        </p:txBody>
      </p:sp>
      <p:sp>
        <p:nvSpPr>
          <p:cNvPr id="248" name="S2_CAL_SEP_2026_WEEKDAY_2">
            <a:extLst xmlns:a="http://schemas.openxmlformats.org/drawingml/2006/main">
              <a:ext uri="{FF2B5EF4-FFF2-40B4-BE49-F238E27FC236}">
                <a16:creationId xmlns:a16="http://schemas.microsoft.com/office/drawing/2014/main" id="{BCB3F1C2-44E3-432F-8CB0-6FB1BC10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20383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TU</a:t>
            </a:r>
          </a:p>
        </p:txBody>
      </p:sp>
      <p:sp>
        <p:nvSpPr>
          <p:cNvPr id="249" name="S2_CAL_SEP_2026_WEEKDAY_3">
            <a:extLst xmlns:a="http://schemas.openxmlformats.org/drawingml/2006/main">
              <a:ext uri="{FF2B5EF4-FFF2-40B4-BE49-F238E27FC236}">
                <a16:creationId xmlns:a16="http://schemas.microsoft.com/office/drawing/2014/main" id="{EB4F08F6-60DA-4049-9B2F-828A1B51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20383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WE</a:t>
            </a:r>
          </a:p>
        </p:txBody>
      </p:sp>
      <p:sp>
        <p:nvSpPr>
          <p:cNvPr id="250" name="S2_CAL_SEP_2026_WEEKDAY_4">
            <a:extLst xmlns:a="http://schemas.openxmlformats.org/drawingml/2006/main">
              <a:ext uri="{FF2B5EF4-FFF2-40B4-BE49-F238E27FC236}">
                <a16:creationId xmlns:a16="http://schemas.microsoft.com/office/drawing/2014/main" id="{C5E48CB8-B21C-4123-B7DE-63EABF97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20383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TH</a:t>
            </a:r>
          </a:p>
        </p:txBody>
      </p:sp>
      <p:sp>
        <p:nvSpPr>
          <p:cNvPr id="251" name="S2_CAL_SEP_2026_WEEKDAY_5">
            <a:extLst xmlns:a="http://schemas.openxmlformats.org/drawingml/2006/main">
              <a:ext uri="{FF2B5EF4-FFF2-40B4-BE49-F238E27FC236}">
                <a16:creationId xmlns:a16="http://schemas.microsoft.com/office/drawing/2014/main" id="{2C9AFA4D-160C-4BEF-8E32-B8E42B3E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20383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252" name="S2_CAL_SEP_2026_WEEKDAY_6">
            <a:extLst xmlns:a="http://schemas.openxmlformats.org/drawingml/2006/main">
              <a:ext uri="{FF2B5EF4-FFF2-40B4-BE49-F238E27FC236}">
                <a16:creationId xmlns:a16="http://schemas.microsoft.com/office/drawing/2014/main" id="{25C922DF-4D32-4FB9-9A87-AB59B4F0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20383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SA</a:t>
            </a:r>
          </a:p>
        </p:txBody>
      </p:sp>
      <p:sp>
        <p:nvSpPr>
          <p:cNvPr id="253" name="S2_CAL_SEP_2026_WEEKEND_SUN">
            <a:extLst xmlns:a="http://schemas.openxmlformats.org/drawingml/2006/main">
              <a:ext uri="{FF2B5EF4-FFF2-40B4-BE49-F238E27FC236}">
                <a16:creationId xmlns:a16="http://schemas.microsoft.com/office/drawing/2014/main" id="{7CCFA2F9-2BBB-432E-A6C8-974C1449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62175"/>
            <a:ext cx="306161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S2_CAL_SEP_2026_WEEKEND_SAT">
            <a:extLst xmlns:a="http://schemas.openxmlformats.org/drawingml/2006/main">
              <a:ext uri="{FF2B5EF4-FFF2-40B4-BE49-F238E27FC236}">
                <a16:creationId xmlns:a16="http://schemas.microsoft.com/office/drawing/2014/main" id="{12A9DB34-5D8B-4086-B82D-1C9ACCEB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2162175"/>
            <a:ext cx="306161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S2_CAL_SEP_2026_WEEK_RULE_0">
            <a:extLst xmlns:a="http://schemas.openxmlformats.org/drawingml/2006/main">
              <a:ext uri="{FF2B5EF4-FFF2-40B4-BE49-F238E27FC236}">
                <a16:creationId xmlns:a16="http://schemas.microsoft.com/office/drawing/2014/main" id="{F09B0796-ED31-4DC3-AB80-BAD666F1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6217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256" name="S2_CAL_SEP_2026_WEEK_RULE_1">
            <a:extLst xmlns:a="http://schemas.openxmlformats.org/drawingml/2006/main">
              <a:ext uri="{FF2B5EF4-FFF2-40B4-BE49-F238E27FC236}">
                <a16:creationId xmlns:a16="http://schemas.microsoft.com/office/drawing/2014/main" id="{3C73DC9E-9983-4808-BB64-FC4BC0F0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38388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257" name="S2_CAL_SEP_2026_WEEK_RULE_2">
            <a:extLst xmlns:a="http://schemas.openxmlformats.org/drawingml/2006/main">
              <a:ext uri="{FF2B5EF4-FFF2-40B4-BE49-F238E27FC236}">
                <a16:creationId xmlns:a16="http://schemas.microsoft.com/office/drawing/2014/main" id="{9BB6DEE2-CB46-4A96-AE03-5330818C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1460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258" name="S2_CAL_SEP_2026_WEEK_RULE_3">
            <a:extLst xmlns:a="http://schemas.openxmlformats.org/drawingml/2006/main">
              <a:ext uri="{FF2B5EF4-FFF2-40B4-BE49-F238E27FC236}">
                <a16:creationId xmlns:a16="http://schemas.microsoft.com/office/drawing/2014/main" id="{8A6B435B-F62D-4817-9108-5786E5DE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90813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259" name="S2_CAL_SEP_2026_WEEK_RULE_4">
            <a:extLst xmlns:a="http://schemas.openxmlformats.org/drawingml/2006/main">
              <a:ext uri="{FF2B5EF4-FFF2-40B4-BE49-F238E27FC236}">
                <a16:creationId xmlns:a16="http://schemas.microsoft.com/office/drawing/2014/main" id="{8881CDC2-AF0F-4CE7-8219-FC52D159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6702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260" name="S2_CAL_SEP_2026_WEEK_RULE_5">
            <a:extLst xmlns:a="http://schemas.openxmlformats.org/drawingml/2006/main">
              <a:ext uri="{FF2B5EF4-FFF2-40B4-BE49-F238E27FC236}">
                <a16:creationId xmlns:a16="http://schemas.microsoft.com/office/drawing/2014/main" id="{C30E4C08-82A7-41A3-9CE6-004BB78F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43238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261" name="S2_CAL_SEP_2026_WEEK_RULE_6">
            <a:extLst xmlns:a="http://schemas.openxmlformats.org/drawingml/2006/main">
              <a:ext uri="{FF2B5EF4-FFF2-40B4-BE49-F238E27FC236}">
                <a16:creationId xmlns:a16="http://schemas.microsoft.com/office/drawing/2014/main" id="{29C110B6-9396-4C9A-A644-52FA90AB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194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321" name="S2_CAL_OCT_2026_MONTH">
            <a:extLst xmlns:a="http://schemas.openxmlformats.org/drawingml/2006/main">
              <a:ext uri="{FF2B5EF4-FFF2-40B4-BE49-F238E27FC236}">
                <a16:creationId xmlns:a16="http://schemas.microsoft.com/office/drawing/2014/main" id="{4C6ADCD1-40CB-42EB-A2BC-1A0BE9CB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1581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OCTOBER</a:t>
            </a:r>
          </a:p>
        </p:txBody>
      </p:sp>
      <p:sp>
        <p:nvSpPr>
          <p:cNvPr id="322" name="S2_CAL_OCT_2026_YEAR">
            <a:extLst xmlns:a="http://schemas.openxmlformats.org/drawingml/2006/main">
              <a:ext uri="{FF2B5EF4-FFF2-40B4-BE49-F238E27FC236}">
                <a16:creationId xmlns:a16="http://schemas.microsoft.com/office/drawing/2014/main" id="{84A0AFEC-094D-42C2-BEAE-EEB19EDE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409950"/>
            <a:ext cx="47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323" name="S2_CAL_OCT_2026_ACCENT">
            <a:extLst xmlns:a="http://schemas.openxmlformats.org/drawingml/2006/main">
              <a:ext uri="{FF2B5EF4-FFF2-40B4-BE49-F238E27FC236}">
                <a16:creationId xmlns:a16="http://schemas.microsoft.com/office/drawing/2014/main" id="{6A9A3D21-C63B-4D89-AFB4-BC8A8982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4A87D"/>
            </a:solidFill>
            <a:prstDash val="solid"/>
          </a:ln>
        </p:spPr>
      </p:sp>
      <p:sp>
        <p:nvSpPr>
          <p:cNvPr id="324" name="S2_CAL_OCT_2026_WEEKDAY_0">
            <a:extLst xmlns:a="http://schemas.openxmlformats.org/drawingml/2006/main">
              <a:ext uri="{FF2B5EF4-FFF2-40B4-BE49-F238E27FC236}">
                <a16:creationId xmlns:a16="http://schemas.microsoft.com/office/drawing/2014/main" id="{3B5F7606-9A87-4FF9-930C-DD960847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SU</a:t>
            </a:r>
          </a:p>
        </p:txBody>
      </p:sp>
      <p:sp>
        <p:nvSpPr>
          <p:cNvPr id="325" name="S2_CAL_OCT_2026_WEEKDAY_1">
            <a:extLst xmlns:a="http://schemas.openxmlformats.org/drawingml/2006/main">
              <a:ext uri="{FF2B5EF4-FFF2-40B4-BE49-F238E27FC236}">
                <a16:creationId xmlns:a16="http://schemas.microsoft.com/office/drawing/2014/main" id="{1087B444-EEF8-4708-B46B-F59B874D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361950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MO</a:t>
            </a:r>
          </a:p>
        </p:txBody>
      </p:sp>
      <p:sp>
        <p:nvSpPr>
          <p:cNvPr id="326" name="S2_CAL_OCT_2026_WEEKDAY_2">
            <a:extLst xmlns:a="http://schemas.openxmlformats.org/drawingml/2006/main">
              <a:ext uri="{FF2B5EF4-FFF2-40B4-BE49-F238E27FC236}">
                <a16:creationId xmlns:a16="http://schemas.microsoft.com/office/drawing/2014/main" id="{D380C537-3CA7-4004-88E2-34DA860E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361950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TU</a:t>
            </a:r>
          </a:p>
        </p:txBody>
      </p:sp>
      <p:sp>
        <p:nvSpPr>
          <p:cNvPr id="327" name="S2_CAL_OCT_2026_WEEKDAY_3">
            <a:extLst xmlns:a="http://schemas.openxmlformats.org/drawingml/2006/main">
              <a:ext uri="{FF2B5EF4-FFF2-40B4-BE49-F238E27FC236}">
                <a16:creationId xmlns:a16="http://schemas.microsoft.com/office/drawing/2014/main" id="{70859C40-E15B-4B81-8949-D2A5B8FF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361950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WE</a:t>
            </a:r>
          </a:p>
        </p:txBody>
      </p:sp>
      <p:sp>
        <p:nvSpPr>
          <p:cNvPr id="328" name="S2_CAL_OCT_2026_WEEKDAY_4">
            <a:extLst xmlns:a="http://schemas.openxmlformats.org/drawingml/2006/main">
              <a:ext uri="{FF2B5EF4-FFF2-40B4-BE49-F238E27FC236}">
                <a16:creationId xmlns:a16="http://schemas.microsoft.com/office/drawing/2014/main" id="{2B65AFD8-FDC5-48C4-A9B2-62E40E78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361950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TH</a:t>
            </a:r>
          </a:p>
        </p:txBody>
      </p:sp>
      <p:sp>
        <p:nvSpPr>
          <p:cNvPr id="329" name="S2_CAL_OCT_2026_WEEKDAY_5">
            <a:extLst xmlns:a="http://schemas.openxmlformats.org/drawingml/2006/main">
              <a:ext uri="{FF2B5EF4-FFF2-40B4-BE49-F238E27FC236}">
                <a16:creationId xmlns:a16="http://schemas.microsoft.com/office/drawing/2014/main" id="{CAC2DE1E-0526-4C3D-90F0-C2B60743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361950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330" name="S2_CAL_OCT_2026_WEEKDAY_6">
            <a:extLst xmlns:a="http://schemas.openxmlformats.org/drawingml/2006/main">
              <a:ext uri="{FF2B5EF4-FFF2-40B4-BE49-F238E27FC236}">
                <a16:creationId xmlns:a16="http://schemas.microsoft.com/office/drawing/2014/main" id="{89FD8F81-FFBE-430A-BF7F-A9531A16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361950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SA</a:t>
            </a:r>
          </a:p>
        </p:txBody>
      </p:sp>
      <p:sp>
        <p:nvSpPr>
          <p:cNvPr id="331" name="S2_CAL_OCT_2026_WEEKEND_SUN">
            <a:extLst xmlns:a="http://schemas.openxmlformats.org/drawingml/2006/main">
              <a:ext uri="{FF2B5EF4-FFF2-40B4-BE49-F238E27FC236}">
                <a16:creationId xmlns:a16="http://schemas.microsoft.com/office/drawing/2014/main" id="{BCC79784-EA1A-4B00-9832-07B91BD7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306161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S2_CAL_OCT_2026_WEEKEND_SAT">
            <a:extLst xmlns:a="http://schemas.openxmlformats.org/drawingml/2006/main">
              <a:ext uri="{FF2B5EF4-FFF2-40B4-BE49-F238E27FC236}">
                <a16:creationId xmlns:a16="http://schemas.microsoft.com/office/drawing/2014/main" id="{F35BE02E-ADB8-4012-90D6-FD4B8AEB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3743325"/>
            <a:ext cx="306161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S2_CAL_OCT_2026_WEEK_RULE_0">
            <a:extLst xmlns:a="http://schemas.openxmlformats.org/drawingml/2006/main">
              <a:ext uri="{FF2B5EF4-FFF2-40B4-BE49-F238E27FC236}">
                <a16:creationId xmlns:a16="http://schemas.microsoft.com/office/drawing/2014/main" id="{60DAAA38-3EB1-4082-BC10-EED41745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334" name="S2_CAL_OCT_2026_WEEK_RULE_1">
            <a:extLst xmlns:a="http://schemas.openxmlformats.org/drawingml/2006/main">
              <a:ext uri="{FF2B5EF4-FFF2-40B4-BE49-F238E27FC236}">
                <a16:creationId xmlns:a16="http://schemas.microsoft.com/office/drawing/2014/main" id="{5776AA5A-09A2-4F42-ADC6-210BC3AE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9538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335" name="S2_CAL_OCT_2026_WEEK_RULE_2">
            <a:extLst xmlns:a="http://schemas.openxmlformats.org/drawingml/2006/main">
              <a:ext uri="{FF2B5EF4-FFF2-40B4-BE49-F238E27FC236}">
                <a16:creationId xmlns:a16="http://schemas.microsoft.com/office/drawing/2014/main" id="{B1F0471D-56E3-4EA1-A833-4834BF3F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336" name="S2_CAL_OCT_2026_WEEK_RULE_3">
            <a:extLst xmlns:a="http://schemas.openxmlformats.org/drawingml/2006/main">
              <a:ext uri="{FF2B5EF4-FFF2-40B4-BE49-F238E27FC236}">
                <a16:creationId xmlns:a16="http://schemas.microsoft.com/office/drawing/2014/main" id="{ADD27F6A-380E-4A0D-B4D3-5AD628D6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1963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337" name="S2_CAL_OCT_2026_WEEK_RULE_4">
            <a:extLst xmlns:a="http://schemas.openxmlformats.org/drawingml/2006/main">
              <a:ext uri="{FF2B5EF4-FFF2-40B4-BE49-F238E27FC236}">
                <a16:creationId xmlns:a16="http://schemas.microsoft.com/office/drawing/2014/main" id="{70F294A6-3088-43F0-9E63-A4B98B95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338" name="S2_CAL_OCT_2026_WEEK_RULE_5">
            <a:extLst xmlns:a="http://schemas.openxmlformats.org/drawingml/2006/main">
              <a:ext uri="{FF2B5EF4-FFF2-40B4-BE49-F238E27FC236}">
                <a16:creationId xmlns:a16="http://schemas.microsoft.com/office/drawing/2014/main" id="{EC37601E-2D4D-4A33-8D09-B4624428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4388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339" name="S2_CAL_OCT_2026_WEEK_RULE_6">
            <a:extLst xmlns:a="http://schemas.openxmlformats.org/drawingml/2006/main">
              <a:ext uri="{FF2B5EF4-FFF2-40B4-BE49-F238E27FC236}">
                <a16:creationId xmlns:a16="http://schemas.microsoft.com/office/drawing/2014/main" id="{90220F89-5CC2-4F88-A1F5-3BD2EB6B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367" name="S2_CAL_OCT_2026_DAY_16">
            <a:extLst xmlns:a="http://schemas.openxmlformats.org/drawingml/2006/main">
              <a:ext uri="{FF2B5EF4-FFF2-40B4-BE49-F238E27FC236}">
                <a16:creationId xmlns:a16="http://schemas.microsoft.com/office/drawing/2014/main" id="{43D82BF2-5FA5-4C0A-9702-35290667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409670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68" name="S2_CAL_OCT_2026_DAY_17">
            <a:extLst xmlns:a="http://schemas.openxmlformats.org/drawingml/2006/main">
              <a:ext uri="{FF2B5EF4-FFF2-40B4-BE49-F238E27FC236}">
                <a16:creationId xmlns:a16="http://schemas.microsoft.com/office/drawing/2014/main" id="{ECB4D59D-7B2B-462C-8332-22C23E28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409670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69" name="S2_CAL_OCT_2026_DAY_18">
            <a:extLst xmlns:a="http://schemas.openxmlformats.org/drawingml/2006/main">
              <a:ext uri="{FF2B5EF4-FFF2-40B4-BE49-F238E27FC236}">
                <a16:creationId xmlns:a16="http://schemas.microsoft.com/office/drawing/2014/main" id="{5612282D-5BD0-434D-9CCC-CCF3109A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291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71" name="S2_CAL_OCT_2026_DAY_20">
            <a:extLst xmlns:a="http://schemas.openxmlformats.org/drawingml/2006/main">
              <a:ext uri="{FF2B5EF4-FFF2-40B4-BE49-F238E27FC236}">
                <a16:creationId xmlns:a16="http://schemas.microsoft.com/office/drawing/2014/main" id="{339EB9FC-2395-4593-8CF5-A4ABC462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427291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72" name="S2_CAL_OCT_2026_DAY_21">
            <a:extLst xmlns:a="http://schemas.openxmlformats.org/drawingml/2006/main">
              <a:ext uri="{FF2B5EF4-FFF2-40B4-BE49-F238E27FC236}">
                <a16:creationId xmlns:a16="http://schemas.microsoft.com/office/drawing/2014/main" id="{37AE0826-0595-4369-BC45-DB1491B9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427291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73" name="S2_CAL_OCT_2026_DAY_22">
            <a:extLst xmlns:a="http://schemas.openxmlformats.org/drawingml/2006/main">
              <a:ext uri="{FF2B5EF4-FFF2-40B4-BE49-F238E27FC236}">
                <a16:creationId xmlns:a16="http://schemas.microsoft.com/office/drawing/2014/main" id="{9B86E73F-AF94-4C6F-A1E6-088C2FDA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427291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74" name="S2_CAL_OCT_2026_DAY_23">
            <a:extLst xmlns:a="http://schemas.openxmlformats.org/drawingml/2006/main">
              <a:ext uri="{FF2B5EF4-FFF2-40B4-BE49-F238E27FC236}">
                <a16:creationId xmlns:a16="http://schemas.microsoft.com/office/drawing/2014/main" id="{DA4A6FF8-DA90-4DA0-B63B-7969D90B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427291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75" name="S2_CAL_OCT_2026_DAY_24">
            <a:extLst xmlns:a="http://schemas.openxmlformats.org/drawingml/2006/main">
              <a:ext uri="{FF2B5EF4-FFF2-40B4-BE49-F238E27FC236}">
                <a16:creationId xmlns:a16="http://schemas.microsoft.com/office/drawing/2014/main" id="{06FE937A-A1EE-4975-9577-16D10004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427291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76" name="S2_CAL_OCT_2026_DAY_25">
            <a:extLst xmlns:a="http://schemas.openxmlformats.org/drawingml/2006/main">
              <a:ext uri="{FF2B5EF4-FFF2-40B4-BE49-F238E27FC236}">
                <a16:creationId xmlns:a16="http://schemas.microsoft.com/office/drawing/2014/main" id="{4D3B3860-1125-4207-A9B8-FD3A8284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9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77" name="S2_CAL_OCT_2026_DAY_26">
            <a:extLst xmlns:a="http://schemas.openxmlformats.org/drawingml/2006/main">
              <a:ext uri="{FF2B5EF4-FFF2-40B4-BE49-F238E27FC236}">
                <a16:creationId xmlns:a16="http://schemas.microsoft.com/office/drawing/2014/main" id="{4B8F273B-FC43-44D1-B43D-11201C53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4449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78" name="S2_CAL_OCT_2026_DAY_27">
            <a:extLst xmlns:a="http://schemas.openxmlformats.org/drawingml/2006/main">
              <a:ext uri="{FF2B5EF4-FFF2-40B4-BE49-F238E27FC236}">
                <a16:creationId xmlns:a16="http://schemas.microsoft.com/office/drawing/2014/main" id="{C2F1F121-FE65-4919-85C5-FD43DFEC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4449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79" name="S2_CAL_OCT_2026_DAY_28">
            <a:extLst xmlns:a="http://schemas.openxmlformats.org/drawingml/2006/main">
              <a:ext uri="{FF2B5EF4-FFF2-40B4-BE49-F238E27FC236}">
                <a16:creationId xmlns:a16="http://schemas.microsoft.com/office/drawing/2014/main" id="{A1C3EE30-060C-4AC5-A508-0D5AB24F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4449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80" name="S2_CAL_OCT_2026_DAY_29">
            <a:extLst xmlns:a="http://schemas.openxmlformats.org/drawingml/2006/main">
              <a:ext uri="{FF2B5EF4-FFF2-40B4-BE49-F238E27FC236}">
                <a16:creationId xmlns:a16="http://schemas.microsoft.com/office/drawing/2014/main" id="{155AD2AA-A723-48A6-9C8C-4D9EB054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4449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81" name="S2_CAL_OCT_2026_DAY_30">
            <a:extLst xmlns:a="http://schemas.openxmlformats.org/drawingml/2006/main">
              <a:ext uri="{FF2B5EF4-FFF2-40B4-BE49-F238E27FC236}">
                <a16:creationId xmlns:a16="http://schemas.microsoft.com/office/drawing/2014/main" id="{012E9A7A-10E6-497C-BC4E-89B8F200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4449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82" name="S2_CAL_OCT_2026_DAY_31">
            <a:extLst xmlns:a="http://schemas.openxmlformats.org/drawingml/2006/main">
              <a:ext uri="{FF2B5EF4-FFF2-40B4-BE49-F238E27FC236}">
                <a16:creationId xmlns:a16="http://schemas.microsoft.com/office/drawing/2014/main" id="{39FDD895-DBC5-44A9-961D-1C464B91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4449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83" name="S2_CAL_NOV_2026_MONTH">
            <a:extLst xmlns:a="http://schemas.openxmlformats.org/drawingml/2006/main">
              <a:ext uri="{FF2B5EF4-FFF2-40B4-BE49-F238E27FC236}">
                <a16:creationId xmlns:a16="http://schemas.microsoft.com/office/drawing/2014/main" id="{8DB2584D-4D5B-4FA4-85CB-47E19DBF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00425"/>
            <a:ext cx="1581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NOVEMBER</a:t>
            </a:r>
          </a:p>
        </p:txBody>
      </p:sp>
      <p:sp>
        <p:nvSpPr>
          <p:cNvPr id="384" name="S2_CAL_NOV_2026_YEAR">
            <a:extLst xmlns:a="http://schemas.openxmlformats.org/drawingml/2006/main">
              <a:ext uri="{FF2B5EF4-FFF2-40B4-BE49-F238E27FC236}">
                <a16:creationId xmlns:a16="http://schemas.microsoft.com/office/drawing/2014/main" id="{23718C4D-22EF-4BFE-89B9-A3548B63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09950"/>
            <a:ext cx="47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385" name="S2_CAL_NOV_2026_ACCENT">
            <a:extLst xmlns:a="http://schemas.openxmlformats.org/drawingml/2006/main">
              <a:ext uri="{FF2B5EF4-FFF2-40B4-BE49-F238E27FC236}">
                <a16:creationId xmlns:a16="http://schemas.microsoft.com/office/drawing/2014/main" id="{C389D7D2-369B-4543-BD1D-A3CCB4C5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004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4A87D"/>
            </a:solidFill>
            <a:prstDash val="solid"/>
          </a:ln>
        </p:spPr>
      </p:sp>
      <p:sp>
        <p:nvSpPr>
          <p:cNvPr id="386" name="S2_CAL_NOV_2026_WEEKDAY_0">
            <a:extLst xmlns:a="http://schemas.openxmlformats.org/drawingml/2006/main">
              <a:ext uri="{FF2B5EF4-FFF2-40B4-BE49-F238E27FC236}">
                <a16:creationId xmlns:a16="http://schemas.microsoft.com/office/drawing/2014/main" id="{D89745CC-B867-4B95-A663-27D8DD4A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1950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SU</a:t>
            </a:r>
          </a:p>
        </p:txBody>
      </p:sp>
      <p:sp>
        <p:nvSpPr>
          <p:cNvPr id="387" name="S2_CAL_NOV_2026_WEEKDAY_1">
            <a:extLst xmlns:a="http://schemas.openxmlformats.org/drawingml/2006/main">
              <a:ext uri="{FF2B5EF4-FFF2-40B4-BE49-F238E27FC236}">
                <a16:creationId xmlns:a16="http://schemas.microsoft.com/office/drawing/2014/main" id="{96C001DE-88E2-4890-B9EA-5F7A15DF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361950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MO</a:t>
            </a:r>
          </a:p>
        </p:txBody>
      </p:sp>
      <p:sp>
        <p:nvSpPr>
          <p:cNvPr id="388" name="S2_CAL_NOV_2026_WEEKDAY_2">
            <a:extLst xmlns:a="http://schemas.openxmlformats.org/drawingml/2006/main">
              <a:ext uri="{FF2B5EF4-FFF2-40B4-BE49-F238E27FC236}">
                <a16:creationId xmlns:a16="http://schemas.microsoft.com/office/drawing/2014/main" id="{AA0C2C98-4D96-42FF-84AA-10D9D581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361950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TU</a:t>
            </a:r>
          </a:p>
        </p:txBody>
      </p:sp>
      <p:sp>
        <p:nvSpPr>
          <p:cNvPr id="389" name="S2_CAL_NOV_2026_WEEKDAY_3">
            <a:extLst xmlns:a="http://schemas.openxmlformats.org/drawingml/2006/main">
              <a:ext uri="{FF2B5EF4-FFF2-40B4-BE49-F238E27FC236}">
                <a16:creationId xmlns:a16="http://schemas.microsoft.com/office/drawing/2014/main" id="{20DC627B-10C1-40DE-AFD9-491890C9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361950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WE</a:t>
            </a:r>
          </a:p>
        </p:txBody>
      </p:sp>
      <p:sp>
        <p:nvSpPr>
          <p:cNvPr id="390" name="S2_CAL_NOV_2026_WEEKDAY_4">
            <a:extLst xmlns:a="http://schemas.openxmlformats.org/drawingml/2006/main">
              <a:ext uri="{FF2B5EF4-FFF2-40B4-BE49-F238E27FC236}">
                <a16:creationId xmlns:a16="http://schemas.microsoft.com/office/drawing/2014/main" id="{82EA95A6-25DF-4C63-8EE0-C86DB1A7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361950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TH</a:t>
            </a:r>
          </a:p>
        </p:txBody>
      </p:sp>
      <p:sp>
        <p:nvSpPr>
          <p:cNvPr id="391" name="S2_CAL_NOV_2026_WEEKDAY_5">
            <a:extLst xmlns:a="http://schemas.openxmlformats.org/drawingml/2006/main">
              <a:ext uri="{FF2B5EF4-FFF2-40B4-BE49-F238E27FC236}">
                <a16:creationId xmlns:a16="http://schemas.microsoft.com/office/drawing/2014/main" id="{27D52DB4-4399-4B30-9670-B3BA40E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361950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392" name="S2_CAL_NOV_2026_WEEKDAY_6">
            <a:extLst xmlns:a="http://schemas.openxmlformats.org/drawingml/2006/main">
              <a:ext uri="{FF2B5EF4-FFF2-40B4-BE49-F238E27FC236}">
                <a16:creationId xmlns:a16="http://schemas.microsoft.com/office/drawing/2014/main" id="{1B83FC66-CEE4-4770-BED1-D2534526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361950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SA</a:t>
            </a:r>
          </a:p>
        </p:txBody>
      </p:sp>
      <p:sp>
        <p:nvSpPr>
          <p:cNvPr id="393" name="S2_CAL_NOV_2026_WEEKEND_SUN">
            <a:extLst xmlns:a="http://schemas.openxmlformats.org/drawingml/2006/main">
              <a:ext uri="{FF2B5EF4-FFF2-40B4-BE49-F238E27FC236}">
                <a16:creationId xmlns:a16="http://schemas.microsoft.com/office/drawing/2014/main" id="{0BC479C5-E371-4C2F-936D-1978EB81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43325"/>
            <a:ext cx="306161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S2_CAL_NOV_2026_WEEKEND_SAT">
            <a:extLst xmlns:a="http://schemas.openxmlformats.org/drawingml/2006/main">
              <a:ext uri="{FF2B5EF4-FFF2-40B4-BE49-F238E27FC236}">
                <a16:creationId xmlns:a16="http://schemas.microsoft.com/office/drawing/2014/main" id="{8139DC18-58AC-4FC2-B649-7DF78963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3743325"/>
            <a:ext cx="306161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S2_CAL_NOV_2026_WEEK_RULE_0">
            <a:extLst xmlns:a="http://schemas.openxmlformats.org/drawingml/2006/main">
              <a:ext uri="{FF2B5EF4-FFF2-40B4-BE49-F238E27FC236}">
                <a16:creationId xmlns:a16="http://schemas.microsoft.com/office/drawing/2014/main" id="{7B1CB3D0-ED72-4261-9DB6-D1241412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4332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396" name="S2_CAL_NOV_2026_WEEK_RULE_1">
            <a:extLst xmlns:a="http://schemas.openxmlformats.org/drawingml/2006/main">
              <a:ext uri="{FF2B5EF4-FFF2-40B4-BE49-F238E27FC236}">
                <a16:creationId xmlns:a16="http://schemas.microsoft.com/office/drawing/2014/main" id="{D3E76F2C-C259-4E92-BF55-816D5FF0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919538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397" name="S2_CAL_NOV_2026_WEEK_RULE_2">
            <a:extLst xmlns:a="http://schemas.openxmlformats.org/drawingml/2006/main">
              <a:ext uri="{FF2B5EF4-FFF2-40B4-BE49-F238E27FC236}">
                <a16:creationId xmlns:a16="http://schemas.microsoft.com/office/drawing/2014/main" id="{B1658E12-0DB0-4069-A374-19A22861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95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398" name="S2_CAL_NOV_2026_WEEK_RULE_3">
            <a:extLst xmlns:a="http://schemas.openxmlformats.org/drawingml/2006/main">
              <a:ext uri="{FF2B5EF4-FFF2-40B4-BE49-F238E27FC236}">
                <a16:creationId xmlns:a16="http://schemas.microsoft.com/office/drawing/2014/main" id="{3EABC13F-EFBB-490B-8C0B-5E7F266A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71963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399" name="S2_CAL_NOV_2026_WEEK_RULE_4">
            <a:extLst xmlns:a="http://schemas.openxmlformats.org/drawingml/2006/main">
              <a:ext uri="{FF2B5EF4-FFF2-40B4-BE49-F238E27FC236}">
                <a16:creationId xmlns:a16="http://schemas.microsoft.com/office/drawing/2014/main" id="{CB4348BC-7157-4A0A-8CA5-3D233A34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44817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00" name="S2_CAL_NOV_2026_WEEK_RULE_5">
            <a:extLst xmlns:a="http://schemas.openxmlformats.org/drawingml/2006/main">
              <a:ext uri="{FF2B5EF4-FFF2-40B4-BE49-F238E27FC236}">
                <a16:creationId xmlns:a16="http://schemas.microsoft.com/office/drawing/2014/main" id="{0D37F48C-9D4A-4A2D-B182-9CCC88C6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624388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01" name="S2_CAL_NOV_2026_WEEK_RULE_6">
            <a:extLst xmlns:a="http://schemas.openxmlformats.org/drawingml/2006/main">
              <a:ext uri="{FF2B5EF4-FFF2-40B4-BE49-F238E27FC236}">
                <a16:creationId xmlns:a16="http://schemas.microsoft.com/office/drawing/2014/main" id="{F09A4352-A617-4DDD-9716-3D442414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80060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02" name="S2_CAL_NOV_2026_DAY_01">
            <a:extLst xmlns:a="http://schemas.openxmlformats.org/drawingml/2006/main">
              <a:ext uri="{FF2B5EF4-FFF2-40B4-BE49-F238E27FC236}">
                <a16:creationId xmlns:a16="http://schemas.microsoft.com/office/drawing/2014/main" id="{843BEF72-BDC4-4D71-95F4-07E0E6AA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44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3" name="S2_CAL_NOV_2026_DAY_02">
            <a:extLst xmlns:a="http://schemas.openxmlformats.org/drawingml/2006/main">
              <a:ext uri="{FF2B5EF4-FFF2-40B4-BE49-F238E27FC236}">
                <a16:creationId xmlns:a16="http://schemas.microsoft.com/office/drawing/2014/main" id="{8406C0CF-D118-4961-ABA5-D88F66DF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3744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4" name="S2_CAL_NOV_2026_DAY_03">
            <a:extLst xmlns:a="http://schemas.openxmlformats.org/drawingml/2006/main">
              <a:ext uri="{FF2B5EF4-FFF2-40B4-BE49-F238E27FC236}">
                <a16:creationId xmlns:a16="http://schemas.microsoft.com/office/drawing/2014/main" id="{944201CE-9B44-4A29-871E-710524B6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3744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5" name="S2_CAL_NOV_2026_DAY_04">
            <a:extLst xmlns:a="http://schemas.openxmlformats.org/drawingml/2006/main">
              <a:ext uri="{FF2B5EF4-FFF2-40B4-BE49-F238E27FC236}">
                <a16:creationId xmlns:a16="http://schemas.microsoft.com/office/drawing/2014/main" id="{E192A536-0F58-4BCC-841B-2A3FE92A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3744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06" name="S2_CAL_NOV_2026_DAY_05">
            <a:extLst xmlns:a="http://schemas.openxmlformats.org/drawingml/2006/main">
              <a:ext uri="{FF2B5EF4-FFF2-40B4-BE49-F238E27FC236}">
                <a16:creationId xmlns:a16="http://schemas.microsoft.com/office/drawing/2014/main" id="{DE7DF39E-7530-4F6C-B5B5-CC71AB49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3744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07" name="S2_CAL_NOV_2026_DAY_06">
            <a:extLst xmlns:a="http://schemas.openxmlformats.org/drawingml/2006/main">
              <a:ext uri="{FF2B5EF4-FFF2-40B4-BE49-F238E27FC236}">
                <a16:creationId xmlns:a16="http://schemas.microsoft.com/office/drawing/2014/main" id="{68681E53-70CF-41FE-AE7F-D3D049D6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3744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08" name="S2_CAL_NOV_2026_DAY_07">
            <a:extLst xmlns:a="http://schemas.openxmlformats.org/drawingml/2006/main">
              <a:ext uri="{FF2B5EF4-FFF2-40B4-BE49-F238E27FC236}">
                <a16:creationId xmlns:a16="http://schemas.microsoft.com/office/drawing/2014/main" id="{335376C2-8C8E-4993-A6EF-DB9A6182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3744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09" name="S2_CAL_NOV_2026_DAY_08">
            <a:extLst xmlns:a="http://schemas.openxmlformats.org/drawingml/2006/main">
              <a:ext uri="{FF2B5EF4-FFF2-40B4-BE49-F238E27FC236}">
                <a16:creationId xmlns:a16="http://schemas.microsoft.com/office/drawing/2014/main" id="{93D4371E-0CCC-4403-8EDD-B0409F0B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920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10" name="S2_CAL_NOV_2026_DAY_09">
            <a:extLst xmlns:a="http://schemas.openxmlformats.org/drawingml/2006/main">
              <a:ext uri="{FF2B5EF4-FFF2-40B4-BE49-F238E27FC236}">
                <a16:creationId xmlns:a16="http://schemas.microsoft.com/office/drawing/2014/main" id="{1B1FB5AC-F138-4062-B4F1-9FB13775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3920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11" name="S2_CAL_NOV_2026_DAY_10">
            <a:extLst xmlns:a="http://schemas.openxmlformats.org/drawingml/2006/main">
              <a:ext uri="{FF2B5EF4-FFF2-40B4-BE49-F238E27FC236}">
                <a16:creationId xmlns:a16="http://schemas.microsoft.com/office/drawing/2014/main" id="{43FCD6D8-998B-4FDE-8327-F7236FA4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3920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13" name="S2_CAL_NOV_2026_DAY_12">
            <a:extLst xmlns:a="http://schemas.openxmlformats.org/drawingml/2006/main">
              <a:ext uri="{FF2B5EF4-FFF2-40B4-BE49-F238E27FC236}">
                <a16:creationId xmlns:a16="http://schemas.microsoft.com/office/drawing/2014/main" id="{E546403C-AD59-4821-884C-0F3DBED1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3920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14" name="S2_CAL_NOV_2026_DAY_13">
            <a:extLst xmlns:a="http://schemas.openxmlformats.org/drawingml/2006/main">
              <a:ext uri="{FF2B5EF4-FFF2-40B4-BE49-F238E27FC236}">
                <a16:creationId xmlns:a16="http://schemas.microsoft.com/office/drawing/2014/main" id="{3B9B1476-3D00-4F5D-B55B-A407F5EA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3920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15" name="S2_CAL_NOV_2026_DAY_14">
            <a:extLst xmlns:a="http://schemas.openxmlformats.org/drawingml/2006/main">
              <a:ext uri="{FF2B5EF4-FFF2-40B4-BE49-F238E27FC236}">
                <a16:creationId xmlns:a16="http://schemas.microsoft.com/office/drawing/2014/main" id="{40B6AD27-448A-4950-B084-837CAB91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3920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16" name="S2_CAL_NOV_2026_DAY_15">
            <a:extLst xmlns:a="http://schemas.openxmlformats.org/drawingml/2006/main">
              <a:ext uri="{FF2B5EF4-FFF2-40B4-BE49-F238E27FC236}">
                <a16:creationId xmlns:a16="http://schemas.microsoft.com/office/drawing/2014/main" id="{489FEBB3-3718-4C7C-94CA-0A81CF5E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9670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18" name="S2_CAL_NOV_2026_DAY_17">
            <a:extLst xmlns:a="http://schemas.openxmlformats.org/drawingml/2006/main">
              <a:ext uri="{FF2B5EF4-FFF2-40B4-BE49-F238E27FC236}">
                <a16:creationId xmlns:a16="http://schemas.microsoft.com/office/drawing/2014/main" id="{560E7CF7-7639-452A-87B4-1BF78D58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409670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19" name="S2_CAL_NOV_2026_DAY_18">
            <a:extLst xmlns:a="http://schemas.openxmlformats.org/drawingml/2006/main">
              <a:ext uri="{FF2B5EF4-FFF2-40B4-BE49-F238E27FC236}">
                <a16:creationId xmlns:a16="http://schemas.microsoft.com/office/drawing/2014/main" id="{5A0CB4F3-2701-4ECE-B87F-98435BA9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409670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20" name="S2_CAL_NOV_2026_DAY_19">
            <a:extLst xmlns:a="http://schemas.openxmlformats.org/drawingml/2006/main">
              <a:ext uri="{FF2B5EF4-FFF2-40B4-BE49-F238E27FC236}">
                <a16:creationId xmlns:a16="http://schemas.microsoft.com/office/drawing/2014/main" id="{3047FFBA-CD40-4AD5-BED4-511D912D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409670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21" name="S2_CAL_NOV_2026_DAY_20">
            <a:extLst xmlns:a="http://schemas.openxmlformats.org/drawingml/2006/main">
              <a:ext uri="{FF2B5EF4-FFF2-40B4-BE49-F238E27FC236}">
                <a16:creationId xmlns:a16="http://schemas.microsoft.com/office/drawing/2014/main" id="{2A75C663-DBB6-4239-AC3E-976D4B7D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409670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22" name="S2_CAL_NOV_2026_DAY_21">
            <a:extLst xmlns:a="http://schemas.openxmlformats.org/drawingml/2006/main">
              <a:ext uri="{FF2B5EF4-FFF2-40B4-BE49-F238E27FC236}">
                <a16:creationId xmlns:a16="http://schemas.microsoft.com/office/drawing/2014/main" id="{BA632A71-CD08-43AF-AD7B-E34650CA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409670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23" name="S2_CAL_NOV_2026_DAY_22">
            <a:extLst xmlns:a="http://schemas.openxmlformats.org/drawingml/2006/main">
              <a:ext uri="{FF2B5EF4-FFF2-40B4-BE49-F238E27FC236}">
                <a16:creationId xmlns:a16="http://schemas.microsoft.com/office/drawing/2014/main" id="{875E0D0F-B171-4D40-AF8B-1225F09B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7291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24" name="S2_CAL_NOV_2026_DAY_23">
            <a:extLst xmlns:a="http://schemas.openxmlformats.org/drawingml/2006/main">
              <a:ext uri="{FF2B5EF4-FFF2-40B4-BE49-F238E27FC236}">
                <a16:creationId xmlns:a16="http://schemas.microsoft.com/office/drawing/2014/main" id="{F9214CD0-ADBF-48D7-A094-3BD30475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427291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25" name="S2_CAL_NOV_2026_DAY_24">
            <a:extLst xmlns:a="http://schemas.openxmlformats.org/drawingml/2006/main">
              <a:ext uri="{FF2B5EF4-FFF2-40B4-BE49-F238E27FC236}">
                <a16:creationId xmlns:a16="http://schemas.microsoft.com/office/drawing/2014/main" id="{4AB8511D-E290-4DB1-95FC-4D4576F0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427291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26" name="S2_CAL_NOV_2026_DAY_25">
            <a:extLst xmlns:a="http://schemas.openxmlformats.org/drawingml/2006/main">
              <a:ext uri="{FF2B5EF4-FFF2-40B4-BE49-F238E27FC236}">
                <a16:creationId xmlns:a16="http://schemas.microsoft.com/office/drawing/2014/main" id="{B8D1D4DB-590A-484E-941F-96BC5D1C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427291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28" name="S2_CAL_NOV_2026_DAY_27">
            <a:extLst xmlns:a="http://schemas.openxmlformats.org/drawingml/2006/main">
              <a:ext uri="{FF2B5EF4-FFF2-40B4-BE49-F238E27FC236}">
                <a16:creationId xmlns:a16="http://schemas.microsoft.com/office/drawing/2014/main" id="{0E5BFB58-336A-44AD-9644-9A93D679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427291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29" name="S2_CAL_NOV_2026_DAY_28">
            <a:extLst xmlns:a="http://schemas.openxmlformats.org/drawingml/2006/main">
              <a:ext uri="{FF2B5EF4-FFF2-40B4-BE49-F238E27FC236}">
                <a16:creationId xmlns:a16="http://schemas.microsoft.com/office/drawing/2014/main" id="{43434DE6-370C-4D97-AAEA-F711A07D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427291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30" name="S2_CAL_NOV_2026_DAY_29">
            <a:extLst xmlns:a="http://schemas.openxmlformats.org/drawingml/2006/main">
              <a:ext uri="{FF2B5EF4-FFF2-40B4-BE49-F238E27FC236}">
                <a16:creationId xmlns:a16="http://schemas.microsoft.com/office/drawing/2014/main" id="{47071F95-A87D-42D9-AB6C-51D72A7A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449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31" name="S2_CAL_NOV_2026_DAY_30">
            <a:extLst xmlns:a="http://schemas.openxmlformats.org/drawingml/2006/main">
              <a:ext uri="{FF2B5EF4-FFF2-40B4-BE49-F238E27FC236}">
                <a16:creationId xmlns:a16="http://schemas.microsoft.com/office/drawing/2014/main" id="{A5D2D811-070B-4353-8982-CCF81DDB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4449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32" name="S2_CAL_DEC_2026_MONTH">
            <a:extLst xmlns:a="http://schemas.openxmlformats.org/drawingml/2006/main">
              <a:ext uri="{FF2B5EF4-FFF2-40B4-BE49-F238E27FC236}">
                <a16:creationId xmlns:a16="http://schemas.microsoft.com/office/drawing/2014/main" id="{6CA09CA5-FE93-4045-A28E-4CAE0F96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81575"/>
            <a:ext cx="1581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DECEMBER</a:t>
            </a:r>
          </a:p>
        </p:txBody>
      </p:sp>
      <p:sp>
        <p:nvSpPr>
          <p:cNvPr id="433" name="S2_CAL_DEC_2026_YEAR">
            <a:extLst xmlns:a="http://schemas.openxmlformats.org/drawingml/2006/main">
              <a:ext uri="{FF2B5EF4-FFF2-40B4-BE49-F238E27FC236}">
                <a16:creationId xmlns:a16="http://schemas.microsoft.com/office/drawing/2014/main" id="{2929B992-1AFB-440B-AF2B-967014CC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991100"/>
            <a:ext cx="47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434" name="S2_CAL_DEC_2026_ACCENT">
            <a:extLst xmlns:a="http://schemas.openxmlformats.org/drawingml/2006/main">
              <a:ext uri="{FF2B5EF4-FFF2-40B4-BE49-F238E27FC236}">
                <a16:creationId xmlns:a16="http://schemas.microsoft.com/office/drawing/2014/main" id="{8E1FA72D-3670-499E-B56F-40452FF9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4A87D"/>
            </a:solidFill>
            <a:prstDash val="solid"/>
          </a:ln>
        </p:spPr>
      </p:sp>
      <p:sp>
        <p:nvSpPr>
          <p:cNvPr id="435" name="S2_CAL_DEC_2026_WEEKDAY_0">
            <a:extLst xmlns:a="http://schemas.openxmlformats.org/drawingml/2006/main">
              <a:ext uri="{FF2B5EF4-FFF2-40B4-BE49-F238E27FC236}">
                <a16:creationId xmlns:a16="http://schemas.microsoft.com/office/drawing/2014/main" id="{A2F0D715-59FA-45C7-BF70-D6771BCB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SU</a:t>
            </a:r>
          </a:p>
        </p:txBody>
      </p:sp>
      <p:sp>
        <p:nvSpPr>
          <p:cNvPr id="436" name="S2_CAL_DEC_2026_WEEKDAY_1">
            <a:extLst xmlns:a="http://schemas.openxmlformats.org/drawingml/2006/main">
              <a:ext uri="{FF2B5EF4-FFF2-40B4-BE49-F238E27FC236}">
                <a16:creationId xmlns:a16="http://schemas.microsoft.com/office/drawing/2014/main" id="{09629A2D-DB8C-4AE0-ACF3-ACEB0763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52006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MO</a:t>
            </a:r>
          </a:p>
        </p:txBody>
      </p:sp>
      <p:sp>
        <p:nvSpPr>
          <p:cNvPr id="437" name="S2_CAL_DEC_2026_WEEKDAY_2">
            <a:extLst xmlns:a="http://schemas.openxmlformats.org/drawingml/2006/main">
              <a:ext uri="{FF2B5EF4-FFF2-40B4-BE49-F238E27FC236}">
                <a16:creationId xmlns:a16="http://schemas.microsoft.com/office/drawing/2014/main" id="{26494B0D-DACF-4199-AE1F-8DBFDA8C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52006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TU</a:t>
            </a:r>
          </a:p>
        </p:txBody>
      </p:sp>
      <p:sp>
        <p:nvSpPr>
          <p:cNvPr id="438" name="S2_CAL_DEC_2026_WEEKDAY_3">
            <a:extLst xmlns:a="http://schemas.openxmlformats.org/drawingml/2006/main">
              <a:ext uri="{FF2B5EF4-FFF2-40B4-BE49-F238E27FC236}">
                <a16:creationId xmlns:a16="http://schemas.microsoft.com/office/drawing/2014/main" id="{BC3B35DC-36D0-4F71-9A84-F55F35F8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52006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WE</a:t>
            </a:r>
          </a:p>
        </p:txBody>
      </p:sp>
      <p:sp>
        <p:nvSpPr>
          <p:cNvPr id="439" name="S2_CAL_DEC_2026_WEEKDAY_4">
            <a:extLst xmlns:a="http://schemas.openxmlformats.org/drawingml/2006/main">
              <a:ext uri="{FF2B5EF4-FFF2-40B4-BE49-F238E27FC236}">
                <a16:creationId xmlns:a16="http://schemas.microsoft.com/office/drawing/2014/main" id="{9C41B68A-5BE1-4CFD-8304-EE59E1D5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52006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TH</a:t>
            </a:r>
          </a:p>
        </p:txBody>
      </p:sp>
      <p:sp>
        <p:nvSpPr>
          <p:cNvPr id="440" name="S2_CAL_DEC_2026_WEEKDAY_5">
            <a:extLst xmlns:a="http://schemas.openxmlformats.org/drawingml/2006/main">
              <a:ext uri="{FF2B5EF4-FFF2-40B4-BE49-F238E27FC236}">
                <a16:creationId xmlns:a16="http://schemas.microsoft.com/office/drawing/2014/main" id="{D13ED8FA-EC5C-4071-A1FE-754385F6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52006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441" name="S2_CAL_DEC_2026_WEEKDAY_6">
            <a:extLst xmlns:a="http://schemas.openxmlformats.org/drawingml/2006/main">
              <a:ext uri="{FF2B5EF4-FFF2-40B4-BE49-F238E27FC236}">
                <a16:creationId xmlns:a16="http://schemas.microsoft.com/office/drawing/2014/main" id="{63B0785B-E799-4CD1-A6A9-441BCFCC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52006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SA</a:t>
            </a:r>
          </a:p>
        </p:txBody>
      </p:sp>
      <p:sp>
        <p:nvSpPr>
          <p:cNvPr id="442" name="S2_CAL_DEC_2026_WEEKEND_SUN">
            <a:extLst xmlns:a="http://schemas.openxmlformats.org/drawingml/2006/main">
              <a:ext uri="{FF2B5EF4-FFF2-40B4-BE49-F238E27FC236}">
                <a16:creationId xmlns:a16="http://schemas.microsoft.com/office/drawing/2014/main" id="{D91FA61C-C778-4C24-8725-EBCF21E5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306161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S2_CAL_DEC_2026_WEEKEND_SAT">
            <a:extLst xmlns:a="http://schemas.openxmlformats.org/drawingml/2006/main">
              <a:ext uri="{FF2B5EF4-FFF2-40B4-BE49-F238E27FC236}">
                <a16:creationId xmlns:a16="http://schemas.microsoft.com/office/drawing/2014/main" id="{17E8629C-CC25-483D-A1C3-CDC3883F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5324475"/>
            <a:ext cx="306161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S2_CAL_DEC_2026_WEEK_RULE_0">
            <a:extLst xmlns:a="http://schemas.openxmlformats.org/drawingml/2006/main">
              <a:ext uri="{FF2B5EF4-FFF2-40B4-BE49-F238E27FC236}">
                <a16:creationId xmlns:a16="http://schemas.microsoft.com/office/drawing/2014/main" id="{45871BF9-183C-4A60-B946-A38B3586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45" name="S2_CAL_DEC_2026_WEEK_RULE_1">
            <a:extLst xmlns:a="http://schemas.openxmlformats.org/drawingml/2006/main">
              <a:ext uri="{FF2B5EF4-FFF2-40B4-BE49-F238E27FC236}">
                <a16:creationId xmlns:a16="http://schemas.microsoft.com/office/drawing/2014/main" id="{0203BFF7-7042-4709-8B09-81BB8EE8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0688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46" name="S2_CAL_DEC_2026_WEEK_RULE_2">
            <a:extLst xmlns:a="http://schemas.openxmlformats.org/drawingml/2006/main">
              <a:ext uri="{FF2B5EF4-FFF2-40B4-BE49-F238E27FC236}">
                <a16:creationId xmlns:a16="http://schemas.microsoft.com/office/drawing/2014/main" id="{45BA64A3-2F84-4822-B0A6-F85493CD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47" name="S2_CAL_DEC_2026_WEEK_RULE_3">
            <a:extLst xmlns:a="http://schemas.openxmlformats.org/drawingml/2006/main">
              <a:ext uri="{FF2B5EF4-FFF2-40B4-BE49-F238E27FC236}">
                <a16:creationId xmlns:a16="http://schemas.microsoft.com/office/drawing/2014/main" id="{1D787EF2-5503-4A76-91CF-3A6808B5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3113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48" name="S2_CAL_DEC_2026_WEEK_RULE_4">
            <a:extLst xmlns:a="http://schemas.openxmlformats.org/drawingml/2006/main">
              <a:ext uri="{FF2B5EF4-FFF2-40B4-BE49-F238E27FC236}">
                <a16:creationId xmlns:a16="http://schemas.microsoft.com/office/drawing/2014/main" id="{089080CC-6ADF-4BCC-A171-980D5F9F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49" name="S2_CAL_DEC_2026_WEEK_RULE_5">
            <a:extLst xmlns:a="http://schemas.openxmlformats.org/drawingml/2006/main">
              <a:ext uri="{FF2B5EF4-FFF2-40B4-BE49-F238E27FC236}">
                <a16:creationId xmlns:a16="http://schemas.microsoft.com/office/drawing/2014/main" id="{51B12C00-CFF3-4DCC-8EC3-26ED1300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5538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50" name="S2_CAL_DEC_2026_WEEK_RULE_6">
            <a:extLst xmlns:a="http://schemas.openxmlformats.org/drawingml/2006/main">
              <a:ext uri="{FF2B5EF4-FFF2-40B4-BE49-F238E27FC236}">
                <a16:creationId xmlns:a16="http://schemas.microsoft.com/office/drawing/2014/main" id="{C7353DA6-A6BC-4886-B517-E4022655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51" name="S2_CAL_DEC_2026_DAY_01">
            <a:extLst xmlns:a="http://schemas.openxmlformats.org/drawingml/2006/main">
              <a:ext uri="{FF2B5EF4-FFF2-40B4-BE49-F238E27FC236}">
                <a16:creationId xmlns:a16="http://schemas.microsoft.com/office/drawing/2014/main" id="{524B04DE-7E80-4A9E-83C6-63230089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53254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52" name="S2_CAL_DEC_2026_DAY_02">
            <a:extLst xmlns:a="http://schemas.openxmlformats.org/drawingml/2006/main">
              <a:ext uri="{FF2B5EF4-FFF2-40B4-BE49-F238E27FC236}">
                <a16:creationId xmlns:a16="http://schemas.microsoft.com/office/drawing/2014/main" id="{12799085-7DD8-408C-9BE7-CDA4769C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53254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3" name="S2_CAL_DEC_2026_DAY_03">
            <a:extLst xmlns:a="http://schemas.openxmlformats.org/drawingml/2006/main">
              <a:ext uri="{FF2B5EF4-FFF2-40B4-BE49-F238E27FC236}">
                <a16:creationId xmlns:a16="http://schemas.microsoft.com/office/drawing/2014/main" id="{EE56141F-D242-4C83-9490-BC9A414B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53254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54" name="S2_CAL_DEC_2026_DAY_04">
            <a:extLst xmlns:a="http://schemas.openxmlformats.org/drawingml/2006/main">
              <a:ext uri="{FF2B5EF4-FFF2-40B4-BE49-F238E27FC236}">
                <a16:creationId xmlns:a16="http://schemas.microsoft.com/office/drawing/2014/main" id="{90E0BEE6-1E33-4E37-95EB-184865CA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53254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55" name="S2_CAL_DEC_2026_DAY_05">
            <a:extLst xmlns:a="http://schemas.openxmlformats.org/drawingml/2006/main">
              <a:ext uri="{FF2B5EF4-FFF2-40B4-BE49-F238E27FC236}">
                <a16:creationId xmlns:a16="http://schemas.microsoft.com/office/drawing/2014/main" id="{345EDFEF-4E8D-4F51-9672-2019DF48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53254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56" name="S2_CAL_DEC_2026_DAY_06">
            <a:extLst xmlns:a="http://schemas.openxmlformats.org/drawingml/2006/main">
              <a:ext uri="{FF2B5EF4-FFF2-40B4-BE49-F238E27FC236}">
                <a16:creationId xmlns:a16="http://schemas.microsoft.com/office/drawing/2014/main" id="{0767914C-1261-4B72-B318-83EB29B7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16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58" name="S2_CAL_DEC_2026_DAY_08">
            <a:extLst xmlns:a="http://schemas.openxmlformats.org/drawingml/2006/main">
              <a:ext uri="{FF2B5EF4-FFF2-40B4-BE49-F238E27FC236}">
                <a16:creationId xmlns:a16="http://schemas.microsoft.com/office/drawing/2014/main" id="{98813AD1-2E9D-4A60-B01D-CB1B755D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55016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59" name="S2_CAL_DEC_2026_DAY_09">
            <a:extLst xmlns:a="http://schemas.openxmlformats.org/drawingml/2006/main">
              <a:ext uri="{FF2B5EF4-FFF2-40B4-BE49-F238E27FC236}">
                <a16:creationId xmlns:a16="http://schemas.microsoft.com/office/drawing/2014/main" id="{B78C951E-CF9F-4575-82A5-D1D0CE6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55016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60" name="S2_CAL_DEC_2026_DAY_10">
            <a:extLst xmlns:a="http://schemas.openxmlformats.org/drawingml/2006/main">
              <a:ext uri="{FF2B5EF4-FFF2-40B4-BE49-F238E27FC236}">
                <a16:creationId xmlns:a16="http://schemas.microsoft.com/office/drawing/2014/main" id="{C61FA1C0-EFB1-450C-9E5A-C0F5ED1B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55016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61" name="S2_CAL_DEC_2026_DAY_11">
            <a:extLst xmlns:a="http://schemas.openxmlformats.org/drawingml/2006/main">
              <a:ext uri="{FF2B5EF4-FFF2-40B4-BE49-F238E27FC236}">
                <a16:creationId xmlns:a16="http://schemas.microsoft.com/office/drawing/2014/main" id="{993A7B1C-4CC6-4B98-90C4-93DFA32E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55016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62" name="S2_CAL_DEC_2026_DAY_12">
            <a:extLst xmlns:a="http://schemas.openxmlformats.org/drawingml/2006/main">
              <a:ext uri="{FF2B5EF4-FFF2-40B4-BE49-F238E27FC236}">
                <a16:creationId xmlns:a16="http://schemas.microsoft.com/office/drawing/2014/main" id="{D17EB1B7-28E5-488F-9175-58A1B70B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55016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63" name="S2_CAL_DEC_2026_DAY_13">
            <a:extLst xmlns:a="http://schemas.openxmlformats.org/drawingml/2006/main">
              <a:ext uri="{FF2B5EF4-FFF2-40B4-BE49-F238E27FC236}">
                <a16:creationId xmlns:a16="http://schemas.microsoft.com/office/drawing/2014/main" id="{1E93216E-67A7-4702-9A91-E4847B4B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78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64" name="S2_CAL_DEC_2026_DAY_14">
            <a:extLst xmlns:a="http://schemas.openxmlformats.org/drawingml/2006/main">
              <a:ext uri="{FF2B5EF4-FFF2-40B4-BE49-F238E27FC236}">
                <a16:creationId xmlns:a16="http://schemas.microsoft.com/office/drawing/2014/main" id="{C87B10EE-4363-49D7-BAB3-E425875F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56778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65" name="S2_CAL_DEC_2026_DAY_15">
            <a:extLst xmlns:a="http://schemas.openxmlformats.org/drawingml/2006/main">
              <a:ext uri="{FF2B5EF4-FFF2-40B4-BE49-F238E27FC236}">
                <a16:creationId xmlns:a16="http://schemas.microsoft.com/office/drawing/2014/main" id="{7CB277AB-A7A1-4D6D-9B4A-E1BC755E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56778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66" name="S2_CAL_DEC_2026_DAY_16">
            <a:extLst xmlns:a="http://schemas.openxmlformats.org/drawingml/2006/main">
              <a:ext uri="{FF2B5EF4-FFF2-40B4-BE49-F238E27FC236}">
                <a16:creationId xmlns:a16="http://schemas.microsoft.com/office/drawing/2014/main" id="{9B8F82D2-4AFE-42B0-9B25-28298845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56778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67" name="S2_CAL_DEC_2026_DAY_17">
            <a:extLst xmlns:a="http://schemas.openxmlformats.org/drawingml/2006/main">
              <a:ext uri="{FF2B5EF4-FFF2-40B4-BE49-F238E27FC236}">
                <a16:creationId xmlns:a16="http://schemas.microsoft.com/office/drawing/2014/main" id="{7A3E1A55-DD2D-4DF7-BD7B-2678EFAD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56778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68" name="S2_CAL_DEC_2026_DAY_18">
            <a:extLst xmlns:a="http://schemas.openxmlformats.org/drawingml/2006/main">
              <a:ext uri="{FF2B5EF4-FFF2-40B4-BE49-F238E27FC236}">
                <a16:creationId xmlns:a16="http://schemas.microsoft.com/office/drawing/2014/main" id="{29E7891D-27DB-4684-86F7-E7836009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56778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69" name="S2_CAL_DEC_2026_DAY_19">
            <a:extLst xmlns:a="http://schemas.openxmlformats.org/drawingml/2006/main">
              <a:ext uri="{FF2B5EF4-FFF2-40B4-BE49-F238E27FC236}">
                <a16:creationId xmlns:a16="http://schemas.microsoft.com/office/drawing/2014/main" id="{3CB24A6B-8B30-4233-AE0C-1F664254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56778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70" name="S2_CAL_DEC_2026_DAY_20">
            <a:extLst xmlns:a="http://schemas.openxmlformats.org/drawingml/2006/main">
              <a:ext uri="{FF2B5EF4-FFF2-40B4-BE49-F238E27FC236}">
                <a16:creationId xmlns:a16="http://schemas.microsoft.com/office/drawing/2014/main" id="{C88B8CD5-A562-4D78-9512-DE6755CF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40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71" name="S2_CAL_DEC_2026_DAY_21">
            <a:extLst xmlns:a="http://schemas.openxmlformats.org/drawingml/2006/main">
              <a:ext uri="{FF2B5EF4-FFF2-40B4-BE49-F238E27FC236}">
                <a16:creationId xmlns:a16="http://schemas.microsoft.com/office/drawing/2014/main" id="{F3AAD70D-3298-4F46-AE3A-831DBA99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58540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72" name="S2_CAL_DEC_2026_DAY_22">
            <a:extLst xmlns:a="http://schemas.openxmlformats.org/drawingml/2006/main">
              <a:ext uri="{FF2B5EF4-FFF2-40B4-BE49-F238E27FC236}">
                <a16:creationId xmlns:a16="http://schemas.microsoft.com/office/drawing/2014/main" id="{49548781-01ED-4C4A-B5DE-8DFC96C2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58540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73" name="S2_CAL_DEC_2026_DAY_23">
            <a:extLst xmlns:a="http://schemas.openxmlformats.org/drawingml/2006/main">
              <a:ext uri="{FF2B5EF4-FFF2-40B4-BE49-F238E27FC236}">
                <a16:creationId xmlns:a16="http://schemas.microsoft.com/office/drawing/2014/main" id="{54EC4A73-1B86-4D2F-83B6-281A0D98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58540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82" name="S2_CAL_JAN_2027_MONTH">
            <a:extLst xmlns:a="http://schemas.openxmlformats.org/drawingml/2006/main">
              <a:ext uri="{FF2B5EF4-FFF2-40B4-BE49-F238E27FC236}">
                <a16:creationId xmlns:a16="http://schemas.microsoft.com/office/drawing/2014/main" id="{D5AC1AEC-7A7A-431B-A199-3439236A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981575"/>
            <a:ext cx="1581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JANUARY</a:t>
            </a:r>
          </a:p>
        </p:txBody>
      </p:sp>
      <p:sp>
        <p:nvSpPr>
          <p:cNvPr id="483" name="S2_CAL_JAN_2027_YEAR">
            <a:extLst xmlns:a="http://schemas.openxmlformats.org/drawingml/2006/main">
              <a:ext uri="{FF2B5EF4-FFF2-40B4-BE49-F238E27FC236}">
                <a16:creationId xmlns:a16="http://schemas.microsoft.com/office/drawing/2014/main" id="{A5B56703-AB75-4B5F-862E-3F9752E7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91100"/>
            <a:ext cx="47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2027</a:t>
            </a:r>
          </a:p>
        </p:txBody>
      </p:sp>
      <p:sp>
        <p:nvSpPr>
          <p:cNvPr id="484" name="S2_CAL_JAN_2027_ACCENT">
            <a:extLst xmlns:a="http://schemas.openxmlformats.org/drawingml/2006/main">
              <a:ext uri="{FF2B5EF4-FFF2-40B4-BE49-F238E27FC236}">
                <a16:creationId xmlns:a16="http://schemas.microsoft.com/office/drawing/2014/main" id="{866A0624-E1DF-4FB0-A40D-8203EC05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1816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4A87D"/>
            </a:solidFill>
            <a:prstDash val="solid"/>
          </a:ln>
        </p:spPr>
      </p:sp>
      <p:sp>
        <p:nvSpPr>
          <p:cNvPr id="485" name="S2_CAL_JAN_2027_WEEKDAY_0">
            <a:extLst xmlns:a="http://schemas.openxmlformats.org/drawingml/2006/main">
              <a:ext uri="{FF2B5EF4-FFF2-40B4-BE49-F238E27FC236}">
                <a16:creationId xmlns:a16="http://schemas.microsoft.com/office/drawing/2014/main" id="{5E54FA27-F85F-462D-8026-057D7F44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2006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SU</a:t>
            </a:r>
          </a:p>
        </p:txBody>
      </p:sp>
      <p:sp>
        <p:nvSpPr>
          <p:cNvPr id="486" name="S2_CAL_JAN_2027_WEEKDAY_1">
            <a:extLst xmlns:a="http://schemas.openxmlformats.org/drawingml/2006/main">
              <a:ext uri="{FF2B5EF4-FFF2-40B4-BE49-F238E27FC236}">
                <a16:creationId xmlns:a16="http://schemas.microsoft.com/office/drawing/2014/main" id="{5F78AA31-CAA0-44EB-A75B-06FF7D0C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52006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MO</a:t>
            </a:r>
          </a:p>
        </p:txBody>
      </p:sp>
      <p:sp>
        <p:nvSpPr>
          <p:cNvPr id="487" name="S2_CAL_JAN_2027_WEEKDAY_2">
            <a:extLst xmlns:a="http://schemas.openxmlformats.org/drawingml/2006/main">
              <a:ext uri="{FF2B5EF4-FFF2-40B4-BE49-F238E27FC236}">
                <a16:creationId xmlns:a16="http://schemas.microsoft.com/office/drawing/2014/main" id="{2991031D-13C7-4135-81CF-3E6E2EAA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52006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TU</a:t>
            </a:r>
          </a:p>
        </p:txBody>
      </p:sp>
      <p:sp>
        <p:nvSpPr>
          <p:cNvPr id="488" name="S2_CAL_JAN_2027_WEEKDAY_3">
            <a:extLst xmlns:a="http://schemas.openxmlformats.org/drawingml/2006/main">
              <a:ext uri="{FF2B5EF4-FFF2-40B4-BE49-F238E27FC236}">
                <a16:creationId xmlns:a16="http://schemas.microsoft.com/office/drawing/2014/main" id="{FC30D56B-2BD0-4438-BD47-5657D9E2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52006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WE</a:t>
            </a:r>
          </a:p>
        </p:txBody>
      </p:sp>
      <p:sp>
        <p:nvSpPr>
          <p:cNvPr id="489" name="S2_CAL_JAN_2027_WEEKDAY_4">
            <a:extLst xmlns:a="http://schemas.openxmlformats.org/drawingml/2006/main">
              <a:ext uri="{FF2B5EF4-FFF2-40B4-BE49-F238E27FC236}">
                <a16:creationId xmlns:a16="http://schemas.microsoft.com/office/drawing/2014/main" id="{9C881071-9F13-4E85-88C6-40887430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52006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TH</a:t>
            </a:r>
          </a:p>
        </p:txBody>
      </p:sp>
      <p:sp>
        <p:nvSpPr>
          <p:cNvPr id="490" name="S2_CAL_JAN_2027_WEEKDAY_5">
            <a:extLst xmlns:a="http://schemas.openxmlformats.org/drawingml/2006/main">
              <a:ext uri="{FF2B5EF4-FFF2-40B4-BE49-F238E27FC236}">
                <a16:creationId xmlns:a16="http://schemas.microsoft.com/office/drawing/2014/main" id="{F21B0BFC-F75A-4999-9750-4BD2AB78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52006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491" name="S2_CAL_JAN_2027_WEEKDAY_6">
            <a:extLst xmlns:a="http://schemas.openxmlformats.org/drawingml/2006/main">
              <a:ext uri="{FF2B5EF4-FFF2-40B4-BE49-F238E27FC236}">
                <a16:creationId xmlns:a16="http://schemas.microsoft.com/office/drawing/2014/main" id="{9C7FD282-7A8A-4422-8B7A-89AFC2DD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5200650"/>
            <a:ext cx="306161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555" b="1">
                <a:solidFill>
                  <a:srgbClr val="9CA3AF"/>
                </a:solidFill>
                <a:latin typeface="Arial"/>
                <a:ea typeface="Arial"/>
                <a:cs typeface="Arial"/>
              </a:rPr>
              <a:t>SA</a:t>
            </a:r>
          </a:p>
        </p:txBody>
      </p:sp>
      <p:sp>
        <p:nvSpPr>
          <p:cNvPr id="492" name="S2_CAL_JAN_2027_WEEKEND_SUN">
            <a:extLst xmlns:a="http://schemas.openxmlformats.org/drawingml/2006/main">
              <a:ext uri="{FF2B5EF4-FFF2-40B4-BE49-F238E27FC236}">
                <a16:creationId xmlns:a16="http://schemas.microsoft.com/office/drawing/2014/main" id="{859165F1-A777-4731-BAAC-B4FF66C7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324475"/>
            <a:ext cx="306161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S2_CAL_JAN_2027_WEEKEND_SAT">
            <a:extLst xmlns:a="http://schemas.openxmlformats.org/drawingml/2006/main">
              <a:ext uri="{FF2B5EF4-FFF2-40B4-BE49-F238E27FC236}">
                <a16:creationId xmlns:a16="http://schemas.microsoft.com/office/drawing/2014/main" id="{B36A2CBF-D926-4858-BA57-86D7CF2A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5324475"/>
            <a:ext cx="306161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S2_CAL_JAN_2027_WEEK_RULE_0">
            <a:extLst xmlns:a="http://schemas.openxmlformats.org/drawingml/2006/main">
              <a:ext uri="{FF2B5EF4-FFF2-40B4-BE49-F238E27FC236}">
                <a16:creationId xmlns:a16="http://schemas.microsoft.com/office/drawing/2014/main" id="{475F9A40-5029-4839-866A-66E7D154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32447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95" name="S2_CAL_JAN_2027_WEEK_RULE_1">
            <a:extLst xmlns:a="http://schemas.openxmlformats.org/drawingml/2006/main">
              <a:ext uri="{FF2B5EF4-FFF2-40B4-BE49-F238E27FC236}">
                <a16:creationId xmlns:a16="http://schemas.microsoft.com/office/drawing/2014/main" id="{2A3986E7-7836-4B7E-BD3E-D792E010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500688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96" name="S2_CAL_JAN_2027_WEEK_RULE_2">
            <a:extLst xmlns:a="http://schemas.openxmlformats.org/drawingml/2006/main">
              <a:ext uri="{FF2B5EF4-FFF2-40B4-BE49-F238E27FC236}">
                <a16:creationId xmlns:a16="http://schemas.microsoft.com/office/drawing/2014/main" id="{A7EBF0F7-64AF-4133-AB5E-20D086D2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67690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97" name="S2_CAL_JAN_2027_WEEK_RULE_3">
            <a:extLst xmlns:a="http://schemas.openxmlformats.org/drawingml/2006/main">
              <a:ext uri="{FF2B5EF4-FFF2-40B4-BE49-F238E27FC236}">
                <a16:creationId xmlns:a16="http://schemas.microsoft.com/office/drawing/2014/main" id="{FAA5F916-05BA-4F3C-9021-E9111B27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853113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98" name="S2_CAL_JAN_2027_WEEK_RULE_4">
            <a:extLst xmlns:a="http://schemas.openxmlformats.org/drawingml/2006/main">
              <a:ext uri="{FF2B5EF4-FFF2-40B4-BE49-F238E27FC236}">
                <a16:creationId xmlns:a16="http://schemas.microsoft.com/office/drawing/2014/main" id="{8CD661F3-098F-439A-B5E6-AB69BACF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02932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499" name="S2_CAL_JAN_2027_WEEK_RULE_5">
            <a:extLst xmlns:a="http://schemas.openxmlformats.org/drawingml/2006/main">
              <a:ext uri="{FF2B5EF4-FFF2-40B4-BE49-F238E27FC236}">
                <a16:creationId xmlns:a16="http://schemas.microsoft.com/office/drawing/2014/main" id="{773BAB7D-87EC-4293-BF18-255DCF69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205538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500" name="S2_CAL_JAN_2027_WEEK_RULE_6">
            <a:extLst xmlns:a="http://schemas.openxmlformats.org/drawingml/2006/main">
              <a:ext uri="{FF2B5EF4-FFF2-40B4-BE49-F238E27FC236}">
                <a16:creationId xmlns:a16="http://schemas.microsoft.com/office/drawing/2014/main" id="{0784CAC4-655D-4DC5-B075-3AD0DEFC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381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ECE9EE"/>
            </a:solidFill>
            <a:prstDash val="solid"/>
          </a:ln>
        </p:spPr>
      </p:sp>
      <p:sp>
        <p:nvSpPr>
          <p:cNvPr id="502" name="S2_CAL_JAN_2027_DAY_02">
            <a:extLst xmlns:a="http://schemas.openxmlformats.org/drawingml/2006/main">
              <a:ext uri="{FF2B5EF4-FFF2-40B4-BE49-F238E27FC236}">
                <a16:creationId xmlns:a16="http://schemas.microsoft.com/office/drawing/2014/main" id="{EC38323E-96D6-4398-A4F0-93CF3EBE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53254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03" name="S2_CAL_JAN_2027_DAY_03">
            <a:extLst xmlns:a="http://schemas.openxmlformats.org/drawingml/2006/main">
              <a:ext uri="{FF2B5EF4-FFF2-40B4-BE49-F238E27FC236}">
                <a16:creationId xmlns:a16="http://schemas.microsoft.com/office/drawing/2014/main" id="{0C6F159D-5DBD-4E3D-8750-9AB5BFBC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5016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04" name="S2_CAL_JAN_2027_DAY_04">
            <a:extLst xmlns:a="http://schemas.openxmlformats.org/drawingml/2006/main">
              <a:ext uri="{FF2B5EF4-FFF2-40B4-BE49-F238E27FC236}">
                <a16:creationId xmlns:a16="http://schemas.microsoft.com/office/drawing/2014/main" id="{8DF0030B-A95D-43DE-BD9F-9FEEB5B6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55016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05" name="S2_CAL_JAN_2027_DAY_05">
            <a:extLst xmlns:a="http://schemas.openxmlformats.org/drawingml/2006/main">
              <a:ext uri="{FF2B5EF4-FFF2-40B4-BE49-F238E27FC236}">
                <a16:creationId xmlns:a16="http://schemas.microsoft.com/office/drawing/2014/main" id="{A9D91338-E68C-4EC7-8BF4-57D28435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55016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06" name="S2_CAL_JAN_2027_DAY_06">
            <a:extLst xmlns:a="http://schemas.openxmlformats.org/drawingml/2006/main">
              <a:ext uri="{FF2B5EF4-FFF2-40B4-BE49-F238E27FC236}">
                <a16:creationId xmlns:a16="http://schemas.microsoft.com/office/drawing/2014/main" id="{F42354D4-3ED7-4C32-B93A-CF55FEEE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55016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07" name="S2_CAL_JAN_2027_DAY_07">
            <a:extLst xmlns:a="http://schemas.openxmlformats.org/drawingml/2006/main">
              <a:ext uri="{FF2B5EF4-FFF2-40B4-BE49-F238E27FC236}">
                <a16:creationId xmlns:a16="http://schemas.microsoft.com/office/drawing/2014/main" id="{D517F3DA-8F78-4FC6-A67B-CF284A27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55016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08" name="S2_CAL_JAN_2027_DAY_08">
            <a:extLst xmlns:a="http://schemas.openxmlformats.org/drawingml/2006/main">
              <a:ext uri="{FF2B5EF4-FFF2-40B4-BE49-F238E27FC236}">
                <a16:creationId xmlns:a16="http://schemas.microsoft.com/office/drawing/2014/main" id="{20881DEA-2663-476E-8EF9-D6425572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55016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09" name="S2_CAL_JAN_2027_DAY_09">
            <a:extLst xmlns:a="http://schemas.openxmlformats.org/drawingml/2006/main">
              <a:ext uri="{FF2B5EF4-FFF2-40B4-BE49-F238E27FC236}">
                <a16:creationId xmlns:a16="http://schemas.microsoft.com/office/drawing/2014/main" id="{AA1CA045-FBE1-41BD-88B6-DC27B437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55016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10" name="S2_CAL_JAN_2027_DAY_10">
            <a:extLst xmlns:a="http://schemas.openxmlformats.org/drawingml/2006/main">
              <a:ext uri="{FF2B5EF4-FFF2-40B4-BE49-F238E27FC236}">
                <a16:creationId xmlns:a16="http://schemas.microsoft.com/office/drawing/2014/main" id="{9CA786FC-A98A-4A73-8002-54293F6B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6778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12" name="S2_CAL_JAN_2027_DAY_12">
            <a:extLst xmlns:a="http://schemas.openxmlformats.org/drawingml/2006/main">
              <a:ext uri="{FF2B5EF4-FFF2-40B4-BE49-F238E27FC236}">
                <a16:creationId xmlns:a16="http://schemas.microsoft.com/office/drawing/2014/main" id="{CD90134D-D7AD-4BCB-966C-95616939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56778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13" name="S2_CAL_JAN_2027_DAY_13">
            <a:extLst xmlns:a="http://schemas.openxmlformats.org/drawingml/2006/main">
              <a:ext uri="{FF2B5EF4-FFF2-40B4-BE49-F238E27FC236}">
                <a16:creationId xmlns:a16="http://schemas.microsoft.com/office/drawing/2014/main" id="{E254592E-E831-4DDD-9CEF-7FE62D0E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56778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14" name="S2_CAL_JAN_2027_DAY_14">
            <a:extLst xmlns:a="http://schemas.openxmlformats.org/drawingml/2006/main">
              <a:ext uri="{FF2B5EF4-FFF2-40B4-BE49-F238E27FC236}">
                <a16:creationId xmlns:a16="http://schemas.microsoft.com/office/drawing/2014/main" id="{CC77A087-8682-4146-9619-C1D62984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56778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15" name="S2_CAL_JAN_2027_DAY_15">
            <a:extLst xmlns:a="http://schemas.openxmlformats.org/drawingml/2006/main">
              <a:ext uri="{FF2B5EF4-FFF2-40B4-BE49-F238E27FC236}">
                <a16:creationId xmlns:a16="http://schemas.microsoft.com/office/drawing/2014/main" id="{2F0CC96A-0E99-4EE3-BA26-3A45EB6A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56778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16" name="S2_CAL_JAN_2027_DAY_16">
            <a:extLst xmlns:a="http://schemas.openxmlformats.org/drawingml/2006/main">
              <a:ext uri="{FF2B5EF4-FFF2-40B4-BE49-F238E27FC236}">
                <a16:creationId xmlns:a16="http://schemas.microsoft.com/office/drawing/2014/main" id="{3FD24505-1CE3-453E-8F8D-93D03ABA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56778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17" name="S2_CAL_JAN_2027_DAY_17">
            <a:extLst xmlns:a="http://schemas.openxmlformats.org/drawingml/2006/main">
              <a:ext uri="{FF2B5EF4-FFF2-40B4-BE49-F238E27FC236}">
                <a16:creationId xmlns:a16="http://schemas.microsoft.com/office/drawing/2014/main" id="{EED8E9B1-D869-4327-A4CC-DBE053C0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8540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19" name="S2_CAL_JAN_2027_DAY_19">
            <a:extLst xmlns:a="http://schemas.openxmlformats.org/drawingml/2006/main">
              <a:ext uri="{FF2B5EF4-FFF2-40B4-BE49-F238E27FC236}">
                <a16:creationId xmlns:a16="http://schemas.microsoft.com/office/drawing/2014/main" id="{37A40FE9-582D-4CE3-81F6-2C7315F9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58540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20" name="S2_CAL_JAN_2027_DAY_20">
            <a:extLst xmlns:a="http://schemas.openxmlformats.org/drawingml/2006/main">
              <a:ext uri="{FF2B5EF4-FFF2-40B4-BE49-F238E27FC236}">
                <a16:creationId xmlns:a16="http://schemas.microsoft.com/office/drawing/2014/main" id="{5DD612DD-C7E1-4781-87F3-5A5441D7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58540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21" name="S2_CAL_JAN_2027_DAY_21">
            <a:extLst xmlns:a="http://schemas.openxmlformats.org/drawingml/2006/main">
              <a:ext uri="{FF2B5EF4-FFF2-40B4-BE49-F238E27FC236}">
                <a16:creationId xmlns:a16="http://schemas.microsoft.com/office/drawing/2014/main" id="{E0557C01-B4B4-4D93-B58A-D39E93C7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58540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22" name="S2_CAL_JAN_2027_DAY_22">
            <a:extLst xmlns:a="http://schemas.openxmlformats.org/drawingml/2006/main">
              <a:ext uri="{FF2B5EF4-FFF2-40B4-BE49-F238E27FC236}">
                <a16:creationId xmlns:a16="http://schemas.microsoft.com/office/drawing/2014/main" id="{8861A814-98FB-4A03-B30E-A7B7DFF5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58540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23" name="S2_CAL_JAN_2027_DAY_23">
            <a:extLst xmlns:a="http://schemas.openxmlformats.org/drawingml/2006/main">
              <a:ext uri="{FF2B5EF4-FFF2-40B4-BE49-F238E27FC236}">
                <a16:creationId xmlns:a16="http://schemas.microsoft.com/office/drawing/2014/main" id="{9D20EF79-C40E-49AD-AB6E-F5042152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58540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24" name="S2_CAL_JAN_2027_DAY_24">
            <a:extLst xmlns:a="http://schemas.openxmlformats.org/drawingml/2006/main">
              <a:ext uri="{FF2B5EF4-FFF2-40B4-BE49-F238E27FC236}">
                <a16:creationId xmlns:a16="http://schemas.microsoft.com/office/drawing/2014/main" id="{DC81134B-21D6-4DBC-B604-B0E085AC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030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25" name="S2_CAL_JAN_2027_DAY_25">
            <a:extLst xmlns:a="http://schemas.openxmlformats.org/drawingml/2006/main">
              <a:ext uri="{FF2B5EF4-FFF2-40B4-BE49-F238E27FC236}">
                <a16:creationId xmlns:a16="http://schemas.microsoft.com/office/drawing/2014/main" id="{11C00726-8D7F-461E-A3FB-21757B7F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6030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26" name="S2_CAL_JAN_2027_DAY_26">
            <a:extLst xmlns:a="http://schemas.openxmlformats.org/drawingml/2006/main">
              <a:ext uri="{FF2B5EF4-FFF2-40B4-BE49-F238E27FC236}">
                <a16:creationId xmlns:a16="http://schemas.microsoft.com/office/drawing/2014/main" id="{F1129CFC-275F-4BC1-901F-4B9E8127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6030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27" name="S2_CAL_JAN_2027_DAY_27">
            <a:extLst xmlns:a="http://schemas.openxmlformats.org/drawingml/2006/main">
              <a:ext uri="{FF2B5EF4-FFF2-40B4-BE49-F238E27FC236}">
                <a16:creationId xmlns:a16="http://schemas.microsoft.com/office/drawing/2014/main" id="{14C7B11C-29C0-4C74-BE81-7D78E4B4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6030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28" name="S2_CAL_JAN_2027_DAY_28">
            <a:extLst xmlns:a="http://schemas.openxmlformats.org/drawingml/2006/main">
              <a:ext uri="{FF2B5EF4-FFF2-40B4-BE49-F238E27FC236}">
                <a16:creationId xmlns:a16="http://schemas.microsoft.com/office/drawing/2014/main" id="{6E8B67B8-D484-4814-B2B9-9B558971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6030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30" name="S2_CAL_JAN_2027_DAY_30">
            <a:extLst xmlns:a="http://schemas.openxmlformats.org/drawingml/2006/main">
              <a:ext uri="{FF2B5EF4-FFF2-40B4-BE49-F238E27FC236}">
                <a16:creationId xmlns:a16="http://schemas.microsoft.com/office/drawing/2014/main" id="{03C71766-6430-4B2B-96AA-EDCE00CA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6030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31" name="S2_CAL_JAN_2027_DAY_31">
            <a:extLst xmlns:a="http://schemas.openxmlformats.org/drawingml/2006/main">
              <a:ext uri="{FF2B5EF4-FFF2-40B4-BE49-F238E27FC236}">
                <a16:creationId xmlns:a16="http://schemas.microsoft.com/office/drawing/2014/main" id="{A120898D-4DCC-4C27-9760-829AF5E1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206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32" name="S2_LEDGER_HEADER_BG">
            <a:extLst xmlns:a="http://schemas.openxmlformats.org/drawingml/2006/main">
              <a:ext uri="{FF2B5EF4-FFF2-40B4-BE49-F238E27FC236}">
                <a16:creationId xmlns:a16="http://schemas.microsoft.com/office/drawing/2014/main" id="{CE2D3A61-1E69-4B12-B3EC-06290A2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90700"/>
            <a:ext cx="6153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" name="S2_LEDGER_HEADER_WORKSTREAM">
            <a:extLst xmlns:a="http://schemas.openxmlformats.org/drawingml/2006/main">
              <a:ext uri="{FF2B5EF4-FFF2-40B4-BE49-F238E27FC236}">
                <a16:creationId xmlns:a16="http://schemas.microsoft.com/office/drawing/2014/main" id="{29D902EB-58D7-4387-A44B-B3612F75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90700"/>
            <a:ext cx="1962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WORKSTREAM</a:t>
            </a:r>
          </a:p>
        </p:txBody>
      </p:sp>
      <p:sp>
        <p:nvSpPr>
          <p:cNvPr id="534" name="S2_LEDGER_HEADER_COMMENTARY">
            <a:extLst xmlns:a="http://schemas.openxmlformats.org/drawingml/2006/main">
              <a:ext uri="{FF2B5EF4-FFF2-40B4-BE49-F238E27FC236}">
                <a16:creationId xmlns:a16="http://schemas.microsoft.com/office/drawing/2014/main" id="{C5D43A9C-8DAA-40A6-B6D4-5F615BE2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90700"/>
            <a:ext cx="3771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COMMENTARY</a:t>
            </a:r>
          </a:p>
        </p:txBody>
      </p:sp>
      <p:sp>
        <p:nvSpPr>
          <p:cNvPr id="535" name="S2_LEDGER_HEADER_RULE">
            <a:extLst xmlns:a="http://schemas.openxmlformats.org/drawingml/2006/main">
              <a:ext uri="{FF2B5EF4-FFF2-40B4-BE49-F238E27FC236}">
                <a16:creationId xmlns:a16="http://schemas.microsoft.com/office/drawing/2014/main" id="{1A263D97-1615-483E-B467-0EB0A8F7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90725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4A87D"/>
            </a:solidFill>
            <a:prstDash val="solid"/>
          </a:ln>
        </p:spPr>
      </p:sp>
      <p:sp>
        <p:nvSpPr>
          <p:cNvPr id="536" name="S2_LEDGER_COLUMN_RULE">
            <a:extLst xmlns:a="http://schemas.openxmlformats.org/drawingml/2006/main">
              <a:ext uri="{FF2B5EF4-FFF2-40B4-BE49-F238E27FC236}">
                <a16:creationId xmlns:a16="http://schemas.microsoft.com/office/drawing/2014/main" id="{FB0CB136-445D-4242-8B4F-1202A7DF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90700"/>
            <a:ext cx="0" cy="3419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E5E7EB"/>
            </a:solidFill>
            <a:prstDash val="solid"/>
          </a:ln>
        </p:spPr>
      </p:sp>
      <p:sp>
        <p:nvSpPr>
          <p:cNvPr id="537" name="S2_SECTION_KPP_ACCENT">
            <a:extLst xmlns:a="http://schemas.openxmlformats.org/drawingml/2006/main">
              <a:ext uri="{FF2B5EF4-FFF2-40B4-BE49-F238E27FC236}">
                <a16:creationId xmlns:a16="http://schemas.microsoft.com/office/drawing/2014/main" id="{D9BF77D0-9095-47E9-B941-C64887B0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478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766B43"/>
            </a:solidFill>
            <a:prstDash val="solid"/>
          </a:ln>
        </p:spPr>
      </p:sp>
      <p:sp>
        <p:nvSpPr>
          <p:cNvPr id="538" name="S2_SECTION_KPP_LABEL">
            <a:extLst xmlns:a="http://schemas.openxmlformats.org/drawingml/2006/main">
              <a:ext uri="{FF2B5EF4-FFF2-40B4-BE49-F238E27FC236}">
                <a16:creationId xmlns:a16="http://schemas.microsoft.com/office/drawing/2014/main" id="{BF78E48B-ED25-47FB-BF64-B73E55F7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85975"/>
            <a:ext cx="3938016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0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KEY PROCESS PREPARATION</a:t>
            </a:r>
          </a:p>
        </p:txBody>
      </p:sp>
      <p:sp>
        <p:nvSpPr>
          <p:cNvPr id="539" name="S2_SECTION_KPP_DETAIL">
            <a:extLst xmlns:a="http://schemas.openxmlformats.org/drawingml/2006/main">
              <a:ext uri="{FF2B5EF4-FFF2-40B4-BE49-F238E27FC236}">
                <a16:creationId xmlns:a16="http://schemas.microsoft.com/office/drawing/2014/main" id="{C7ADAFCA-D2AD-40F6-B3C4-EBB254FF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277" y="2085975"/>
            <a:ext cx="2584323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52525B"/>
                </a:solidFill>
                <a:latin typeface="Arial"/>
                <a:ea typeface="Arial"/>
                <a:cs typeface="Arial"/>
              </a:rPr>
              <a:t>AUG 25–OCT 15</a:t>
            </a:r>
          </a:p>
        </p:txBody>
      </p:sp>
      <p:sp>
        <p:nvSpPr>
          <p:cNvPr id="540" name="S2_KPP_ROW_01_WORKSTREAM_BG">
            <a:extLst xmlns:a="http://schemas.openxmlformats.org/drawingml/2006/main">
              <a:ext uri="{FF2B5EF4-FFF2-40B4-BE49-F238E27FC236}">
                <a16:creationId xmlns:a16="http://schemas.microsoft.com/office/drawing/2014/main" id="{AE57B1A4-09C4-48FC-B89E-4754FAFF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66950"/>
            <a:ext cx="21526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S2_KPP_ROW_01_ACCENT">
            <a:extLst xmlns:a="http://schemas.openxmlformats.org/drawingml/2006/main">
              <a:ext uri="{FF2B5EF4-FFF2-40B4-BE49-F238E27FC236}">
                <a16:creationId xmlns:a16="http://schemas.microsoft.com/office/drawing/2014/main" id="{8AA08DE5-1161-4157-B2EB-F1229A31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66950"/>
            <a:ext cx="285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S2_KPP_ROW_01_WORKSTREAM">
            <a:extLst xmlns:a="http://schemas.openxmlformats.org/drawingml/2006/main">
              <a:ext uri="{FF2B5EF4-FFF2-40B4-BE49-F238E27FC236}">
                <a16:creationId xmlns:a16="http://schemas.microsoft.com/office/drawing/2014/main" id="{82C55C79-A2A4-48D2-9C16-B359A82D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9552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832" b="1">
                <a:solidFill>
                  <a:srgbClr val="3F3F46"/>
                </a:solidFill>
                <a:latin typeface="Arial"/>
                <a:ea typeface="Arial"/>
                <a:cs typeface="Arial"/>
              </a:rPr>
              <a:t>Banker Education Materials</a:t>
            </a:r>
          </a:p>
        </p:txBody>
      </p:sp>
      <p:sp>
        <p:nvSpPr>
          <p:cNvPr id="543" name="S2_KPP_ROW_01_COMMENTARY_BG">
            <a:extLst xmlns:a="http://schemas.openxmlformats.org/drawingml/2006/main">
              <a:ext uri="{FF2B5EF4-FFF2-40B4-BE49-F238E27FC236}">
                <a16:creationId xmlns:a16="http://schemas.microsoft.com/office/drawing/2014/main" id="{2A84DE77-E4BC-41B6-8F05-F7D767DB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66950"/>
            <a:ext cx="4000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S2_KPP_ROW_01_COMMENT_1">
            <a:extLst xmlns:a="http://schemas.openxmlformats.org/drawingml/2006/main">
              <a:ext uri="{FF2B5EF4-FFF2-40B4-BE49-F238E27FC236}">
                <a16:creationId xmlns:a16="http://schemas.microsoft.com/office/drawing/2014/main" id="{7ACE4C75-ACF0-48EF-B42E-57A70991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05050"/>
            <a:ext cx="3810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5B5563"/>
                </a:solidFill>
                <a:latin typeface="Arial"/>
                <a:ea typeface="Arial"/>
                <a:cs typeface="Arial"/>
              </a:rPr>
              <a:t>• Add key update</a:t>
            </a:r>
          </a:p>
        </p:txBody>
      </p:sp>
      <p:sp>
        <p:nvSpPr>
          <p:cNvPr id="545" name="S2_KPP_ROW_01_COMMENT_2">
            <a:extLst xmlns:a="http://schemas.openxmlformats.org/drawingml/2006/main">
              <a:ext uri="{FF2B5EF4-FFF2-40B4-BE49-F238E27FC236}">
                <a16:creationId xmlns:a16="http://schemas.microsoft.com/office/drawing/2014/main" id="{A5298D19-BE8E-4A5F-B9F2-9792864C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3810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5B5563"/>
                </a:solidFill>
                <a:latin typeface="Arial"/>
                <a:ea typeface="Arial"/>
                <a:cs typeface="Arial"/>
              </a:rPr>
              <a:t>• Add dependency / next step</a:t>
            </a:r>
          </a:p>
        </p:txBody>
      </p:sp>
      <p:sp>
        <p:nvSpPr>
          <p:cNvPr id="546" name="S2_KPP_ROW_01_BOTTOM_RULE">
            <a:extLst xmlns:a="http://schemas.openxmlformats.org/drawingml/2006/main">
              <a:ext uri="{FF2B5EF4-FFF2-40B4-BE49-F238E27FC236}">
                <a16:creationId xmlns:a16="http://schemas.microsoft.com/office/drawing/2014/main" id="{195F1718-C7E9-4891-AD9C-E398E26A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38425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5E7EB"/>
            </a:solidFill>
            <a:prstDash val="solid"/>
          </a:ln>
        </p:spPr>
      </p:sp>
      <p:sp>
        <p:nvSpPr>
          <p:cNvPr id="547" name="S2_KPP_ROW_02_WORKSTREAM_BG">
            <a:extLst xmlns:a="http://schemas.openxmlformats.org/drawingml/2006/main">
              <a:ext uri="{FF2B5EF4-FFF2-40B4-BE49-F238E27FC236}">
                <a16:creationId xmlns:a16="http://schemas.microsoft.com/office/drawing/2014/main" id="{9581E8AF-608B-40C7-9F4F-993B8B14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38425"/>
            <a:ext cx="21526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S2_KPP_ROW_02_ACCENT">
            <a:extLst xmlns:a="http://schemas.openxmlformats.org/drawingml/2006/main">
              <a:ext uri="{FF2B5EF4-FFF2-40B4-BE49-F238E27FC236}">
                <a16:creationId xmlns:a16="http://schemas.microsoft.com/office/drawing/2014/main" id="{45B9EFA4-21FE-4CF6-AAA9-68467007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38425"/>
            <a:ext cx="285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S2_KPP_ROW_02_WORKSTREAM">
            <a:extLst xmlns:a="http://schemas.openxmlformats.org/drawingml/2006/main">
              <a:ext uri="{FF2B5EF4-FFF2-40B4-BE49-F238E27FC236}">
                <a16:creationId xmlns:a16="http://schemas.microsoft.com/office/drawing/2014/main" id="{FF1C39D6-E217-4FDB-82DD-C535410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67000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832" b="1">
                <a:solidFill>
                  <a:srgbClr val="3F3F46"/>
                </a:solidFill>
                <a:latin typeface="Arial"/>
                <a:ea typeface="Arial"/>
                <a:cs typeface="Arial"/>
              </a:rPr>
              <a:t>SIP</a:t>
            </a:r>
          </a:p>
        </p:txBody>
      </p:sp>
      <p:sp>
        <p:nvSpPr>
          <p:cNvPr id="550" name="S2_KPP_ROW_02_COMMENTARY_BG">
            <a:extLst xmlns:a="http://schemas.openxmlformats.org/drawingml/2006/main">
              <a:ext uri="{FF2B5EF4-FFF2-40B4-BE49-F238E27FC236}">
                <a16:creationId xmlns:a16="http://schemas.microsoft.com/office/drawing/2014/main" id="{29CBB98B-411F-4763-9CA1-5103794D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38425"/>
            <a:ext cx="4000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S2_KPP_ROW_02_COMMENT_1">
            <a:extLst xmlns:a="http://schemas.openxmlformats.org/drawingml/2006/main">
              <a:ext uri="{FF2B5EF4-FFF2-40B4-BE49-F238E27FC236}">
                <a16:creationId xmlns:a16="http://schemas.microsoft.com/office/drawing/2014/main" id="{F02A1143-EF0B-4CD7-8354-16C7EB42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76525"/>
            <a:ext cx="3810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5B5563"/>
                </a:solidFill>
                <a:latin typeface="Arial"/>
                <a:ea typeface="Arial"/>
                <a:cs typeface="Arial"/>
              </a:rPr>
              <a:t>• Add key update</a:t>
            </a:r>
          </a:p>
        </p:txBody>
      </p:sp>
      <p:sp>
        <p:nvSpPr>
          <p:cNvPr id="552" name="S2_KPP_ROW_02_COMMENT_2">
            <a:extLst xmlns:a="http://schemas.openxmlformats.org/drawingml/2006/main">
              <a:ext uri="{FF2B5EF4-FFF2-40B4-BE49-F238E27FC236}">
                <a16:creationId xmlns:a16="http://schemas.microsoft.com/office/drawing/2014/main" id="{6DF1A375-41DB-4C2B-83EA-5E6661FA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28925"/>
            <a:ext cx="3810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5B5563"/>
                </a:solidFill>
                <a:latin typeface="Arial"/>
                <a:ea typeface="Arial"/>
                <a:cs typeface="Arial"/>
              </a:rPr>
              <a:t>• Add dependency / next step</a:t>
            </a:r>
          </a:p>
        </p:txBody>
      </p:sp>
      <p:sp>
        <p:nvSpPr>
          <p:cNvPr id="553" name="S2_KPP_ROW_02_BOTTOM_RULE">
            <a:extLst xmlns:a="http://schemas.openxmlformats.org/drawingml/2006/main">
              <a:ext uri="{FF2B5EF4-FFF2-40B4-BE49-F238E27FC236}">
                <a16:creationId xmlns:a16="http://schemas.microsoft.com/office/drawing/2014/main" id="{0452B644-1C44-4558-B30E-C59F4E28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09900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5E7EB"/>
            </a:solidFill>
            <a:prstDash val="solid"/>
          </a:ln>
        </p:spPr>
      </p:sp>
      <p:sp>
        <p:nvSpPr>
          <p:cNvPr id="554" name="S2_KPP_ROW_03_WORKSTREAM_BG">
            <a:extLst xmlns:a="http://schemas.openxmlformats.org/drawingml/2006/main">
              <a:ext uri="{FF2B5EF4-FFF2-40B4-BE49-F238E27FC236}">
                <a16:creationId xmlns:a16="http://schemas.microsoft.com/office/drawing/2014/main" id="{AEE53352-117A-4AB0-8418-B6671F9F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09900"/>
            <a:ext cx="21526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S2_KPP_ROW_03_ACCENT">
            <a:extLst xmlns:a="http://schemas.openxmlformats.org/drawingml/2006/main">
              <a:ext uri="{FF2B5EF4-FFF2-40B4-BE49-F238E27FC236}">
                <a16:creationId xmlns:a16="http://schemas.microsoft.com/office/drawing/2014/main" id="{0EC0CABD-D01F-4A5D-9444-0FF9E1B1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09900"/>
            <a:ext cx="285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S2_KPP_ROW_03_WORKSTREAM">
            <a:extLst xmlns:a="http://schemas.openxmlformats.org/drawingml/2006/main">
              <a:ext uri="{FF2B5EF4-FFF2-40B4-BE49-F238E27FC236}">
                <a16:creationId xmlns:a16="http://schemas.microsoft.com/office/drawing/2014/main" id="{ED50D31D-E0EC-4890-A6C6-8D64E877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3847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832" b="1">
                <a:solidFill>
                  <a:srgbClr val="3F3F46"/>
                </a:solidFill>
                <a:latin typeface="Arial"/>
                <a:ea typeface="Arial"/>
                <a:cs typeface="Arial"/>
              </a:rPr>
              <a:t>Fireside Chat Materials</a:t>
            </a:r>
          </a:p>
        </p:txBody>
      </p:sp>
      <p:sp>
        <p:nvSpPr>
          <p:cNvPr id="557" name="S2_KPP_ROW_03_COMMENTARY_BG">
            <a:extLst xmlns:a="http://schemas.openxmlformats.org/drawingml/2006/main">
              <a:ext uri="{FF2B5EF4-FFF2-40B4-BE49-F238E27FC236}">
                <a16:creationId xmlns:a16="http://schemas.microsoft.com/office/drawing/2014/main" id="{88D1F181-EDAD-492D-A943-5E73D9C8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9900"/>
            <a:ext cx="4000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S2_KPP_ROW_03_COMMENT_1">
            <a:extLst xmlns:a="http://schemas.openxmlformats.org/drawingml/2006/main">
              <a:ext uri="{FF2B5EF4-FFF2-40B4-BE49-F238E27FC236}">
                <a16:creationId xmlns:a16="http://schemas.microsoft.com/office/drawing/2014/main" id="{BE211724-5AC0-46B9-A7BB-9FA77DF1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48000"/>
            <a:ext cx="3810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5B5563"/>
                </a:solidFill>
                <a:latin typeface="Arial"/>
                <a:ea typeface="Arial"/>
                <a:cs typeface="Arial"/>
              </a:rPr>
              <a:t>• Add key update</a:t>
            </a:r>
          </a:p>
        </p:txBody>
      </p:sp>
      <p:sp>
        <p:nvSpPr>
          <p:cNvPr id="559" name="S2_KPP_ROW_03_COMMENT_2">
            <a:extLst xmlns:a="http://schemas.openxmlformats.org/drawingml/2006/main">
              <a:ext uri="{FF2B5EF4-FFF2-40B4-BE49-F238E27FC236}">
                <a16:creationId xmlns:a16="http://schemas.microsoft.com/office/drawing/2014/main" id="{3A2E20B7-6387-46B1-8FD9-2448B530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00400"/>
            <a:ext cx="3810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5B5563"/>
                </a:solidFill>
                <a:latin typeface="Arial"/>
                <a:ea typeface="Arial"/>
                <a:cs typeface="Arial"/>
              </a:rPr>
              <a:t>• Add dependency / next step</a:t>
            </a:r>
          </a:p>
        </p:txBody>
      </p:sp>
      <p:sp>
        <p:nvSpPr>
          <p:cNvPr id="560" name="S2_KPP_ROW_03_BOTTOM_RULE">
            <a:extLst xmlns:a="http://schemas.openxmlformats.org/drawingml/2006/main">
              <a:ext uri="{FF2B5EF4-FFF2-40B4-BE49-F238E27FC236}">
                <a16:creationId xmlns:a16="http://schemas.microsoft.com/office/drawing/2014/main" id="{39293178-82A6-447F-B374-3C99B24A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81375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5E7EB"/>
            </a:solidFill>
            <a:prstDash val="solid"/>
          </a:ln>
        </p:spPr>
      </p:sp>
      <p:sp>
        <p:nvSpPr>
          <p:cNvPr id="561" name="S2_KPP_ROW_04_WORKSTREAM_BG">
            <a:extLst xmlns:a="http://schemas.openxmlformats.org/drawingml/2006/main">
              <a:ext uri="{FF2B5EF4-FFF2-40B4-BE49-F238E27FC236}">
                <a16:creationId xmlns:a16="http://schemas.microsoft.com/office/drawing/2014/main" id="{C2512FE6-AADC-4E80-A7EF-E778425C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81375"/>
            <a:ext cx="21526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S2_KPP_ROW_04_ACCENT">
            <a:extLst xmlns:a="http://schemas.openxmlformats.org/drawingml/2006/main">
              <a:ext uri="{FF2B5EF4-FFF2-40B4-BE49-F238E27FC236}">
                <a16:creationId xmlns:a16="http://schemas.microsoft.com/office/drawing/2014/main" id="{8ED86EDB-17EF-49AB-B1AF-D6609688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81375"/>
            <a:ext cx="285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S2_KPP_ROW_04_WORKSTREAM">
            <a:extLst xmlns:a="http://schemas.openxmlformats.org/drawingml/2006/main">
              <a:ext uri="{FF2B5EF4-FFF2-40B4-BE49-F238E27FC236}">
                <a16:creationId xmlns:a16="http://schemas.microsoft.com/office/drawing/2014/main" id="{8042DFED-6679-4374-98D3-EE74E826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09950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832" b="1">
                <a:solidFill>
                  <a:srgbClr val="3F3F46"/>
                </a:solidFill>
                <a:latin typeface="Arial"/>
                <a:ea typeface="Arial"/>
                <a:cs typeface="Arial"/>
              </a:rPr>
              <a:t>VDR Population</a:t>
            </a:r>
          </a:p>
        </p:txBody>
      </p:sp>
      <p:sp>
        <p:nvSpPr>
          <p:cNvPr id="564" name="S2_KPP_ROW_04_COMMENTARY_BG">
            <a:extLst xmlns:a="http://schemas.openxmlformats.org/drawingml/2006/main">
              <a:ext uri="{FF2B5EF4-FFF2-40B4-BE49-F238E27FC236}">
                <a16:creationId xmlns:a16="http://schemas.microsoft.com/office/drawing/2014/main" id="{D7A4C290-7A34-47E4-8B21-2A1D3901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81375"/>
            <a:ext cx="4000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S2_KPP_ROW_04_COMMENT_1">
            <a:extLst xmlns:a="http://schemas.openxmlformats.org/drawingml/2006/main">
              <a:ext uri="{FF2B5EF4-FFF2-40B4-BE49-F238E27FC236}">
                <a16:creationId xmlns:a16="http://schemas.microsoft.com/office/drawing/2014/main" id="{2FA85564-3A05-4153-BD2A-6D9065A2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19475"/>
            <a:ext cx="3810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5B5563"/>
                </a:solidFill>
                <a:latin typeface="Arial"/>
                <a:ea typeface="Arial"/>
                <a:cs typeface="Arial"/>
              </a:rPr>
              <a:t>• Add key update</a:t>
            </a:r>
          </a:p>
        </p:txBody>
      </p:sp>
      <p:sp>
        <p:nvSpPr>
          <p:cNvPr id="566" name="S2_KPP_ROW_04_COMMENT_2">
            <a:extLst xmlns:a="http://schemas.openxmlformats.org/drawingml/2006/main">
              <a:ext uri="{FF2B5EF4-FFF2-40B4-BE49-F238E27FC236}">
                <a16:creationId xmlns:a16="http://schemas.microsoft.com/office/drawing/2014/main" id="{A400CA08-096F-4C8D-8AA5-3864476B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71875"/>
            <a:ext cx="3810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5B5563"/>
                </a:solidFill>
                <a:latin typeface="Arial"/>
                <a:ea typeface="Arial"/>
                <a:cs typeface="Arial"/>
              </a:rPr>
              <a:t>• Add dependency / next step</a:t>
            </a:r>
          </a:p>
        </p:txBody>
      </p:sp>
      <p:sp>
        <p:nvSpPr>
          <p:cNvPr id="567" name="S2_KPP_ROW_04_BOTTOM_RULE">
            <a:extLst xmlns:a="http://schemas.openxmlformats.org/drawingml/2006/main">
              <a:ext uri="{FF2B5EF4-FFF2-40B4-BE49-F238E27FC236}">
                <a16:creationId xmlns:a16="http://schemas.microsoft.com/office/drawing/2014/main" id="{D8781DFC-5308-48D0-9B56-34CE30F0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52850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5E7EB"/>
            </a:solidFill>
            <a:prstDash val="solid"/>
          </a:ln>
        </p:spPr>
      </p:sp>
      <p:sp>
        <p:nvSpPr>
          <p:cNvPr id="568" name="S2_KPP_ROW_05_WORKSTREAM_BG">
            <a:extLst xmlns:a="http://schemas.openxmlformats.org/drawingml/2006/main">
              <a:ext uri="{FF2B5EF4-FFF2-40B4-BE49-F238E27FC236}">
                <a16:creationId xmlns:a16="http://schemas.microsoft.com/office/drawing/2014/main" id="{005DDAA7-73DE-4FFC-828D-2B0CCA47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52850"/>
            <a:ext cx="21526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S2_KPP_ROW_05_ACCENT">
            <a:extLst xmlns:a="http://schemas.openxmlformats.org/drawingml/2006/main">
              <a:ext uri="{FF2B5EF4-FFF2-40B4-BE49-F238E27FC236}">
                <a16:creationId xmlns:a16="http://schemas.microsoft.com/office/drawing/2014/main" id="{CACC19F7-D6FA-4EE3-85F6-CB297D60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52850"/>
            <a:ext cx="285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S2_KPP_ROW_05_WORKSTREAM">
            <a:extLst xmlns:a="http://schemas.openxmlformats.org/drawingml/2006/main">
              <a:ext uri="{FF2B5EF4-FFF2-40B4-BE49-F238E27FC236}">
                <a16:creationId xmlns:a16="http://schemas.microsoft.com/office/drawing/2014/main" id="{FFCA531B-773F-449E-B6DE-C7DC7957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8142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832" b="1">
                <a:solidFill>
                  <a:srgbClr val="3F3F46"/>
                </a:solidFill>
                <a:latin typeface="Arial"/>
                <a:ea typeface="Arial"/>
                <a:cs typeface="Arial"/>
              </a:rPr>
              <a:t>Data Qubes</a:t>
            </a:r>
          </a:p>
        </p:txBody>
      </p:sp>
      <p:sp>
        <p:nvSpPr>
          <p:cNvPr id="571" name="S2_KPP_ROW_05_COMMENTARY_BG">
            <a:extLst xmlns:a="http://schemas.openxmlformats.org/drawingml/2006/main">
              <a:ext uri="{FF2B5EF4-FFF2-40B4-BE49-F238E27FC236}">
                <a16:creationId xmlns:a16="http://schemas.microsoft.com/office/drawing/2014/main" id="{E56C2E8C-B52B-421E-9B97-AF0D2B18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52850"/>
            <a:ext cx="4000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S2_KPP_ROW_05_COMMENT_1">
            <a:extLst xmlns:a="http://schemas.openxmlformats.org/drawingml/2006/main">
              <a:ext uri="{FF2B5EF4-FFF2-40B4-BE49-F238E27FC236}">
                <a16:creationId xmlns:a16="http://schemas.microsoft.com/office/drawing/2014/main" id="{53027EFC-AFC2-44C0-87AF-2E053990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90950"/>
            <a:ext cx="3810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5B5563"/>
                </a:solidFill>
                <a:latin typeface="Arial"/>
                <a:ea typeface="Arial"/>
                <a:cs typeface="Arial"/>
              </a:rPr>
              <a:t>• Add key update</a:t>
            </a:r>
          </a:p>
        </p:txBody>
      </p:sp>
      <p:sp>
        <p:nvSpPr>
          <p:cNvPr id="573" name="S2_KPP_ROW_05_COMMENT_2">
            <a:extLst xmlns:a="http://schemas.openxmlformats.org/drawingml/2006/main">
              <a:ext uri="{FF2B5EF4-FFF2-40B4-BE49-F238E27FC236}">
                <a16:creationId xmlns:a16="http://schemas.microsoft.com/office/drawing/2014/main" id="{73901859-03FE-4A94-9DC4-E9E60D61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43350"/>
            <a:ext cx="3810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5B5563"/>
                </a:solidFill>
                <a:latin typeface="Arial"/>
                <a:ea typeface="Arial"/>
                <a:cs typeface="Arial"/>
              </a:rPr>
              <a:t>• Add dependency / next step</a:t>
            </a:r>
          </a:p>
        </p:txBody>
      </p:sp>
      <p:sp>
        <p:nvSpPr>
          <p:cNvPr id="574" name="S2_KPP_ROW_05_BOTTOM_RULE">
            <a:extLst xmlns:a="http://schemas.openxmlformats.org/drawingml/2006/main">
              <a:ext uri="{FF2B5EF4-FFF2-40B4-BE49-F238E27FC236}">
                <a16:creationId xmlns:a16="http://schemas.microsoft.com/office/drawing/2014/main" id="{B403DD85-9D26-4F62-8FA4-79934ECC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24325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5E7EB"/>
            </a:solidFill>
            <a:prstDash val="solid"/>
          </a:ln>
        </p:spPr>
      </p:sp>
      <p:sp>
        <p:nvSpPr>
          <p:cNvPr id="575" name="S2_SECTION_THIRD_PARTY_ACCENT">
            <a:extLst xmlns:a="http://schemas.openxmlformats.org/drawingml/2006/main">
              <a:ext uri="{FF2B5EF4-FFF2-40B4-BE49-F238E27FC236}">
                <a16:creationId xmlns:a16="http://schemas.microsoft.com/office/drawing/2014/main" id="{79A58503-0488-498E-A3C7-BD0666E8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910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E3A5F"/>
            </a:solidFill>
            <a:prstDash val="solid"/>
          </a:ln>
        </p:spPr>
      </p:sp>
      <p:sp>
        <p:nvSpPr>
          <p:cNvPr id="576" name="S2_SECTION_THIRD_PARTY_LABEL">
            <a:extLst xmlns:a="http://schemas.openxmlformats.org/drawingml/2006/main">
              <a:ext uri="{FF2B5EF4-FFF2-40B4-BE49-F238E27FC236}">
                <a16:creationId xmlns:a16="http://schemas.microsoft.com/office/drawing/2014/main" id="{A3337531-1A49-43AA-985E-838872F3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29100"/>
            <a:ext cx="3938016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0" b="1">
                <a:solidFill>
                  <a:srgbClr val="1E3A5F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1E3A5F"/>
                </a:solidFill>
                <a:latin typeface="Arial"/>
                <a:ea typeface="Arial"/>
                <a:cs typeface="Arial"/>
              </a:rPr>
              <a:t>THIRD PARTY WORK STREAMS</a:t>
            </a:r>
          </a:p>
        </p:txBody>
      </p:sp>
      <p:sp>
        <p:nvSpPr>
          <p:cNvPr id="577" name="S2_SECTION_THIRD_PARTY_DETAIL">
            <a:extLst xmlns:a="http://schemas.openxmlformats.org/drawingml/2006/main">
              <a:ext uri="{FF2B5EF4-FFF2-40B4-BE49-F238E27FC236}">
                <a16:creationId xmlns:a16="http://schemas.microsoft.com/office/drawing/2014/main" id="{426B0CA2-A45F-45ED-9EC5-02978758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277" y="4229100"/>
            <a:ext cx="2584323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52525B"/>
                </a:solidFill>
                <a:latin typeface="Arial"/>
                <a:ea typeface="Arial"/>
                <a:cs typeface="Arial"/>
              </a:rPr>
              <a:t>ACTIVE FROM AUG 25</a:t>
            </a:r>
          </a:p>
        </p:txBody>
      </p:sp>
      <p:sp>
        <p:nvSpPr>
          <p:cNvPr id="578" name="S2_THIRD_PARTY_MS_WORKSTREAM_BG">
            <a:extLst xmlns:a="http://schemas.openxmlformats.org/drawingml/2006/main">
              <a:ext uri="{FF2B5EF4-FFF2-40B4-BE49-F238E27FC236}">
                <a16:creationId xmlns:a16="http://schemas.microsoft.com/office/drawing/2014/main" id="{800F9144-0D03-4D03-83DD-929C1B19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10075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S2_THIRD_PARTY_MS_ACCENT">
            <a:extLst xmlns:a="http://schemas.openxmlformats.org/drawingml/2006/main">
              <a:ext uri="{FF2B5EF4-FFF2-40B4-BE49-F238E27FC236}">
                <a16:creationId xmlns:a16="http://schemas.microsoft.com/office/drawing/2014/main" id="{C86AC536-6F1D-4FD5-B768-B242513F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1007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S2_THIRD_PARTY_MS_WORKSTREAM">
            <a:extLst xmlns:a="http://schemas.openxmlformats.org/drawingml/2006/main">
              <a:ext uri="{FF2B5EF4-FFF2-40B4-BE49-F238E27FC236}">
                <a16:creationId xmlns:a16="http://schemas.microsoft.com/office/drawing/2014/main" id="{1F8FDEA9-EF05-433A-9A27-E2633394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386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832" b="1">
                <a:solidFill>
                  <a:srgbClr val="3F3F46"/>
                </a:solidFill>
                <a:latin typeface="Arial"/>
                <a:ea typeface="Arial"/>
                <a:cs typeface="Arial"/>
              </a:rPr>
              <a:t>Market Study  —  Aug 25–Oct 6</a:t>
            </a:r>
          </a:p>
        </p:txBody>
      </p:sp>
      <p:sp>
        <p:nvSpPr>
          <p:cNvPr id="581" name="S2_THIRD_PARTY_MS_COMMENTARY_BG">
            <a:extLst xmlns:a="http://schemas.openxmlformats.org/drawingml/2006/main">
              <a:ext uri="{FF2B5EF4-FFF2-40B4-BE49-F238E27FC236}">
                <a16:creationId xmlns:a16="http://schemas.microsoft.com/office/drawing/2014/main" id="{85849B78-53F9-48C0-93FA-429B05C2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10075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S2_THIRD_PARTY_MS_COMMENT_1">
            <a:extLst xmlns:a="http://schemas.openxmlformats.org/drawingml/2006/main">
              <a:ext uri="{FF2B5EF4-FFF2-40B4-BE49-F238E27FC236}">
                <a16:creationId xmlns:a16="http://schemas.microsoft.com/office/drawing/2014/main" id="{CC0D851C-906B-4633-A325-D83B8335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48175"/>
            <a:ext cx="3810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5B5563"/>
                </a:solidFill>
                <a:latin typeface="Arial"/>
                <a:ea typeface="Arial"/>
                <a:cs typeface="Arial"/>
              </a:rPr>
              <a:t>• Add key update</a:t>
            </a:r>
          </a:p>
        </p:txBody>
      </p:sp>
      <p:sp>
        <p:nvSpPr>
          <p:cNvPr id="583" name="S2_THIRD_PARTY_MS_COMMENT_2">
            <a:extLst xmlns:a="http://schemas.openxmlformats.org/drawingml/2006/main">
              <a:ext uri="{FF2B5EF4-FFF2-40B4-BE49-F238E27FC236}">
                <a16:creationId xmlns:a16="http://schemas.microsoft.com/office/drawing/2014/main" id="{A458E87E-A345-46B4-8480-272EE1E5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00575"/>
            <a:ext cx="3810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5B5563"/>
                </a:solidFill>
                <a:latin typeface="Arial"/>
                <a:ea typeface="Arial"/>
                <a:cs typeface="Arial"/>
              </a:rPr>
              <a:t>• Add dependency / next step</a:t>
            </a:r>
          </a:p>
        </p:txBody>
      </p:sp>
      <p:sp>
        <p:nvSpPr>
          <p:cNvPr id="584" name="S2_THIRD_PARTY_MS_BOTTOM_RULE">
            <a:extLst xmlns:a="http://schemas.openxmlformats.org/drawingml/2006/main">
              <a:ext uri="{FF2B5EF4-FFF2-40B4-BE49-F238E27FC236}">
                <a16:creationId xmlns:a16="http://schemas.microsoft.com/office/drawing/2014/main" id="{F94F1027-9B22-4915-AC69-8F9BA5BF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10125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5E7EB"/>
            </a:solidFill>
            <a:prstDash val="solid"/>
          </a:ln>
        </p:spPr>
      </p:sp>
      <p:sp>
        <p:nvSpPr>
          <p:cNvPr id="585" name="S2_THIRD_PARTY_QOE_WORKSTREAM_BG">
            <a:extLst xmlns:a="http://schemas.openxmlformats.org/drawingml/2006/main">
              <a:ext uri="{FF2B5EF4-FFF2-40B4-BE49-F238E27FC236}">
                <a16:creationId xmlns:a16="http://schemas.microsoft.com/office/drawing/2014/main" id="{D0FBCF23-825D-49C5-841F-9B2E5F7B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10125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S2_THIRD_PARTY_QOE_WORKSTREAM">
            <a:extLst xmlns:a="http://schemas.openxmlformats.org/drawingml/2006/main">
              <a:ext uri="{FF2B5EF4-FFF2-40B4-BE49-F238E27FC236}">
                <a16:creationId xmlns:a16="http://schemas.microsoft.com/office/drawing/2014/main" id="{A3223C10-C3AC-4633-BA23-48164852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8387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832" b="1">
                <a:solidFill>
                  <a:srgbClr val="3F3F46"/>
                </a:solidFill>
                <a:latin typeface="Arial"/>
                <a:ea typeface="Arial"/>
                <a:cs typeface="Arial"/>
              </a:rPr>
              <a:t>QOE  —  Aug 25–Sep 22</a:t>
            </a:r>
          </a:p>
        </p:txBody>
      </p:sp>
      <p:sp>
        <p:nvSpPr>
          <p:cNvPr id="588" name="S2_THIRD_PARTY_QOE_COMMENTARY_BG">
            <a:extLst xmlns:a="http://schemas.openxmlformats.org/drawingml/2006/main">
              <a:ext uri="{FF2B5EF4-FFF2-40B4-BE49-F238E27FC236}">
                <a16:creationId xmlns:a16="http://schemas.microsoft.com/office/drawing/2014/main" id="{84ABF826-817B-4219-8E0A-67D70CA1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10125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S2_THIRD_PARTY_QOE_COMMENT_1">
            <a:extLst xmlns:a="http://schemas.openxmlformats.org/drawingml/2006/main">
              <a:ext uri="{FF2B5EF4-FFF2-40B4-BE49-F238E27FC236}">
                <a16:creationId xmlns:a16="http://schemas.microsoft.com/office/drawing/2014/main" id="{B16778F4-A4F2-4044-9BDB-9E365805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48225"/>
            <a:ext cx="3810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5B5563"/>
                </a:solidFill>
                <a:latin typeface="Arial"/>
                <a:ea typeface="Arial"/>
                <a:cs typeface="Arial"/>
              </a:rPr>
              <a:t>• Add key update</a:t>
            </a:r>
          </a:p>
        </p:txBody>
      </p:sp>
      <p:sp>
        <p:nvSpPr>
          <p:cNvPr id="590" name="S2_THIRD_PARTY_QOE_COMMENT_2">
            <a:extLst xmlns:a="http://schemas.openxmlformats.org/drawingml/2006/main">
              <a:ext uri="{FF2B5EF4-FFF2-40B4-BE49-F238E27FC236}">
                <a16:creationId xmlns:a16="http://schemas.microsoft.com/office/drawing/2014/main" id="{BB80A438-097A-4D55-AF44-85A955D7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00625"/>
            <a:ext cx="3810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5B5563"/>
                </a:solidFill>
                <a:latin typeface="Arial"/>
                <a:ea typeface="Arial"/>
                <a:cs typeface="Arial"/>
              </a:rPr>
              <a:t>• Add dependency / next step</a:t>
            </a:r>
          </a:p>
        </p:txBody>
      </p:sp>
      <p:sp>
        <p:nvSpPr>
          <p:cNvPr id="591" name="S2_THIRD_PARTY_QOE_BOTTOM_RULE">
            <a:extLst xmlns:a="http://schemas.openxmlformats.org/drawingml/2006/main">
              <a:ext uri="{FF2B5EF4-FFF2-40B4-BE49-F238E27FC236}">
                <a16:creationId xmlns:a16="http://schemas.microsoft.com/office/drawing/2014/main" id="{1BC19FB3-5061-4712-824F-3BB9641D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210175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5E7EB"/>
            </a:solidFill>
            <a:prstDash val="solid"/>
          </a:ln>
        </p:spPr>
      </p:sp>
      <p:sp>
        <p:nvSpPr>
          <p:cNvPr id="592" name="S2_SECTION_KEY_DATES_ACCENT">
            <a:extLst xmlns:a="http://schemas.openxmlformats.org/drawingml/2006/main">
              <a:ext uri="{FF2B5EF4-FFF2-40B4-BE49-F238E27FC236}">
                <a16:creationId xmlns:a16="http://schemas.microsoft.com/office/drawing/2014/main" id="{6EEFB350-CA39-4CCF-A74D-96AA8C02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3911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442142"/>
            </a:solidFill>
            <a:prstDash val="solid"/>
          </a:ln>
        </p:spPr>
      </p:sp>
      <p:sp>
        <p:nvSpPr>
          <p:cNvPr id="593" name="S2_SECTION_KEY_DATES_LABEL">
            <a:extLst xmlns:a="http://schemas.openxmlformats.org/drawingml/2006/main">
              <a:ext uri="{FF2B5EF4-FFF2-40B4-BE49-F238E27FC236}">
                <a16:creationId xmlns:a16="http://schemas.microsoft.com/office/drawing/2014/main" id="{2A32EE53-8B17-4621-AE9C-B0BDE7C1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429250"/>
            <a:ext cx="3938016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0" b="1">
                <a:solidFill>
                  <a:srgbClr val="442142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442142"/>
                </a:solidFill>
                <a:latin typeface="Arial"/>
                <a:ea typeface="Arial"/>
                <a:cs typeface="Arial"/>
              </a:rPr>
              <a:t>KEY DATES</a:t>
            </a:r>
          </a:p>
        </p:txBody>
      </p:sp>
      <p:sp>
        <p:nvSpPr>
          <p:cNvPr id="594" name="S2_SECTION_KEY_DATES_DETAIL">
            <a:extLst xmlns:a="http://schemas.openxmlformats.org/drawingml/2006/main">
              <a:ext uri="{FF2B5EF4-FFF2-40B4-BE49-F238E27FC236}">
                <a16:creationId xmlns:a16="http://schemas.microsoft.com/office/drawing/2014/main" id="{2CCBF2BC-E7C7-4A42-9964-46D68649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277" y="5429250"/>
            <a:ext cx="2584323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52525B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52525B"/>
                </a:solidFill>
                <a:latin typeface="Arial"/>
                <a:ea typeface="Arial"/>
                <a:cs typeface="Arial"/>
              </a:rPr>
              <a:t>ILLUSTRATIVE DATES  ·  EDITABLE</a:t>
            </a:r>
          </a:p>
        </p:txBody>
      </p:sp>
      <p:sp>
        <p:nvSpPr>
          <p:cNvPr id="595" name="S2_KEYDATE_K1_MARKER">
            <a:extLst xmlns:a="http://schemas.openxmlformats.org/drawingml/2006/main">
              <a:ext uri="{FF2B5EF4-FFF2-40B4-BE49-F238E27FC236}">
                <a16:creationId xmlns:a16="http://schemas.microsoft.com/office/drawing/2014/main" id="{873C954D-58FC-408C-8AD8-CDCE3F63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715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K1</a:t>
            </a:r>
          </a:p>
        </p:txBody>
      </p:sp>
      <p:sp>
        <p:nvSpPr>
          <p:cNvPr id="596" name="S2_KEYDATE_K1_TITLE">
            <a:extLst xmlns:a="http://schemas.openxmlformats.org/drawingml/2006/main">
              <a:ext uri="{FF2B5EF4-FFF2-40B4-BE49-F238E27FC236}">
                <a16:creationId xmlns:a16="http://schemas.microsoft.com/office/drawing/2014/main" id="{4780C451-BA2D-4674-884E-4F365E5B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76900"/>
            <a:ext cx="2600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1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3F3F46"/>
                </a:solidFill>
                <a:latin typeface="Arial"/>
                <a:ea typeface="Arial"/>
                <a:cs typeface="Arial"/>
              </a:rPr>
              <a:t>Process Launch</a:t>
            </a:r>
          </a:p>
        </p:txBody>
      </p:sp>
      <p:sp>
        <p:nvSpPr>
          <p:cNvPr id="597" name="S2_KEYDATE_K1_DATE">
            <a:extLst xmlns:a="http://schemas.openxmlformats.org/drawingml/2006/main">
              <a:ext uri="{FF2B5EF4-FFF2-40B4-BE49-F238E27FC236}">
                <a16:creationId xmlns:a16="http://schemas.microsoft.com/office/drawing/2014/main" id="{AB265719-EAEF-46FD-9DE5-5EE6876D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829300"/>
            <a:ext cx="2600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" b="1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5B5563"/>
                </a:solidFill>
                <a:latin typeface="Arial"/>
                <a:ea typeface="Arial"/>
                <a:cs typeface="Arial"/>
              </a:rPr>
              <a:t>OCT 19</a:t>
            </a:r>
          </a:p>
        </p:txBody>
      </p:sp>
      <p:sp>
        <p:nvSpPr>
          <p:cNvPr id="598" name="S2_KEYDATE_K1_RULE">
            <a:extLst xmlns:a="http://schemas.openxmlformats.org/drawingml/2006/main">
              <a:ext uri="{FF2B5EF4-FFF2-40B4-BE49-F238E27FC236}">
                <a16:creationId xmlns:a16="http://schemas.microsoft.com/office/drawing/2014/main" id="{8F8A85CE-F9FD-48CC-968C-A57E3F0D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0075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5E7EB"/>
            </a:solidFill>
            <a:prstDash val="solid"/>
          </a:ln>
        </p:spPr>
      </p:sp>
      <p:sp>
        <p:nvSpPr>
          <p:cNvPr id="599" name="S2_KEYDATE_K2_MARKER">
            <a:extLst xmlns:a="http://schemas.openxmlformats.org/drawingml/2006/main">
              <a:ext uri="{FF2B5EF4-FFF2-40B4-BE49-F238E27FC236}">
                <a16:creationId xmlns:a16="http://schemas.microsoft.com/office/drawing/2014/main" id="{37FC3D1D-9E1C-40FE-98A4-1FD0949B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715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K2</a:t>
            </a:r>
          </a:p>
        </p:txBody>
      </p:sp>
      <p:sp>
        <p:nvSpPr>
          <p:cNvPr id="600" name="S2_KEYDATE_K2_TITLE">
            <a:extLst xmlns:a="http://schemas.openxmlformats.org/drawingml/2006/main">
              <a:ext uri="{FF2B5EF4-FFF2-40B4-BE49-F238E27FC236}">
                <a16:creationId xmlns:a16="http://schemas.microsoft.com/office/drawing/2014/main" id="{BE2AD1F5-D72B-4D76-B6D1-AF81648A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676900"/>
            <a:ext cx="2600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1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3F3F46"/>
                </a:solidFill>
                <a:latin typeface="Arial"/>
                <a:ea typeface="Arial"/>
                <a:cs typeface="Arial"/>
              </a:rPr>
              <a:t>Phase 1 Bids</a:t>
            </a:r>
          </a:p>
        </p:txBody>
      </p:sp>
      <p:sp>
        <p:nvSpPr>
          <p:cNvPr id="601" name="S2_KEYDATE_K2_DATE">
            <a:extLst xmlns:a="http://schemas.openxmlformats.org/drawingml/2006/main">
              <a:ext uri="{FF2B5EF4-FFF2-40B4-BE49-F238E27FC236}">
                <a16:creationId xmlns:a16="http://schemas.microsoft.com/office/drawing/2014/main" id="{FD0B9066-5F28-4564-93C2-C1BBC260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829300"/>
            <a:ext cx="2600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" b="1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5B5563"/>
                </a:solidFill>
                <a:latin typeface="Arial"/>
                <a:ea typeface="Arial"/>
                <a:cs typeface="Arial"/>
              </a:rPr>
              <a:t>NOV 16</a:t>
            </a:r>
          </a:p>
        </p:txBody>
      </p:sp>
      <p:sp>
        <p:nvSpPr>
          <p:cNvPr id="602" name="S2_KEYDATE_K2_RULE">
            <a:extLst xmlns:a="http://schemas.openxmlformats.org/drawingml/2006/main">
              <a:ext uri="{FF2B5EF4-FFF2-40B4-BE49-F238E27FC236}">
                <a16:creationId xmlns:a16="http://schemas.microsoft.com/office/drawing/2014/main" id="{4C4BE444-8C79-40F0-B3F7-0D4489A9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5E7EB"/>
            </a:solidFill>
            <a:prstDash val="solid"/>
          </a:ln>
        </p:spPr>
      </p:sp>
      <p:sp>
        <p:nvSpPr>
          <p:cNvPr id="603" name="S2_KEYDATE_K3_MARKER">
            <a:extLst xmlns:a="http://schemas.openxmlformats.org/drawingml/2006/main">
              <a:ext uri="{FF2B5EF4-FFF2-40B4-BE49-F238E27FC236}">
                <a16:creationId xmlns:a16="http://schemas.microsoft.com/office/drawing/2014/main" id="{7D2C4934-E35A-4CE2-B34A-7F42B2E4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096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K3</a:t>
            </a:r>
          </a:p>
        </p:txBody>
      </p:sp>
      <p:sp>
        <p:nvSpPr>
          <p:cNvPr id="604" name="S2_KEYDATE_K3_TITLE">
            <a:extLst xmlns:a="http://schemas.openxmlformats.org/drawingml/2006/main">
              <a:ext uri="{FF2B5EF4-FFF2-40B4-BE49-F238E27FC236}">
                <a16:creationId xmlns:a16="http://schemas.microsoft.com/office/drawing/2014/main" id="{0AC40486-9CF0-4F9D-8B0E-FE39B971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57900"/>
            <a:ext cx="2600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1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3F3F46"/>
                </a:solidFill>
                <a:latin typeface="Arial"/>
                <a:ea typeface="Arial"/>
                <a:cs typeface="Arial"/>
              </a:rPr>
              <a:t>Check-in Bids</a:t>
            </a:r>
          </a:p>
        </p:txBody>
      </p:sp>
      <p:sp>
        <p:nvSpPr>
          <p:cNvPr id="605" name="S2_KEYDATE_K3_DATE">
            <a:extLst xmlns:a="http://schemas.openxmlformats.org/drawingml/2006/main">
              <a:ext uri="{FF2B5EF4-FFF2-40B4-BE49-F238E27FC236}">
                <a16:creationId xmlns:a16="http://schemas.microsoft.com/office/drawing/2014/main" id="{620FC814-13DD-4598-9288-29478A2A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210300"/>
            <a:ext cx="2600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" b="1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5B5563"/>
                </a:solidFill>
                <a:latin typeface="Arial"/>
                <a:ea typeface="Arial"/>
                <a:cs typeface="Arial"/>
              </a:rPr>
              <a:t>DEC 7</a:t>
            </a:r>
          </a:p>
        </p:txBody>
      </p:sp>
      <p:sp>
        <p:nvSpPr>
          <p:cNvPr id="606" name="S2_KEYDATE_K3_RULE">
            <a:extLst xmlns:a="http://schemas.openxmlformats.org/drawingml/2006/main">
              <a:ext uri="{FF2B5EF4-FFF2-40B4-BE49-F238E27FC236}">
                <a16:creationId xmlns:a16="http://schemas.microsoft.com/office/drawing/2014/main" id="{ECA15879-0AAD-4E9F-B7E8-62086D7E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38175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5E7EB"/>
            </a:solidFill>
            <a:prstDash val="solid"/>
          </a:ln>
        </p:spPr>
      </p:sp>
      <p:sp>
        <p:nvSpPr>
          <p:cNvPr id="607" name="S2_KEYDATE_K4_MARKER">
            <a:extLst xmlns:a="http://schemas.openxmlformats.org/drawingml/2006/main">
              <a:ext uri="{FF2B5EF4-FFF2-40B4-BE49-F238E27FC236}">
                <a16:creationId xmlns:a16="http://schemas.microsoft.com/office/drawing/2014/main" id="{DACE605D-485D-47B2-A8AA-C034DB89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096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K4</a:t>
            </a:r>
          </a:p>
        </p:txBody>
      </p:sp>
      <p:sp>
        <p:nvSpPr>
          <p:cNvPr id="608" name="S2_KEYDATE_K4_TITLE">
            <a:extLst xmlns:a="http://schemas.openxmlformats.org/drawingml/2006/main">
              <a:ext uri="{FF2B5EF4-FFF2-40B4-BE49-F238E27FC236}">
                <a16:creationId xmlns:a16="http://schemas.microsoft.com/office/drawing/2014/main" id="{BFC94B5E-AEE5-496F-84FD-76B6D6FE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57900"/>
            <a:ext cx="2600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1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3F3F46"/>
                </a:solidFill>
                <a:latin typeface="Arial"/>
                <a:ea typeface="Arial"/>
                <a:cs typeface="Arial"/>
              </a:rPr>
              <a:t>Phase 2 Bids</a:t>
            </a:r>
          </a:p>
        </p:txBody>
      </p:sp>
      <p:sp>
        <p:nvSpPr>
          <p:cNvPr id="609" name="S2_KEYDATE_K4_DATE">
            <a:extLst xmlns:a="http://schemas.openxmlformats.org/drawingml/2006/main">
              <a:ext uri="{FF2B5EF4-FFF2-40B4-BE49-F238E27FC236}">
                <a16:creationId xmlns:a16="http://schemas.microsoft.com/office/drawing/2014/main" id="{811FB871-8624-4BC7-AF31-B4CE53A8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210300"/>
            <a:ext cx="2600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" b="1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5B5563"/>
                </a:solidFill>
                <a:latin typeface="Arial"/>
                <a:ea typeface="Arial"/>
                <a:cs typeface="Arial"/>
              </a:rPr>
              <a:t>JAN 11</a:t>
            </a:r>
          </a:p>
        </p:txBody>
      </p:sp>
      <p:sp>
        <p:nvSpPr>
          <p:cNvPr id="610" name="S2_KEYDATE_K4_RULE">
            <a:extLst xmlns:a="http://schemas.openxmlformats.org/drawingml/2006/main">
              <a:ext uri="{FF2B5EF4-FFF2-40B4-BE49-F238E27FC236}">
                <a16:creationId xmlns:a16="http://schemas.microsoft.com/office/drawing/2014/main" id="{D4AEAE6E-E445-4382-B0FC-D7E2D98C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38175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5E7EB"/>
            </a:solidFill>
            <a:prstDash val="solid"/>
          </a:ln>
        </p:spPr>
      </p:sp>
      <p:sp>
        <p:nvSpPr>
          <p:cNvPr id="611" name="S2_KEYDATE_K5_MARKER">
            <a:extLst xmlns:a="http://schemas.openxmlformats.org/drawingml/2006/main">
              <a:ext uri="{FF2B5EF4-FFF2-40B4-BE49-F238E27FC236}">
                <a16:creationId xmlns:a16="http://schemas.microsoft.com/office/drawing/2014/main" id="{DF2FA0DF-4290-4E79-B19B-C88B58E6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477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K5</a:t>
            </a:r>
          </a:p>
        </p:txBody>
      </p:sp>
      <p:sp>
        <p:nvSpPr>
          <p:cNvPr id="612" name="S2_KEYDATE_K5_TITLE">
            <a:extLst xmlns:a="http://schemas.openxmlformats.org/drawingml/2006/main">
              <a:ext uri="{FF2B5EF4-FFF2-40B4-BE49-F238E27FC236}">
                <a16:creationId xmlns:a16="http://schemas.microsoft.com/office/drawing/2014/main" id="{5A0CA76C-002A-4407-B07B-627ABD32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438900"/>
            <a:ext cx="2600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1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3F3F46"/>
                </a:solidFill>
                <a:latin typeface="Arial"/>
                <a:ea typeface="Arial"/>
                <a:cs typeface="Arial"/>
              </a:rPr>
              <a:t>Signing</a:t>
            </a:r>
          </a:p>
        </p:txBody>
      </p:sp>
      <p:sp>
        <p:nvSpPr>
          <p:cNvPr id="613" name="S2_KEYDATE_K5_DATE">
            <a:extLst xmlns:a="http://schemas.openxmlformats.org/drawingml/2006/main">
              <a:ext uri="{FF2B5EF4-FFF2-40B4-BE49-F238E27FC236}">
                <a16:creationId xmlns:a16="http://schemas.microsoft.com/office/drawing/2014/main" id="{D650F239-F4ED-4EC3-96F4-EAD2CA63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591300"/>
            <a:ext cx="2600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" b="1">
                <a:solidFill>
                  <a:srgbClr val="5B5563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5B5563"/>
                </a:solidFill>
                <a:latin typeface="Arial"/>
                <a:ea typeface="Arial"/>
                <a:cs typeface="Arial"/>
              </a:rPr>
              <a:t>JAN 29</a:t>
            </a:r>
          </a:p>
        </p:txBody>
      </p:sp>
      <p:sp>
        <p:nvSpPr>
          <p:cNvPr id="614" name="S2_KEYDATE_K5_RULE">
            <a:extLst xmlns:a="http://schemas.openxmlformats.org/drawingml/2006/main">
              <a:ext uri="{FF2B5EF4-FFF2-40B4-BE49-F238E27FC236}">
                <a16:creationId xmlns:a16="http://schemas.microsoft.com/office/drawing/2014/main" id="{5DEB0DF8-333D-421C-B683-3D17ADE6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76275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5E7EB"/>
            </a:solidFill>
            <a:prstDash val="solid"/>
          </a:ln>
        </p:spPr>
      </p:sp>
      <p:sp>
        <p:nvSpPr>
          <p:cNvPr id="615" name="S2_KEYDATE_K6_MARKER">
            <a:extLst xmlns:a="http://schemas.openxmlformats.org/drawingml/2006/main">
              <a:ext uri="{FF2B5EF4-FFF2-40B4-BE49-F238E27FC236}">
                <a16:creationId xmlns:a16="http://schemas.microsoft.com/office/drawing/2014/main" id="{CF68FBBD-3DE7-4FD8-BCCE-3F646455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477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6F76"/>
          </a:solidFill>
          <a:ln xmlns:a="http://schemas.openxmlformats.org/drawingml/2006/main" w="6668">
            <a:solidFill>
              <a:srgbClr val="6B6F7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K6</a:t>
            </a:r>
          </a:p>
        </p:txBody>
      </p:sp>
      <p:sp>
        <p:nvSpPr>
          <p:cNvPr id="616" name="S2_KEYDATE_K6_TITLE">
            <a:extLst xmlns:a="http://schemas.openxmlformats.org/drawingml/2006/main">
              <a:ext uri="{FF2B5EF4-FFF2-40B4-BE49-F238E27FC236}">
                <a16:creationId xmlns:a16="http://schemas.microsoft.com/office/drawing/2014/main" id="{07558CB4-C797-403F-98E7-BF8D357A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38900"/>
            <a:ext cx="2600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1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3F3F46"/>
                </a:solidFill>
                <a:latin typeface="Arial"/>
                <a:ea typeface="Arial"/>
                <a:cs typeface="Arial"/>
              </a:rPr>
              <a:t>Holidays</a:t>
            </a:r>
          </a:p>
        </p:txBody>
      </p:sp>
      <p:sp>
        <p:nvSpPr>
          <p:cNvPr id="617" name="S2_KEYDATE_K6_DATE">
            <a:extLst xmlns:a="http://schemas.openxmlformats.org/drawingml/2006/main">
              <a:ext uri="{FF2B5EF4-FFF2-40B4-BE49-F238E27FC236}">
                <a16:creationId xmlns:a16="http://schemas.microsoft.com/office/drawing/2014/main" id="{51B310AB-D78D-4FAB-A245-20D3DEC8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591300"/>
            <a:ext cx="2600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" b="1">
                <a:solidFill>
                  <a:srgbClr val="6B6F76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6B6F76"/>
                </a:solidFill>
                <a:latin typeface="Arial"/>
                <a:ea typeface="Arial"/>
                <a:cs typeface="Arial"/>
              </a:rPr>
              <a:t>DEC 25–JAN 1 + BANK HOLIDAYS</a:t>
            </a:r>
          </a:p>
        </p:txBody>
      </p:sp>
      <p:sp>
        <p:nvSpPr>
          <p:cNvPr id="618" name="S2_KEYDATE_K6_RULE">
            <a:extLst xmlns:a="http://schemas.openxmlformats.org/drawingml/2006/main">
              <a:ext uri="{FF2B5EF4-FFF2-40B4-BE49-F238E27FC236}">
                <a16:creationId xmlns:a16="http://schemas.microsoft.com/office/drawing/2014/main" id="{58037DFE-529B-47F5-A6A4-E3E22237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76275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5E7EB"/>
            </a:solidFill>
            <a:prstDash val="solid"/>
          </a:ln>
        </p:spPr>
      </p:sp>
      <p:sp>
        <p:nvSpPr>
          <p:cNvPr id="619" name="S2_LEGEND_TODAY_MARKER">
            <a:extLst xmlns:a="http://schemas.openxmlformats.org/drawingml/2006/main">
              <a:ext uri="{FF2B5EF4-FFF2-40B4-BE49-F238E27FC236}">
                <a16:creationId xmlns:a16="http://schemas.microsoft.com/office/drawing/2014/main" id="{9FA87EEA-E811-4BE9-A614-43C50AF2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82103"/>
            <a:ext cx="87630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6B43"/>
          </a:solidFill>
          <a:ln xmlns:a="http://schemas.openxmlformats.org/drawingml/2006/main" w="3810">
            <a:solidFill>
              <a:srgbClr val="766B43"/>
            </a:solidFill>
            <a:prstDash val="solid"/>
          </a:ln>
        </p:spPr>
      </p:sp>
      <p:sp>
        <p:nvSpPr>
          <p:cNvPr id="620" name="S2_LEGEND_TODAY_LABEL">
            <a:extLst xmlns:a="http://schemas.openxmlformats.org/drawingml/2006/main">
              <a:ext uri="{FF2B5EF4-FFF2-40B4-BE49-F238E27FC236}">
                <a16:creationId xmlns:a16="http://schemas.microsoft.com/office/drawing/2014/main" id="{7CA9B3B9-4AC4-4B0C-87D3-E49A7D06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6863"/>
            <a:ext cx="400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621" name="S2_LEGEND_PRELAUNCH_SWATCH">
            <a:extLst xmlns:a="http://schemas.openxmlformats.org/drawingml/2006/main">
              <a:ext uri="{FF2B5EF4-FFF2-40B4-BE49-F238E27FC236}">
                <a16:creationId xmlns:a16="http://schemas.microsoft.com/office/drawing/2014/main" id="{4DE790FD-2A0B-42DF-91BC-AF856DA2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83055"/>
            <a:ext cx="114300" cy="857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6668">
            <a:solidFill>
              <a:srgbClr val="766B43"/>
            </a:solidFill>
            <a:prstDash val="solid"/>
          </a:ln>
        </p:spPr>
      </p:sp>
      <p:sp>
        <p:nvSpPr>
          <p:cNvPr id="622" name="S2_LEGEND_PRELAUNCH_LABEL">
            <a:extLst xmlns:a="http://schemas.openxmlformats.org/drawingml/2006/main">
              <a:ext uri="{FF2B5EF4-FFF2-40B4-BE49-F238E27FC236}">
                <a16:creationId xmlns:a16="http://schemas.microsoft.com/office/drawing/2014/main" id="{C0311A75-E44D-488C-B891-40A59256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566863"/>
            <a:ext cx="895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" b="1">
                <a:solidFill>
                  <a:srgbClr val="766B43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766B43"/>
                </a:solidFill>
                <a:latin typeface="Arial"/>
                <a:ea typeface="Arial"/>
                <a:cs typeface="Arial"/>
              </a:rPr>
              <a:t>PRELAUNCH WINDOW</a:t>
            </a:r>
          </a:p>
        </p:txBody>
      </p:sp>
      <p:sp>
        <p:nvSpPr>
          <p:cNvPr id="623" name="S2_LEGEND_MS_LINE">
            <a:extLst xmlns:a="http://schemas.openxmlformats.org/drawingml/2006/main">
              <a:ext uri="{FF2B5EF4-FFF2-40B4-BE49-F238E27FC236}">
                <a16:creationId xmlns:a16="http://schemas.microsoft.com/office/drawing/2014/main" id="{32A5F80C-C98B-49F6-89C7-2AC07ED5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628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E3A5F"/>
            </a:solidFill>
            <a:prstDash val="solid"/>
          </a:ln>
        </p:spPr>
      </p:sp>
      <p:sp>
        <p:nvSpPr>
          <p:cNvPr id="624" name="S2_LEGEND_MS_LABEL">
            <a:extLst xmlns:a="http://schemas.openxmlformats.org/drawingml/2006/main">
              <a:ext uri="{FF2B5EF4-FFF2-40B4-BE49-F238E27FC236}">
                <a16:creationId xmlns:a16="http://schemas.microsoft.com/office/drawing/2014/main" id="{3BBB43A2-8121-4FFA-8D60-5E7A8DF5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566863"/>
            <a:ext cx="78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" b="1">
                <a:solidFill>
                  <a:srgbClr val="1E3A5F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1E3A5F"/>
                </a:solidFill>
                <a:latin typeface="Arial"/>
                <a:ea typeface="Arial"/>
                <a:cs typeface="Arial"/>
              </a:rPr>
              <a:t>MARKET STUDY</a:t>
            </a:r>
          </a:p>
        </p:txBody>
      </p:sp>
      <p:sp>
        <p:nvSpPr>
          <p:cNvPr id="625" name="S2_LEGEND_QOE_LINE">
            <a:extLst xmlns:a="http://schemas.openxmlformats.org/drawingml/2006/main">
              <a:ext uri="{FF2B5EF4-FFF2-40B4-BE49-F238E27FC236}">
                <a16:creationId xmlns:a16="http://schemas.microsoft.com/office/drawing/2014/main" id="{572807BB-1697-4CF2-B137-9E55885B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28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E3A5F"/>
            </a:solidFill>
            <a:prstDash val="dash"/>
          </a:ln>
        </p:spPr>
      </p:sp>
      <p:sp>
        <p:nvSpPr>
          <p:cNvPr id="626" name="S2_LEGEND_QOE_LABEL">
            <a:extLst xmlns:a="http://schemas.openxmlformats.org/drawingml/2006/main">
              <a:ext uri="{FF2B5EF4-FFF2-40B4-BE49-F238E27FC236}">
                <a16:creationId xmlns:a16="http://schemas.microsoft.com/office/drawing/2014/main" id="{2AED312D-E746-49FC-9140-8450E7F1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566863"/>
            <a:ext cx="400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" b="1">
                <a:solidFill>
                  <a:srgbClr val="1E3A5F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1E3A5F"/>
                </a:solidFill>
                <a:latin typeface="Arial"/>
                <a:ea typeface="Arial"/>
                <a:cs typeface="Arial"/>
              </a:rPr>
              <a:t>QOE</a:t>
            </a:r>
          </a:p>
        </p:txBody>
      </p:sp>
      <p:sp>
        <p:nvSpPr>
          <p:cNvPr id="627" name="S2_PRELAUNCH_AUG_2026_DAY_25_WASH">
            <a:extLst xmlns:a="http://schemas.openxmlformats.org/drawingml/2006/main">
              <a:ext uri="{FF2B5EF4-FFF2-40B4-BE49-F238E27FC236}">
                <a16:creationId xmlns:a16="http://schemas.microsoft.com/office/drawing/2014/main" id="{7DA4BED6-6F92-475D-A678-1C0B583E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51" y="28746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" name="S2_PRELAUNCH_AUG_2026_DAY_26_WASH">
            <a:extLst xmlns:a="http://schemas.openxmlformats.org/drawingml/2006/main">
              <a:ext uri="{FF2B5EF4-FFF2-40B4-BE49-F238E27FC236}">
                <a16:creationId xmlns:a16="http://schemas.microsoft.com/office/drawing/2014/main" id="{8C863833-51FF-429C-BC79-15D87F93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812" y="28746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" name="S2_PRELAUNCH_AUG_2026_DAY_27_WASH">
            <a:extLst xmlns:a="http://schemas.openxmlformats.org/drawingml/2006/main">
              <a:ext uri="{FF2B5EF4-FFF2-40B4-BE49-F238E27FC236}">
                <a16:creationId xmlns:a16="http://schemas.microsoft.com/office/drawing/2014/main" id="{CE3F6926-2794-4B14-8D98-B5C4DE15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973" y="28746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S2_PRELAUNCH_AUG_2026_DAY_28_WASH">
            <a:extLst xmlns:a="http://schemas.openxmlformats.org/drawingml/2006/main">
              <a:ext uri="{FF2B5EF4-FFF2-40B4-BE49-F238E27FC236}">
                <a16:creationId xmlns:a16="http://schemas.microsoft.com/office/drawing/2014/main" id="{ECF86C9B-7CC8-4E1E-80E7-4C1A0BAB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134" y="28746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" name="S2_PRELAUNCH_AUG_2026_DAY_29_WASH">
            <a:extLst xmlns:a="http://schemas.openxmlformats.org/drawingml/2006/main">
              <a:ext uri="{FF2B5EF4-FFF2-40B4-BE49-F238E27FC236}">
                <a16:creationId xmlns:a16="http://schemas.microsoft.com/office/drawing/2014/main" id="{CC6F069C-7847-4369-A909-9C50C714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294" y="28746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S2_PRELAUNCH_AUG_2026_DAY_30_WASH">
            <a:extLst xmlns:a="http://schemas.openxmlformats.org/drawingml/2006/main">
              <a:ext uri="{FF2B5EF4-FFF2-40B4-BE49-F238E27FC236}">
                <a16:creationId xmlns:a16="http://schemas.microsoft.com/office/drawing/2014/main" id="{83FFB1AC-6F4F-4453-AA02-616D5E6F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305085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S2_PRELAUNCH_AUG_2026_DAY_31_WASH">
            <a:extLst xmlns:a="http://schemas.openxmlformats.org/drawingml/2006/main">
              <a:ext uri="{FF2B5EF4-FFF2-40B4-BE49-F238E27FC236}">
                <a16:creationId xmlns:a16="http://schemas.microsoft.com/office/drawing/2014/main" id="{08A8CE5E-FE45-4C5D-BC0B-122D591D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91" y="305085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S2_PRELAUNCH_SEP_2026_DAY_01_WASH">
            <a:extLst xmlns:a="http://schemas.openxmlformats.org/drawingml/2006/main">
              <a:ext uri="{FF2B5EF4-FFF2-40B4-BE49-F238E27FC236}">
                <a16:creationId xmlns:a16="http://schemas.microsoft.com/office/drawing/2014/main" id="{0BE7C0F4-3E33-410A-A4CC-1B08C3BE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176" y="216979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S2_PRELAUNCH_SEP_2026_DAY_02_WASH">
            <a:extLst xmlns:a="http://schemas.openxmlformats.org/drawingml/2006/main">
              <a:ext uri="{FF2B5EF4-FFF2-40B4-BE49-F238E27FC236}">
                <a16:creationId xmlns:a16="http://schemas.microsoft.com/office/drawing/2014/main" id="{6C4D2A2F-2BC9-44C4-AE4B-FC1857E2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337" y="216979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S2_PRELAUNCH_SEP_2026_DAY_03_WASH">
            <a:extLst xmlns:a="http://schemas.openxmlformats.org/drawingml/2006/main">
              <a:ext uri="{FF2B5EF4-FFF2-40B4-BE49-F238E27FC236}">
                <a16:creationId xmlns:a16="http://schemas.microsoft.com/office/drawing/2014/main" id="{16C568A1-BF87-4B6A-BE8B-DF2426C3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498" y="216979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S2_PRELAUNCH_SEP_2026_DAY_04_WASH">
            <a:extLst xmlns:a="http://schemas.openxmlformats.org/drawingml/2006/main">
              <a:ext uri="{FF2B5EF4-FFF2-40B4-BE49-F238E27FC236}">
                <a16:creationId xmlns:a16="http://schemas.microsoft.com/office/drawing/2014/main" id="{EF10A3A6-98D4-4404-8DC2-B5281AE3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659" y="216979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S2_PRELAUNCH_SEP_2026_DAY_05_WASH">
            <a:extLst xmlns:a="http://schemas.openxmlformats.org/drawingml/2006/main">
              <a:ext uri="{FF2B5EF4-FFF2-40B4-BE49-F238E27FC236}">
                <a16:creationId xmlns:a16="http://schemas.microsoft.com/office/drawing/2014/main" id="{E8D2ADF4-6134-40E4-984D-FA5B9631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819" y="216979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S2_PRELAUNCH_SEP_2026_DAY_06_WASH">
            <a:extLst xmlns:a="http://schemas.openxmlformats.org/drawingml/2006/main">
              <a:ext uri="{FF2B5EF4-FFF2-40B4-BE49-F238E27FC236}">
                <a16:creationId xmlns:a16="http://schemas.microsoft.com/office/drawing/2014/main" id="{9F84134F-84EB-40B2-868C-8E613F4E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855" y="234600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" name="S2_PRELAUNCH_SEP_2026_DAY_07_WASH">
            <a:extLst xmlns:a="http://schemas.openxmlformats.org/drawingml/2006/main">
              <a:ext uri="{FF2B5EF4-FFF2-40B4-BE49-F238E27FC236}">
                <a16:creationId xmlns:a16="http://schemas.microsoft.com/office/drawing/2014/main" id="{18952CC0-DDB1-450F-8234-C9175A8E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016" y="234600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S2_PRELAUNCH_SEP_2026_DAY_08_WASH">
            <a:extLst xmlns:a="http://schemas.openxmlformats.org/drawingml/2006/main">
              <a:ext uri="{FF2B5EF4-FFF2-40B4-BE49-F238E27FC236}">
                <a16:creationId xmlns:a16="http://schemas.microsoft.com/office/drawing/2014/main" id="{B904D3A1-47B0-4EEB-87F2-739B4020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176" y="234600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" name="S2_PRELAUNCH_SEP_2026_DAY_09_WASH">
            <a:extLst xmlns:a="http://schemas.openxmlformats.org/drawingml/2006/main">
              <a:ext uri="{FF2B5EF4-FFF2-40B4-BE49-F238E27FC236}">
                <a16:creationId xmlns:a16="http://schemas.microsoft.com/office/drawing/2014/main" id="{EAE4040B-E14C-4F1C-ADAA-8097AD96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337" y="234600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S2_PRELAUNCH_SEP_2026_DAY_10_WASH">
            <a:extLst xmlns:a="http://schemas.openxmlformats.org/drawingml/2006/main">
              <a:ext uri="{FF2B5EF4-FFF2-40B4-BE49-F238E27FC236}">
                <a16:creationId xmlns:a16="http://schemas.microsoft.com/office/drawing/2014/main" id="{E4673F6E-B82B-404C-B571-E1345520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498" y="234600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S2_PRELAUNCH_SEP_2026_DAY_11_WASH">
            <a:extLst xmlns:a="http://schemas.openxmlformats.org/drawingml/2006/main">
              <a:ext uri="{FF2B5EF4-FFF2-40B4-BE49-F238E27FC236}">
                <a16:creationId xmlns:a16="http://schemas.microsoft.com/office/drawing/2014/main" id="{E2FA8A45-862E-409C-8E27-A7853E51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659" y="234600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S2_PRELAUNCH_SEP_2026_DAY_12_WASH">
            <a:extLst xmlns:a="http://schemas.openxmlformats.org/drawingml/2006/main">
              <a:ext uri="{FF2B5EF4-FFF2-40B4-BE49-F238E27FC236}">
                <a16:creationId xmlns:a16="http://schemas.microsoft.com/office/drawing/2014/main" id="{96E8F91F-92B6-456B-AB21-42AB508D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819" y="234600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" name="S2_PRELAUNCH_SEP_2026_DAY_13_WASH">
            <a:extLst xmlns:a="http://schemas.openxmlformats.org/drawingml/2006/main">
              <a:ext uri="{FF2B5EF4-FFF2-40B4-BE49-F238E27FC236}">
                <a16:creationId xmlns:a16="http://schemas.microsoft.com/office/drawing/2014/main" id="{AD83E2B3-7342-4AA4-971D-1DF07302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855" y="2522220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S2_PRELAUNCH_SEP_2026_DAY_14_WASH">
            <a:extLst xmlns:a="http://schemas.openxmlformats.org/drawingml/2006/main">
              <a:ext uri="{FF2B5EF4-FFF2-40B4-BE49-F238E27FC236}">
                <a16:creationId xmlns:a16="http://schemas.microsoft.com/office/drawing/2014/main" id="{BFA4DB12-E34E-4DEF-9F34-24CAFF6B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016" y="2522220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S2_PRELAUNCH_SEP_2026_DAY_15_WASH">
            <a:extLst xmlns:a="http://schemas.openxmlformats.org/drawingml/2006/main">
              <a:ext uri="{FF2B5EF4-FFF2-40B4-BE49-F238E27FC236}">
                <a16:creationId xmlns:a16="http://schemas.microsoft.com/office/drawing/2014/main" id="{48CE853D-3C6E-4ED3-8656-79E7CAAC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176" y="2522220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S2_PRELAUNCH_SEP_2026_DAY_16_WASH">
            <a:extLst xmlns:a="http://schemas.openxmlformats.org/drawingml/2006/main">
              <a:ext uri="{FF2B5EF4-FFF2-40B4-BE49-F238E27FC236}">
                <a16:creationId xmlns:a16="http://schemas.microsoft.com/office/drawing/2014/main" id="{A4044BEC-F15C-4160-802C-04180229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337" y="2522220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" name="S2_PRELAUNCH_SEP_2026_DAY_17_WASH">
            <a:extLst xmlns:a="http://schemas.openxmlformats.org/drawingml/2006/main">
              <a:ext uri="{FF2B5EF4-FFF2-40B4-BE49-F238E27FC236}">
                <a16:creationId xmlns:a16="http://schemas.microsoft.com/office/drawing/2014/main" id="{E5096039-9E18-4E28-B5C3-EB6B4A3A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498" y="2522220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" name="S2_PRELAUNCH_SEP_2026_DAY_18_WASH">
            <a:extLst xmlns:a="http://schemas.openxmlformats.org/drawingml/2006/main">
              <a:ext uri="{FF2B5EF4-FFF2-40B4-BE49-F238E27FC236}">
                <a16:creationId xmlns:a16="http://schemas.microsoft.com/office/drawing/2014/main" id="{75848F65-1CBD-4CFB-B792-38E2F37F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659" y="2522220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" name="S2_PRELAUNCH_SEP_2026_DAY_19_WASH">
            <a:extLst xmlns:a="http://schemas.openxmlformats.org/drawingml/2006/main">
              <a:ext uri="{FF2B5EF4-FFF2-40B4-BE49-F238E27FC236}">
                <a16:creationId xmlns:a16="http://schemas.microsoft.com/office/drawing/2014/main" id="{15A3EC63-4D3C-4DF9-91CE-AECCC344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819" y="2522220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S2_PRELAUNCH_SEP_2026_DAY_20_WASH">
            <a:extLst xmlns:a="http://schemas.openxmlformats.org/drawingml/2006/main">
              <a:ext uri="{FF2B5EF4-FFF2-40B4-BE49-F238E27FC236}">
                <a16:creationId xmlns:a16="http://schemas.microsoft.com/office/drawing/2014/main" id="{74E74B56-F383-4E99-8F28-1E9DB86A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855" y="2698433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" name="S2_PRELAUNCH_SEP_2026_DAY_21_WASH">
            <a:extLst xmlns:a="http://schemas.openxmlformats.org/drawingml/2006/main">
              <a:ext uri="{FF2B5EF4-FFF2-40B4-BE49-F238E27FC236}">
                <a16:creationId xmlns:a16="http://schemas.microsoft.com/office/drawing/2014/main" id="{15069B92-0F94-45AD-8DFF-92445ABD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016" y="2698433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S2_PRELAUNCH_SEP_2026_DAY_22_WASH">
            <a:extLst xmlns:a="http://schemas.openxmlformats.org/drawingml/2006/main">
              <a:ext uri="{FF2B5EF4-FFF2-40B4-BE49-F238E27FC236}">
                <a16:creationId xmlns:a16="http://schemas.microsoft.com/office/drawing/2014/main" id="{ED3A4141-1F23-4028-892E-C30938E0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176" y="2698433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" name="S2_PRELAUNCH_SEP_2026_DAY_23_WASH">
            <a:extLst xmlns:a="http://schemas.openxmlformats.org/drawingml/2006/main">
              <a:ext uri="{FF2B5EF4-FFF2-40B4-BE49-F238E27FC236}">
                <a16:creationId xmlns:a16="http://schemas.microsoft.com/office/drawing/2014/main" id="{2E4AB836-34D2-4C11-B87B-23D6A788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337" y="2698433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" name="S2_PRELAUNCH_SEP_2026_DAY_24_WASH">
            <a:extLst xmlns:a="http://schemas.openxmlformats.org/drawingml/2006/main">
              <a:ext uri="{FF2B5EF4-FFF2-40B4-BE49-F238E27FC236}">
                <a16:creationId xmlns:a16="http://schemas.microsoft.com/office/drawing/2014/main" id="{25069A88-5639-4D59-A357-EB7A0099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498" y="2698433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" name="S2_PRELAUNCH_SEP_2026_DAY_25_WASH">
            <a:extLst xmlns:a="http://schemas.openxmlformats.org/drawingml/2006/main">
              <a:ext uri="{FF2B5EF4-FFF2-40B4-BE49-F238E27FC236}">
                <a16:creationId xmlns:a16="http://schemas.microsoft.com/office/drawing/2014/main" id="{F0B9DDB8-E14D-45D5-B421-44580B04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659" y="2698433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" name="S2_PRELAUNCH_SEP_2026_DAY_26_WASH">
            <a:extLst xmlns:a="http://schemas.openxmlformats.org/drawingml/2006/main">
              <a:ext uri="{FF2B5EF4-FFF2-40B4-BE49-F238E27FC236}">
                <a16:creationId xmlns:a16="http://schemas.microsoft.com/office/drawing/2014/main" id="{95F2951F-4603-4AFC-8112-52904AE1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819" y="2698433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" name="S2_PRELAUNCH_SEP_2026_DAY_27_WASH">
            <a:extLst xmlns:a="http://schemas.openxmlformats.org/drawingml/2006/main">
              <a:ext uri="{FF2B5EF4-FFF2-40B4-BE49-F238E27FC236}">
                <a16:creationId xmlns:a16="http://schemas.microsoft.com/office/drawing/2014/main" id="{AA856373-12E1-4070-A6B9-6D3FC74B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855" y="28746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S2_PRELAUNCH_SEP_2026_DAY_28_WASH">
            <a:extLst xmlns:a="http://schemas.openxmlformats.org/drawingml/2006/main">
              <a:ext uri="{FF2B5EF4-FFF2-40B4-BE49-F238E27FC236}">
                <a16:creationId xmlns:a16="http://schemas.microsoft.com/office/drawing/2014/main" id="{0E10063C-68AD-4218-8102-941A9EFF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016" y="28746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" name="S2_PRELAUNCH_SEP_2026_DAY_29_WASH">
            <a:extLst xmlns:a="http://schemas.openxmlformats.org/drawingml/2006/main">
              <a:ext uri="{FF2B5EF4-FFF2-40B4-BE49-F238E27FC236}">
                <a16:creationId xmlns:a16="http://schemas.microsoft.com/office/drawing/2014/main" id="{4799DBAF-FC1D-4D67-A630-88F429CA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176" y="28746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" name="S2_PRELAUNCH_SEP_2026_DAY_30_WASH">
            <a:extLst xmlns:a="http://schemas.openxmlformats.org/drawingml/2006/main">
              <a:ext uri="{FF2B5EF4-FFF2-40B4-BE49-F238E27FC236}">
                <a16:creationId xmlns:a16="http://schemas.microsoft.com/office/drawing/2014/main" id="{668D1326-920A-419C-863B-085F27A7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337" y="28746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" name="S2_PRELAUNCH_OCT_2026_DAY_01_WASH">
            <a:extLst xmlns:a="http://schemas.openxmlformats.org/drawingml/2006/main">
              <a:ext uri="{FF2B5EF4-FFF2-40B4-BE49-F238E27FC236}">
                <a16:creationId xmlns:a16="http://schemas.microsoft.com/office/drawing/2014/main" id="{3C4FB7B0-1003-4536-9B6D-2F95A8F7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973" y="37509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S2_PRELAUNCH_OCT_2026_DAY_02_WASH">
            <a:extLst xmlns:a="http://schemas.openxmlformats.org/drawingml/2006/main">
              <a:ext uri="{FF2B5EF4-FFF2-40B4-BE49-F238E27FC236}">
                <a16:creationId xmlns:a16="http://schemas.microsoft.com/office/drawing/2014/main" id="{64F88A0B-9BCB-499A-B88A-64D7EB11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134" y="37509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" name="S2_PRELAUNCH_OCT_2026_DAY_03_WASH">
            <a:extLst xmlns:a="http://schemas.openxmlformats.org/drawingml/2006/main">
              <a:ext uri="{FF2B5EF4-FFF2-40B4-BE49-F238E27FC236}">
                <a16:creationId xmlns:a16="http://schemas.microsoft.com/office/drawing/2014/main" id="{C54A4AAA-0B66-418B-87C8-29CA64BF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294" y="37509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S2_PRELAUNCH_OCT_2026_DAY_04_WASH">
            <a:extLst xmlns:a="http://schemas.openxmlformats.org/drawingml/2006/main">
              <a:ext uri="{FF2B5EF4-FFF2-40B4-BE49-F238E27FC236}">
                <a16:creationId xmlns:a16="http://schemas.microsoft.com/office/drawing/2014/main" id="{C37D1BE2-CF1D-4CE4-BD75-9961CF5D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392715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" name="S2_PRELAUNCH_OCT_2026_DAY_05_WASH">
            <a:extLst xmlns:a="http://schemas.openxmlformats.org/drawingml/2006/main">
              <a:ext uri="{FF2B5EF4-FFF2-40B4-BE49-F238E27FC236}">
                <a16:creationId xmlns:a16="http://schemas.microsoft.com/office/drawing/2014/main" id="{9CE6CE03-4567-4688-BF65-D5B2D406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91" y="392715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" name="S2_PRELAUNCH_OCT_2026_DAY_06_WASH">
            <a:extLst xmlns:a="http://schemas.openxmlformats.org/drawingml/2006/main">
              <a:ext uri="{FF2B5EF4-FFF2-40B4-BE49-F238E27FC236}">
                <a16:creationId xmlns:a16="http://schemas.microsoft.com/office/drawing/2014/main" id="{90AB65D3-EBE3-4A59-887C-C7A91B5E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51" y="392715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" name="S2_PRELAUNCH_OCT_2026_DAY_07_WASH">
            <a:extLst xmlns:a="http://schemas.openxmlformats.org/drawingml/2006/main">
              <a:ext uri="{FF2B5EF4-FFF2-40B4-BE49-F238E27FC236}">
                <a16:creationId xmlns:a16="http://schemas.microsoft.com/office/drawing/2014/main" id="{97AB2F81-5D3B-4322-B8AA-18FF8D98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812" y="392715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" name="S2_PRELAUNCH_OCT_2026_DAY_08_WASH">
            <a:extLst xmlns:a="http://schemas.openxmlformats.org/drawingml/2006/main">
              <a:ext uri="{FF2B5EF4-FFF2-40B4-BE49-F238E27FC236}">
                <a16:creationId xmlns:a16="http://schemas.microsoft.com/office/drawing/2014/main" id="{375CF0E0-2768-4FBF-BB9D-ACD6B673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973" y="392715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" name="S2_PRELAUNCH_OCT_2026_DAY_09_WASH">
            <a:extLst xmlns:a="http://schemas.openxmlformats.org/drawingml/2006/main">
              <a:ext uri="{FF2B5EF4-FFF2-40B4-BE49-F238E27FC236}">
                <a16:creationId xmlns:a16="http://schemas.microsoft.com/office/drawing/2014/main" id="{E293D086-8EF7-48D3-B003-FF2CB28F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134" y="392715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" name="S2_PRELAUNCH_OCT_2026_DAY_10_WASH">
            <a:extLst xmlns:a="http://schemas.openxmlformats.org/drawingml/2006/main">
              <a:ext uri="{FF2B5EF4-FFF2-40B4-BE49-F238E27FC236}">
                <a16:creationId xmlns:a16="http://schemas.microsoft.com/office/drawing/2014/main" id="{5BFB4F55-C930-4C9A-A45E-38D5CF99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294" y="392715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" name="S2_PRELAUNCH_OCT_2026_DAY_11_WASH">
            <a:extLst xmlns:a="http://schemas.openxmlformats.org/drawingml/2006/main">
              <a:ext uri="{FF2B5EF4-FFF2-40B4-BE49-F238E27FC236}">
                <a16:creationId xmlns:a16="http://schemas.microsoft.com/office/drawing/2014/main" id="{59D628CB-BC03-42EC-B3AE-96144E88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4103370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" name="S2_PRELAUNCH_OCT_2026_DAY_12_WASH">
            <a:extLst xmlns:a="http://schemas.openxmlformats.org/drawingml/2006/main">
              <a:ext uri="{FF2B5EF4-FFF2-40B4-BE49-F238E27FC236}">
                <a16:creationId xmlns:a16="http://schemas.microsoft.com/office/drawing/2014/main" id="{979888FF-284E-4468-8DB8-5CE52232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91" y="4103370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" name="S2_PRELAUNCH_OCT_2026_DAY_13_WASH">
            <a:extLst xmlns:a="http://schemas.openxmlformats.org/drawingml/2006/main">
              <a:ext uri="{FF2B5EF4-FFF2-40B4-BE49-F238E27FC236}">
                <a16:creationId xmlns:a16="http://schemas.microsoft.com/office/drawing/2014/main" id="{AD792E0C-90C3-4620-8363-19CC343A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51" y="4103370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" name="S2_PRELAUNCH_OCT_2026_DAY_14_WASH">
            <a:extLst xmlns:a="http://schemas.openxmlformats.org/drawingml/2006/main">
              <a:ext uri="{FF2B5EF4-FFF2-40B4-BE49-F238E27FC236}">
                <a16:creationId xmlns:a16="http://schemas.microsoft.com/office/drawing/2014/main" id="{6963620E-0271-402E-9922-B6B511AE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812" y="4103370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" name="S2_PRELAUNCH_OCT_2026_DAY_15_WASH">
            <a:extLst xmlns:a="http://schemas.openxmlformats.org/drawingml/2006/main">
              <a:ext uri="{FF2B5EF4-FFF2-40B4-BE49-F238E27FC236}">
                <a16:creationId xmlns:a16="http://schemas.microsoft.com/office/drawing/2014/main" id="{52B113DF-2F28-464A-A750-9228EC05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973" y="4103370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FE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" name="S2_QOE_AUG_2026_DAY_25_TINT">
            <a:extLst xmlns:a="http://schemas.openxmlformats.org/drawingml/2006/main">
              <a:ext uri="{FF2B5EF4-FFF2-40B4-BE49-F238E27FC236}">
                <a16:creationId xmlns:a16="http://schemas.microsoft.com/office/drawing/2014/main" id="{CFA99ABB-A0A9-4960-8ABE-3D1D23EB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271" y="2982278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" name="S2_QOE_AUG_2026_DAY_25_DASHED_RAIL">
            <a:extLst xmlns:a="http://schemas.openxmlformats.org/drawingml/2006/main">
              <a:ext uri="{FF2B5EF4-FFF2-40B4-BE49-F238E27FC236}">
                <a16:creationId xmlns:a16="http://schemas.microsoft.com/office/drawing/2014/main" id="{5D34C9F5-5DC3-45B7-855B-73F86809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271" y="300513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681" name="S2_QOE_AUG_2026_DAY_26_TINT">
            <a:extLst xmlns:a="http://schemas.openxmlformats.org/drawingml/2006/main">
              <a:ext uri="{FF2B5EF4-FFF2-40B4-BE49-F238E27FC236}">
                <a16:creationId xmlns:a16="http://schemas.microsoft.com/office/drawing/2014/main" id="{35C4685D-9698-4092-B8CC-C18EE4D7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432" y="2982278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" name="S2_QOE_AUG_2026_DAY_26_DASHED_RAIL">
            <a:extLst xmlns:a="http://schemas.openxmlformats.org/drawingml/2006/main">
              <a:ext uri="{FF2B5EF4-FFF2-40B4-BE49-F238E27FC236}">
                <a16:creationId xmlns:a16="http://schemas.microsoft.com/office/drawing/2014/main" id="{359A434B-7CBC-445D-85F1-B5D81979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432" y="300513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683" name="S2_QOE_AUG_2026_DAY_27_TINT">
            <a:extLst xmlns:a="http://schemas.openxmlformats.org/drawingml/2006/main">
              <a:ext uri="{FF2B5EF4-FFF2-40B4-BE49-F238E27FC236}">
                <a16:creationId xmlns:a16="http://schemas.microsoft.com/office/drawing/2014/main" id="{C46F84FF-76F8-407C-932E-123F16FF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593" y="2982278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" name="S2_QOE_AUG_2026_DAY_27_DASHED_RAIL">
            <a:extLst xmlns:a="http://schemas.openxmlformats.org/drawingml/2006/main">
              <a:ext uri="{FF2B5EF4-FFF2-40B4-BE49-F238E27FC236}">
                <a16:creationId xmlns:a16="http://schemas.microsoft.com/office/drawing/2014/main" id="{18BE3A34-2094-4CC2-A574-A1B41455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593" y="300513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685" name="S2_QOE_AUG_2026_DAY_28_TINT">
            <a:extLst xmlns:a="http://schemas.openxmlformats.org/drawingml/2006/main">
              <a:ext uri="{FF2B5EF4-FFF2-40B4-BE49-F238E27FC236}">
                <a16:creationId xmlns:a16="http://schemas.microsoft.com/office/drawing/2014/main" id="{62B70B42-AC35-4CCD-BF14-42D4A367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754" y="2982278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" name="S2_QOE_AUG_2026_DAY_28_DASHED_RAIL">
            <a:extLst xmlns:a="http://schemas.openxmlformats.org/drawingml/2006/main">
              <a:ext uri="{FF2B5EF4-FFF2-40B4-BE49-F238E27FC236}">
                <a16:creationId xmlns:a16="http://schemas.microsoft.com/office/drawing/2014/main" id="{284455AB-3384-4618-8258-ED3EC5EF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754" y="300513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687" name="S2_QOE_AUG_2026_DAY_29_TINT">
            <a:extLst xmlns:a="http://schemas.openxmlformats.org/drawingml/2006/main">
              <a:ext uri="{FF2B5EF4-FFF2-40B4-BE49-F238E27FC236}">
                <a16:creationId xmlns:a16="http://schemas.microsoft.com/office/drawing/2014/main" id="{A16839C4-9291-4201-AAD2-3AB4D98E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914" y="2982278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" name="S2_QOE_AUG_2026_DAY_29_DASHED_RAIL">
            <a:extLst xmlns:a="http://schemas.openxmlformats.org/drawingml/2006/main">
              <a:ext uri="{FF2B5EF4-FFF2-40B4-BE49-F238E27FC236}">
                <a16:creationId xmlns:a16="http://schemas.microsoft.com/office/drawing/2014/main" id="{19D7A918-57B9-42F9-8F76-147AA526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914" y="300513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689" name="S2_QOE_AUG_2026_DAY_30_TINT">
            <a:extLst xmlns:a="http://schemas.openxmlformats.org/drawingml/2006/main">
              <a:ext uri="{FF2B5EF4-FFF2-40B4-BE49-F238E27FC236}">
                <a16:creationId xmlns:a16="http://schemas.microsoft.com/office/drawing/2014/main" id="{FF875D8C-8182-4A37-9C8E-F56378C4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8490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" name="S2_QOE_AUG_2026_DAY_30_DASHED_RAIL">
            <a:extLst xmlns:a="http://schemas.openxmlformats.org/drawingml/2006/main">
              <a:ext uri="{FF2B5EF4-FFF2-40B4-BE49-F238E27FC236}">
                <a16:creationId xmlns:a16="http://schemas.microsoft.com/office/drawing/2014/main" id="{8E0BCD7F-A790-4499-83AD-D1193051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691" name="S2_QOE_AUG_2026_DAY_31_TINT">
            <a:extLst xmlns:a="http://schemas.openxmlformats.org/drawingml/2006/main">
              <a:ext uri="{FF2B5EF4-FFF2-40B4-BE49-F238E27FC236}">
                <a16:creationId xmlns:a16="http://schemas.microsoft.com/office/drawing/2014/main" id="{C38AB0FE-66E9-4D76-9120-28CE36AF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11" y="3158490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" name="S2_QOE_AUG_2026_DAY_31_DASHED_RAIL">
            <a:extLst xmlns:a="http://schemas.openxmlformats.org/drawingml/2006/main">
              <a:ext uri="{FF2B5EF4-FFF2-40B4-BE49-F238E27FC236}">
                <a16:creationId xmlns:a16="http://schemas.microsoft.com/office/drawing/2014/main" id="{1473712E-0B63-417A-B1C3-06D99A8C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11" y="318135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693" name="S2_QOE_SEP_2026_DAY_01_TINT">
            <a:extLst xmlns:a="http://schemas.openxmlformats.org/drawingml/2006/main">
              <a:ext uri="{FF2B5EF4-FFF2-40B4-BE49-F238E27FC236}">
                <a16:creationId xmlns:a16="http://schemas.microsoft.com/office/drawing/2014/main" id="{1A6E604A-D4A9-498D-AE4B-8416B15C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277428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" name="S2_QOE_SEP_2026_DAY_01_DASHED_RAIL">
            <a:extLst xmlns:a="http://schemas.openxmlformats.org/drawingml/2006/main">
              <a:ext uri="{FF2B5EF4-FFF2-40B4-BE49-F238E27FC236}">
                <a16:creationId xmlns:a16="http://schemas.microsoft.com/office/drawing/2014/main" id="{ECE117E8-08D8-4A50-89FF-463A9E70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30028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695" name="S2_QOE_SEP_2026_DAY_02_TINT">
            <a:extLst xmlns:a="http://schemas.openxmlformats.org/drawingml/2006/main">
              <a:ext uri="{FF2B5EF4-FFF2-40B4-BE49-F238E27FC236}">
                <a16:creationId xmlns:a16="http://schemas.microsoft.com/office/drawing/2014/main" id="{B942DA52-B008-402C-996D-1495816C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2277428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" name="S2_QOE_SEP_2026_DAY_02_DASHED_RAIL">
            <a:extLst xmlns:a="http://schemas.openxmlformats.org/drawingml/2006/main">
              <a:ext uri="{FF2B5EF4-FFF2-40B4-BE49-F238E27FC236}">
                <a16:creationId xmlns:a16="http://schemas.microsoft.com/office/drawing/2014/main" id="{3D7F6809-AEA3-4B65-8586-CBABE77B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230028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697" name="S2_QOE_SEP_2026_DAY_03_TINT">
            <a:extLst xmlns:a="http://schemas.openxmlformats.org/drawingml/2006/main">
              <a:ext uri="{FF2B5EF4-FFF2-40B4-BE49-F238E27FC236}">
                <a16:creationId xmlns:a16="http://schemas.microsoft.com/office/drawing/2014/main" id="{700D7C6E-E4A9-455E-8A77-EAAA45A1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277428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" name="S2_QOE_SEP_2026_DAY_03_DASHED_RAIL">
            <a:extLst xmlns:a="http://schemas.openxmlformats.org/drawingml/2006/main">
              <a:ext uri="{FF2B5EF4-FFF2-40B4-BE49-F238E27FC236}">
                <a16:creationId xmlns:a16="http://schemas.microsoft.com/office/drawing/2014/main" id="{4DD9F74E-3F8D-42C8-A04C-1971D271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30028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699" name="S2_QOE_SEP_2026_DAY_04_TINT">
            <a:extLst xmlns:a="http://schemas.openxmlformats.org/drawingml/2006/main">
              <a:ext uri="{FF2B5EF4-FFF2-40B4-BE49-F238E27FC236}">
                <a16:creationId xmlns:a16="http://schemas.microsoft.com/office/drawing/2014/main" id="{8E5004FA-4DD3-4F67-B0D7-59A2745B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279" y="2277428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" name="S2_QOE_SEP_2026_DAY_04_DASHED_RAIL">
            <a:extLst xmlns:a="http://schemas.openxmlformats.org/drawingml/2006/main">
              <a:ext uri="{FF2B5EF4-FFF2-40B4-BE49-F238E27FC236}">
                <a16:creationId xmlns:a16="http://schemas.microsoft.com/office/drawing/2014/main" id="{F55571CF-1695-41E4-ACBF-B3FCA864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279" y="230028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01" name="S2_QOE_SEP_2026_DAY_05_TINT">
            <a:extLst xmlns:a="http://schemas.openxmlformats.org/drawingml/2006/main">
              <a:ext uri="{FF2B5EF4-FFF2-40B4-BE49-F238E27FC236}">
                <a16:creationId xmlns:a16="http://schemas.microsoft.com/office/drawing/2014/main" id="{9E4298DE-26EE-424C-8A85-5DEA50F1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439" y="2277428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" name="S2_QOE_SEP_2026_DAY_05_DASHED_RAIL">
            <a:extLst xmlns:a="http://schemas.openxmlformats.org/drawingml/2006/main">
              <a:ext uri="{FF2B5EF4-FFF2-40B4-BE49-F238E27FC236}">
                <a16:creationId xmlns:a16="http://schemas.microsoft.com/office/drawing/2014/main" id="{5376CABB-AA8B-4129-8242-0DA8DE3A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439" y="230028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03" name="S2_QOE_SEP_2026_DAY_06_TINT">
            <a:extLst xmlns:a="http://schemas.openxmlformats.org/drawingml/2006/main">
              <a:ext uri="{FF2B5EF4-FFF2-40B4-BE49-F238E27FC236}">
                <a16:creationId xmlns:a16="http://schemas.microsoft.com/office/drawing/2014/main" id="{CEF558BB-8475-48A1-9C42-CAC9499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53640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" name="S2_QOE_SEP_2026_DAY_06_DASHED_RAIL">
            <a:extLst xmlns:a="http://schemas.openxmlformats.org/drawingml/2006/main">
              <a:ext uri="{FF2B5EF4-FFF2-40B4-BE49-F238E27FC236}">
                <a16:creationId xmlns:a16="http://schemas.microsoft.com/office/drawing/2014/main" id="{02F0EB11-64B4-4F0B-95A8-947FEEB1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7650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07" name="S2_QOE_SEP_2026_DAY_08_TINT">
            <a:extLst xmlns:a="http://schemas.openxmlformats.org/drawingml/2006/main">
              <a:ext uri="{FF2B5EF4-FFF2-40B4-BE49-F238E27FC236}">
                <a16:creationId xmlns:a16="http://schemas.microsoft.com/office/drawing/2014/main" id="{EF74EA70-2EA4-44A1-842E-6CC6BDCA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453640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" name="S2_QOE_SEP_2026_DAY_08_DASHED_RAIL">
            <a:extLst xmlns:a="http://schemas.openxmlformats.org/drawingml/2006/main">
              <a:ext uri="{FF2B5EF4-FFF2-40B4-BE49-F238E27FC236}">
                <a16:creationId xmlns:a16="http://schemas.microsoft.com/office/drawing/2014/main" id="{044C6F37-7464-432B-99F9-43E4A1C3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47650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09" name="S2_QOE_SEP_2026_DAY_09_TINT">
            <a:extLst xmlns:a="http://schemas.openxmlformats.org/drawingml/2006/main">
              <a:ext uri="{FF2B5EF4-FFF2-40B4-BE49-F238E27FC236}">
                <a16:creationId xmlns:a16="http://schemas.microsoft.com/office/drawing/2014/main" id="{2DF7836E-7A6F-4687-B61F-9B5B24A9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2453640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" name="S2_QOE_SEP_2026_DAY_09_DASHED_RAIL">
            <a:extLst xmlns:a="http://schemas.openxmlformats.org/drawingml/2006/main">
              <a:ext uri="{FF2B5EF4-FFF2-40B4-BE49-F238E27FC236}">
                <a16:creationId xmlns:a16="http://schemas.microsoft.com/office/drawing/2014/main" id="{B8F91B50-B921-4F48-B66A-D493D768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247650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11" name="S2_QOE_SEP_2026_DAY_10_TINT">
            <a:extLst xmlns:a="http://schemas.openxmlformats.org/drawingml/2006/main">
              <a:ext uri="{FF2B5EF4-FFF2-40B4-BE49-F238E27FC236}">
                <a16:creationId xmlns:a16="http://schemas.microsoft.com/office/drawing/2014/main" id="{A0866121-3DC8-4594-BF2F-0CEDEA38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453640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" name="S2_QOE_SEP_2026_DAY_10_DASHED_RAIL">
            <a:extLst xmlns:a="http://schemas.openxmlformats.org/drawingml/2006/main">
              <a:ext uri="{FF2B5EF4-FFF2-40B4-BE49-F238E27FC236}">
                <a16:creationId xmlns:a16="http://schemas.microsoft.com/office/drawing/2014/main" id="{25E279DE-520D-4993-99D2-77492D20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47650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13" name="S2_QOE_SEP_2026_DAY_11_TINT">
            <a:extLst xmlns:a="http://schemas.openxmlformats.org/drawingml/2006/main">
              <a:ext uri="{FF2B5EF4-FFF2-40B4-BE49-F238E27FC236}">
                <a16:creationId xmlns:a16="http://schemas.microsoft.com/office/drawing/2014/main" id="{21265ED3-808B-411C-A842-0F0A19C9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279" y="2453640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" name="S2_QOE_SEP_2026_DAY_11_DASHED_RAIL">
            <a:extLst xmlns:a="http://schemas.openxmlformats.org/drawingml/2006/main">
              <a:ext uri="{FF2B5EF4-FFF2-40B4-BE49-F238E27FC236}">
                <a16:creationId xmlns:a16="http://schemas.microsoft.com/office/drawing/2014/main" id="{2CFA79AC-9BCC-46F6-AD40-A49CE5A0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279" y="247650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15" name="S2_QOE_SEP_2026_DAY_12_TINT">
            <a:extLst xmlns:a="http://schemas.openxmlformats.org/drawingml/2006/main">
              <a:ext uri="{FF2B5EF4-FFF2-40B4-BE49-F238E27FC236}">
                <a16:creationId xmlns:a16="http://schemas.microsoft.com/office/drawing/2014/main" id="{DF210B3C-076D-4307-B3ED-116A13A7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439" y="2453640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" name="S2_QOE_SEP_2026_DAY_12_DASHED_RAIL">
            <a:extLst xmlns:a="http://schemas.openxmlformats.org/drawingml/2006/main">
              <a:ext uri="{FF2B5EF4-FFF2-40B4-BE49-F238E27FC236}">
                <a16:creationId xmlns:a16="http://schemas.microsoft.com/office/drawing/2014/main" id="{FB9FD465-7E7F-4ED7-9F56-42AAE543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439" y="247650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17" name="S2_QOE_SEP_2026_DAY_13_TINT">
            <a:extLst xmlns:a="http://schemas.openxmlformats.org/drawingml/2006/main">
              <a:ext uri="{FF2B5EF4-FFF2-40B4-BE49-F238E27FC236}">
                <a16:creationId xmlns:a16="http://schemas.microsoft.com/office/drawing/2014/main" id="{C3CD6186-D9A1-472D-8843-E73339C0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29853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" name="S2_QOE_SEP_2026_DAY_13_DASHED_RAIL">
            <a:extLst xmlns:a="http://schemas.openxmlformats.org/drawingml/2006/main">
              <a:ext uri="{FF2B5EF4-FFF2-40B4-BE49-F238E27FC236}">
                <a16:creationId xmlns:a16="http://schemas.microsoft.com/office/drawing/2014/main" id="{FDCAB4F7-9993-4D29-BC28-3A6871A1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52713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19" name="S2_QOE_SEP_2026_DAY_14_TINT">
            <a:extLst xmlns:a="http://schemas.openxmlformats.org/drawingml/2006/main">
              <a:ext uri="{FF2B5EF4-FFF2-40B4-BE49-F238E27FC236}">
                <a16:creationId xmlns:a16="http://schemas.microsoft.com/office/drawing/2014/main" id="{EB7C918D-56CE-40A4-BCEB-7EBE01F9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636" y="2629853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" name="S2_QOE_SEP_2026_DAY_14_DASHED_RAIL">
            <a:extLst xmlns:a="http://schemas.openxmlformats.org/drawingml/2006/main">
              <a:ext uri="{FF2B5EF4-FFF2-40B4-BE49-F238E27FC236}">
                <a16:creationId xmlns:a16="http://schemas.microsoft.com/office/drawing/2014/main" id="{1B979617-5361-416C-AB30-476E36C7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636" y="2652713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21" name="S2_QOE_SEP_2026_DAY_15_TINT">
            <a:extLst xmlns:a="http://schemas.openxmlformats.org/drawingml/2006/main">
              <a:ext uri="{FF2B5EF4-FFF2-40B4-BE49-F238E27FC236}">
                <a16:creationId xmlns:a16="http://schemas.microsoft.com/office/drawing/2014/main" id="{98DAF0B1-B423-45C6-BA18-3AAEC9AC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629853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" name="S2_QOE_SEP_2026_DAY_15_DASHED_RAIL">
            <a:extLst xmlns:a="http://schemas.openxmlformats.org/drawingml/2006/main">
              <a:ext uri="{FF2B5EF4-FFF2-40B4-BE49-F238E27FC236}">
                <a16:creationId xmlns:a16="http://schemas.microsoft.com/office/drawing/2014/main" id="{8AAA7DA4-4687-4512-9A93-9B203B20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652713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23" name="S2_QOE_SEP_2026_DAY_16_TINT">
            <a:extLst xmlns:a="http://schemas.openxmlformats.org/drawingml/2006/main">
              <a:ext uri="{FF2B5EF4-FFF2-40B4-BE49-F238E27FC236}">
                <a16:creationId xmlns:a16="http://schemas.microsoft.com/office/drawing/2014/main" id="{B6400FE5-6994-4097-A60E-98DEA626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2629853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" name="S2_QOE_SEP_2026_DAY_16_DASHED_RAIL">
            <a:extLst xmlns:a="http://schemas.openxmlformats.org/drawingml/2006/main">
              <a:ext uri="{FF2B5EF4-FFF2-40B4-BE49-F238E27FC236}">
                <a16:creationId xmlns:a16="http://schemas.microsoft.com/office/drawing/2014/main" id="{240E3EEC-AFCB-4235-93FE-07BAF13C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2652713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25" name="S2_QOE_SEP_2026_DAY_17_TINT">
            <a:extLst xmlns:a="http://schemas.openxmlformats.org/drawingml/2006/main">
              <a:ext uri="{FF2B5EF4-FFF2-40B4-BE49-F238E27FC236}">
                <a16:creationId xmlns:a16="http://schemas.microsoft.com/office/drawing/2014/main" id="{69C58474-7417-423B-835E-AAC7501F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629853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" name="S2_QOE_SEP_2026_DAY_17_DASHED_RAIL">
            <a:extLst xmlns:a="http://schemas.openxmlformats.org/drawingml/2006/main">
              <a:ext uri="{FF2B5EF4-FFF2-40B4-BE49-F238E27FC236}">
                <a16:creationId xmlns:a16="http://schemas.microsoft.com/office/drawing/2014/main" id="{ED90A6E0-05A1-4F71-9166-332D9393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652713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27" name="S2_QOE_SEP_2026_DAY_18_TINT">
            <a:extLst xmlns:a="http://schemas.openxmlformats.org/drawingml/2006/main">
              <a:ext uri="{FF2B5EF4-FFF2-40B4-BE49-F238E27FC236}">
                <a16:creationId xmlns:a16="http://schemas.microsoft.com/office/drawing/2014/main" id="{1BE765F8-DF36-4017-91D2-16243650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279" y="2629853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" name="S2_QOE_SEP_2026_DAY_18_DASHED_RAIL">
            <a:extLst xmlns:a="http://schemas.openxmlformats.org/drawingml/2006/main">
              <a:ext uri="{FF2B5EF4-FFF2-40B4-BE49-F238E27FC236}">
                <a16:creationId xmlns:a16="http://schemas.microsoft.com/office/drawing/2014/main" id="{5518AFDD-24DC-42CA-B39E-00D0426D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279" y="2652713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29" name="S2_QOE_SEP_2026_DAY_19_TINT">
            <a:extLst xmlns:a="http://schemas.openxmlformats.org/drawingml/2006/main">
              <a:ext uri="{FF2B5EF4-FFF2-40B4-BE49-F238E27FC236}">
                <a16:creationId xmlns:a16="http://schemas.microsoft.com/office/drawing/2014/main" id="{0FC3A9FC-1D05-47A3-8E3C-FE86284B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439" y="2629853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" name="S2_QOE_SEP_2026_DAY_19_DASHED_RAIL">
            <a:extLst xmlns:a="http://schemas.openxmlformats.org/drawingml/2006/main">
              <a:ext uri="{FF2B5EF4-FFF2-40B4-BE49-F238E27FC236}">
                <a16:creationId xmlns:a16="http://schemas.microsoft.com/office/drawing/2014/main" id="{42C1C718-A87C-45C8-BE2C-901C15E1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439" y="2652713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31" name="S2_QOE_SEP_2026_DAY_20_TINT">
            <a:extLst xmlns:a="http://schemas.openxmlformats.org/drawingml/2006/main">
              <a:ext uri="{FF2B5EF4-FFF2-40B4-BE49-F238E27FC236}">
                <a16:creationId xmlns:a16="http://schemas.microsoft.com/office/drawing/2014/main" id="{33F367CF-6C03-4489-AAB2-1193F638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06065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" name="S2_QOE_SEP_2026_DAY_20_DASHED_RAIL">
            <a:extLst xmlns:a="http://schemas.openxmlformats.org/drawingml/2006/main">
              <a:ext uri="{FF2B5EF4-FFF2-40B4-BE49-F238E27FC236}">
                <a16:creationId xmlns:a16="http://schemas.microsoft.com/office/drawing/2014/main" id="{B5845743-9F86-4FFE-AB58-4C023FCD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28925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33" name="S2_QOE_SEP_2026_DAY_21_TINT">
            <a:extLst xmlns:a="http://schemas.openxmlformats.org/drawingml/2006/main">
              <a:ext uri="{FF2B5EF4-FFF2-40B4-BE49-F238E27FC236}">
                <a16:creationId xmlns:a16="http://schemas.microsoft.com/office/drawing/2014/main" id="{19CE8E48-CADA-41A7-BABF-654663C3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636" y="2806065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" name="S2_QOE_SEP_2026_DAY_21_DASHED_RAIL">
            <a:extLst xmlns:a="http://schemas.openxmlformats.org/drawingml/2006/main">
              <a:ext uri="{FF2B5EF4-FFF2-40B4-BE49-F238E27FC236}">
                <a16:creationId xmlns:a16="http://schemas.microsoft.com/office/drawing/2014/main" id="{3E371F2C-FCF4-4995-8D33-5494BC52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636" y="2828925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35" name="S2_QOE_SEP_2026_DAY_22_TINT">
            <a:extLst xmlns:a="http://schemas.openxmlformats.org/drawingml/2006/main">
              <a:ext uri="{FF2B5EF4-FFF2-40B4-BE49-F238E27FC236}">
                <a16:creationId xmlns:a16="http://schemas.microsoft.com/office/drawing/2014/main" id="{60ABBEA4-0ACD-480C-8661-13CFF91D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806065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" name="S2_QOE_SEP_2026_DAY_22_DASHED_RAIL">
            <a:extLst xmlns:a="http://schemas.openxmlformats.org/drawingml/2006/main">
              <a:ext uri="{FF2B5EF4-FFF2-40B4-BE49-F238E27FC236}">
                <a16:creationId xmlns:a16="http://schemas.microsoft.com/office/drawing/2014/main" id="{DF34A731-3780-4DF3-AA6B-B55F06E1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828925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737" name="S2_MS_AUG_2026_DAY_25_TINT">
            <a:extLst xmlns:a="http://schemas.openxmlformats.org/drawingml/2006/main">
              <a:ext uri="{FF2B5EF4-FFF2-40B4-BE49-F238E27FC236}">
                <a16:creationId xmlns:a16="http://schemas.microsoft.com/office/drawing/2014/main" id="{696BD583-B1FC-49D9-A0D4-3DB4E80B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271" y="301275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" name="S2_MS_AUG_2026_DAY_25_SOLID_RAIL">
            <a:extLst xmlns:a="http://schemas.openxmlformats.org/drawingml/2006/main">
              <a:ext uri="{FF2B5EF4-FFF2-40B4-BE49-F238E27FC236}">
                <a16:creationId xmlns:a16="http://schemas.microsoft.com/office/drawing/2014/main" id="{C5A61D99-6D79-4208-AF19-E9D897A4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271" y="303561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39" name="S2_MS_AUG_2026_DAY_26_TINT">
            <a:extLst xmlns:a="http://schemas.openxmlformats.org/drawingml/2006/main">
              <a:ext uri="{FF2B5EF4-FFF2-40B4-BE49-F238E27FC236}">
                <a16:creationId xmlns:a16="http://schemas.microsoft.com/office/drawing/2014/main" id="{1AA6B483-B3D3-48D6-AF64-7B3B5DA7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432" y="301275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" name="S2_MS_AUG_2026_DAY_26_SOLID_RAIL">
            <a:extLst xmlns:a="http://schemas.openxmlformats.org/drawingml/2006/main">
              <a:ext uri="{FF2B5EF4-FFF2-40B4-BE49-F238E27FC236}">
                <a16:creationId xmlns:a16="http://schemas.microsoft.com/office/drawing/2014/main" id="{DA86A663-5DD8-491B-9FF0-149C1E15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432" y="303561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41" name="S2_MS_AUG_2026_DAY_27_TINT">
            <a:extLst xmlns:a="http://schemas.openxmlformats.org/drawingml/2006/main">
              <a:ext uri="{FF2B5EF4-FFF2-40B4-BE49-F238E27FC236}">
                <a16:creationId xmlns:a16="http://schemas.microsoft.com/office/drawing/2014/main" id="{7B03A5DD-C26C-4E35-B87B-EF1326C5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593" y="301275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" name="S2_MS_AUG_2026_DAY_27_SOLID_RAIL">
            <a:extLst xmlns:a="http://schemas.openxmlformats.org/drawingml/2006/main">
              <a:ext uri="{FF2B5EF4-FFF2-40B4-BE49-F238E27FC236}">
                <a16:creationId xmlns:a16="http://schemas.microsoft.com/office/drawing/2014/main" id="{444B399D-2689-4705-A227-9ABCF58E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593" y="303561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43" name="S2_MS_AUG_2026_DAY_28_TINT">
            <a:extLst xmlns:a="http://schemas.openxmlformats.org/drawingml/2006/main">
              <a:ext uri="{FF2B5EF4-FFF2-40B4-BE49-F238E27FC236}">
                <a16:creationId xmlns:a16="http://schemas.microsoft.com/office/drawing/2014/main" id="{3CE2EE4C-DA67-4A07-A9F7-55114744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754" y="301275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" name="S2_MS_AUG_2026_DAY_28_SOLID_RAIL">
            <a:extLst xmlns:a="http://schemas.openxmlformats.org/drawingml/2006/main">
              <a:ext uri="{FF2B5EF4-FFF2-40B4-BE49-F238E27FC236}">
                <a16:creationId xmlns:a16="http://schemas.microsoft.com/office/drawing/2014/main" id="{9B918A1D-A8BF-4BF3-88FD-F2C48289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754" y="303561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45" name="S2_MS_AUG_2026_DAY_29_TINT">
            <a:extLst xmlns:a="http://schemas.openxmlformats.org/drawingml/2006/main">
              <a:ext uri="{FF2B5EF4-FFF2-40B4-BE49-F238E27FC236}">
                <a16:creationId xmlns:a16="http://schemas.microsoft.com/office/drawing/2014/main" id="{7A622A08-D0B0-455F-A598-6F9EFED6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914" y="301275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" name="S2_MS_AUG_2026_DAY_29_SOLID_RAIL">
            <a:extLst xmlns:a="http://schemas.openxmlformats.org/drawingml/2006/main">
              <a:ext uri="{FF2B5EF4-FFF2-40B4-BE49-F238E27FC236}">
                <a16:creationId xmlns:a16="http://schemas.microsoft.com/office/drawing/2014/main" id="{2AA5898E-A0C4-46A8-AA14-4DED4A19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914" y="303561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47" name="S2_MS_AUG_2026_DAY_30_TINT">
            <a:extLst xmlns:a="http://schemas.openxmlformats.org/drawingml/2006/main">
              <a:ext uri="{FF2B5EF4-FFF2-40B4-BE49-F238E27FC236}">
                <a16:creationId xmlns:a16="http://schemas.microsoft.com/office/drawing/2014/main" id="{6057C21C-FA5F-49DD-8AE2-A326C450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8970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" name="S2_MS_AUG_2026_DAY_30_SOLID_RAIL">
            <a:extLst xmlns:a="http://schemas.openxmlformats.org/drawingml/2006/main">
              <a:ext uri="{FF2B5EF4-FFF2-40B4-BE49-F238E27FC236}">
                <a16:creationId xmlns:a16="http://schemas.microsoft.com/office/drawing/2014/main" id="{88E43766-E1F2-400D-9D63-0E451746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183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49" name="S2_MS_AUG_2026_DAY_31_TINT">
            <a:extLst xmlns:a="http://schemas.openxmlformats.org/drawingml/2006/main">
              <a:ext uri="{FF2B5EF4-FFF2-40B4-BE49-F238E27FC236}">
                <a16:creationId xmlns:a16="http://schemas.microsoft.com/office/drawing/2014/main" id="{49EDBAB4-E089-4704-8D1D-DB9CC6E5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11" y="3188970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" name="S2_MS_AUG_2026_DAY_31_SOLID_RAIL">
            <a:extLst xmlns:a="http://schemas.openxmlformats.org/drawingml/2006/main">
              <a:ext uri="{FF2B5EF4-FFF2-40B4-BE49-F238E27FC236}">
                <a16:creationId xmlns:a16="http://schemas.microsoft.com/office/drawing/2014/main" id="{7C0EB2BF-728C-4AE3-991A-FAE46C9A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11" y="321183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51" name="S2_MS_SEP_2026_DAY_01_TINT">
            <a:extLst xmlns:a="http://schemas.openxmlformats.org/drawingml/2006/main">
              <a:ext uri="{FF2B5EF4-FFF2-40B4-BE49-F238E27FC236}">
                <a16:creationId xmlns:a16="http://schemas.microsoft.com/office/drawing/2014/main" id="{B7151CBB-AEDE-4239-B263-7EF9BDF1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30790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" name="S2_MS_SEP_2026_DAY_01_SOLID_RAIL">
            <a:extLst xmlns:a="http://schemas.openxmlformats.org/drawingml/2006/main">
              <a:ext uri="{FF2B5EF4-FFF2-40B4-BE49-F238E27FC236}">
                <a16:creationId xmlns:a16="http://schemas.microsoft.com/office/drawing/2014/main" id="{F2D7694D-5F7E-473C-A29B-17F1FD56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33076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53" name="S2_MS_SEP_2026_DAY_02_TINT">
            <a:extLst xmlns:a="http://schemas.openxmlformats.org/drawingml/2006/main">
              <a:ext uri="{FF2B5EF4-FFF2-40B4-BE49-F238E27FC236}">
                <a16:creationId xmlns:a16="http://schemas.microsoft.com/office/drawing/2014/main" id="{BFFDE6F9-BB72-4A01-A89D-4025AC4F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230790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" name="S2_MS_SEP_2026_DAY_02_SOLID_RAIL">
            <a:extLst xmlns:a="http://schemas.openxmlformats.org/drawingml/2006/main">
              <a:ext uri="{FF2B5EF4-FFF2-40B4-BE49-F238E27FC236}">
                <a16:creationId xmlns:a16="http://schemas.microsoft.com/office/drawing/2014/main" id="{C7A4F4AF-D9EC-41AE-84D1-1F95C752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233076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55" name="S2_MS_SEP_2026_DAY_03_TINT">
            <a:extLst xmlns:a="http://schemas.openxmlformats.org/drawingml/2006/main">
              <a:ext uri="{FF2B5EF4-FFF2-40B4-BE49-F238E27FC236}">
                <a16:creationId xmlns:a16="http://schemas.microsoft.com/office/drawing/2014/main" id="{9B694ECF-EE07-43F5-854A-6614B57C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30790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" name="S2_MS_SEP_2026_DAY_03_SOLID_RAIL">
            <a:extLst xmlns:a="http://schemas.openxmlformats.org/drawingml/2006/main">
              <a:ext uri="{FF2B5EF4-FFF2-40B4-BE49-F238E27FC236}">
                <a16:creationId xmlns:a16="http://schemas.microsoft.com/office/drawing/2014/main" id="{54DA6589-5AD6-4DD5-8240-C0FF471C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33076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57" name="S2_MS_SEP_2026_DAY_04_TINT">
            <a:extLst xmlns:a="http://schemas.openxmlformats.org/drawingml/2006/main">
              <a:ext uri="{FF2B5EF4-FFF2-40B4-BE49-F238E27FC236}">
                <a16:creationId xmlns:a16="http://schemas.microsoft.com/office/drawing/2014/main" id="{1FF224A1-0170-44E9-89CC-E6E6D40E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279" y="230790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" name="S2_MS_SEP_2026_DAY_04_SOLID_RAIL">
            <a:extLst xmlns:a="http://schemas.openxmlformats.org/drawingml/2006/main">
              <a:ext uri="{FF2B5EF4-FFF2-40B4-BE49-F238E27FC236}">
                <a16:creationId xmlns:a16="http://schemas.microsoft.com/office/drawing/2014/main" id="{0ED75C3D-9030-4CB8-9C8F-4C0DC6F0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279" y="233076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59" name="S2_MS_SEP_2026_DAY_05_TINT">
            <a:extLst xmlns:a="http://schemas.openxmlformats.org/drawingml/2006/main">
              <a:ext uri="{FF2B5EF4-FFF2-40B4-BE49-F238E27FC236}">
                <a16:creationId xmlns:a16="http://schemas.microsoft.com/office/drawing/2014/main" id="{BD9C95DD-3770-44D9-81E1-92078064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439" y="230790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" name="S2_MS_SEP_2026_DAY_05_SOLID_RAIL">
            <a:extLst xmlns:a="http://schemas.openxmlformats.org/drawingml/2006/main">
              <a:ext uri="{FF2B5EF4-FFF2-40B4-BE49-F238E27FC236}">
                <a16:creationId xmlns:a16="http://schemas.microsoft.com/office/drawing/2014/main" id="{50F26020-9C8E-40D8-B45E-86E2F8C8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439" y="233076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61" name="S2_MS_SEP_2026_DAY_06_TINT">
            <a:extLst xmlns:a="http://schemas.openxmlformats.org/drawingml/2006/main">
              <a:ext uri="{FF2B5EF4-FFF2-40B4-BE49-F238E27FC236}">
                <a16:creationId xmlns:a16="http://schemas.microsoft.com/office/drawing/2014/main" id="{235E7981-7790-40BB-8927-EF424A31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84120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" name="S2_MS_SEP_2026_DAY_06_SOLID_RAIL">
            <a:extLst xmlns:a="http://schemas.openxmlformats.org/drawingml/2006/main">
              <a:ext uri="{FF2B5EF4-FFF2-40B4-BE49-F238E27FC236}">
                <a16:creationId xmlns:a16="http://schemas.microsoft.com/office/drawing/2014/main" id="{74C80FCE-4E67-4C74-A3D0-01045C93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50698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65" name="S2_MS_SEP_2026_DAY_08_TINT">
            <a:extLst xmlns:a="http://schemas.openxmlformats.org/drawingml/2006/main">
              <a:ext uri="{FF2B5EF4-FFF2-40B4-BE49-F238E27FC236}">
                <a16:creationId xmlns:a16="http://schemas.microsoft.com/office/drawing/2014/main" id="{20DF6465-E9FC-4FB2-96C7-4C2C4228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484120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" name="S2_MS_SEP_2026_DAY_08_SOLID_RAIL">
            <a:extLst xmlns:a="http://schemas.openxmlformats.org/drawingml/2006/main">
              <a:ext uri="{FF2B5EF4-FFF2-40B4-BE49-F238E27FC236}">
                <a16:creationId xmlns:a16="http://schemas.microsoft.com/office/drawing/2014/main" id="{E525A866-70FC-48A7-A6C9-A3B63F38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50698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67" name="S2_MS_SEP_2026_DAY_09_TINT">
            <a:extLst xmlns:a="http://schemas.openxmlformats.org/drawingml/2006/main">
              <a:ext uri="{FF2B5EF4-FFF2-40B4-BE49-F238E27FC236}">
                <a16:creationId xmlns:a16="http://schemas.microsoft.com/office/drawing/2014/main" id="{ABF6DDAC-F2EE-4B83-99C2-76B5A17C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2484120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" name="S2_MS_SEP_2026_DAY_09_SOLID_RAIL">
            <a:extLst xmlns:a="http://schemas.openxmlformats.org/drawingml/2006/main">
              <a:ext uri="{FF2B5EF4-FFF2-40B4-BE49-F238E27FC236}">
                <a16:creationId xmlns:a16="http://schemas.microsoft.com/office/drawing/2014/main" id="{DAA8AD23-2DE5-4640-B574-77C4268E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250698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69" name="S2_MS_SEP_2026_DAY_10_TINT">
            <a:extLst xmlns:a="http://schemas.openxmlformats.org/drawingml/2006/main">
              <a:ext uri="{FF2B5EF4-FFF2-40B4-BE49-F238E27FC236}">
                <a16:creationId xmlns:a16="http://schemas.microsoft.com/office/drawing/2014/main" id="{D094202D-B9F8-4872-8E3B-1301CA23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484120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" name="S2_MS_SEP_2026_DAY_10_SOLID_RAIL">
            <a:extLst xmlns:a="http://schemas.openxmlformats.org/drawingml/2006/main">
              <a:ext uri="{FF2B5EF4-FFF2-40B4-BE49-F238E27FC236}">
                <a16:creationId xmlns:a16="http://schemas.microsoft.com/office/drawing/2014/main" id="{50F7F0BF-A165-452C-9937-B3602050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50698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71" name="S2_MS_SEP_2026_DAY_11_TINT">
            <a:extLst xmlns:a="http://schemas.openxmlformats.org/drawingml/2006/main">
              <a:ext uri="{FF2B5EF4-FFF2-40B4-BE49-F238E27FC236}">
                <a16:creationId xmlns:a16="http://schemas.microsoft.com/office/drawing/2014/main" id="{074FC1C0-D676-4B43-998F-26ED82F2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279" y="2484120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" name="S2_MS_SEP_2026_DAY_11_SOLID_RAIL">
            <a:extLst xmlns:a="http://schemas.openxmlformats.org/drawingml/2006/main">
              <a:ext uri="{FF2B5EF4-FFF2-40B4-BE49-F238E27FC236}">
                <a16:creationId xmlns:a16="http://schemas.microsoft.com/office/drawing/2014/main" id="{4D7A4376-632A-497D-ACC6-C7A4634D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279" y="250698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73" name="S2_MS_SEP_2026_DAY_12_TINT">
            <a:extLst xmlns:a="http://schemas.openxmlformats.org/drawingml/2006/main">
              <a:ext uri="{FF2B5EF4-FFF2-40B4-BE49-F238E27FC236}">
                <a16:creationId xmlns:a16="http://schemas.microsoft.com/office/drawing/2014/main" id="{285DB56F-09EF-443D-998F-7AAAE469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439" y="2484120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" name="S2_MS_SEP_2026_DAY_12_SOLID_RAIL">
            <a:extLst xmlns:a="http://schemas.openxmlformats.org/drawingml/2006/main">
              <a:ext uri="{FF2B5EF4-FFF2-40B4-BE49-F238E27FC236}">
                <a16:creationId xmlns:a16="http://schemas.microsoft.com/office/drawing/2014/main" id="{68FFEB03-D5FA-4013-A72F-D819426F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439" y="250698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75" name="S2_MS_SEP_2026_DAY_13_TINT">
            <a:extLst xmlns:a="http://schemas.openxmlformats.org/drawingml/2006/main">
              <a:ext uri="{FF2B5EF4-FFF2-40B4-BE49-F238E27FC236}">
                <a16:creationId xmlns:a16="http://schemas.microsoft.com/office/drawing/2014/main" id="{7679651B-4453-42BF-92EE-5677AF30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60333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" name="S2_MS_SEP_2026_DAY_13_SOLID_RAIL">
            <a:extLst xmlns:a="http://schemas.openxmlformats.org/drawingml/2006/main">
              <a:ext uri="{FF2B5EF4-FFF2-40B4-BE49-F238E27FC236}">
                <a16:creationId xmlns:a16="http://schemas.microsoft.com/office/drawing/2014/main" id="{89E26748-131A-4568-8D50-107A2E7D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83193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77" name="S2_MS_SEP_2026_DAY_14_TINT">
            <a:extLst xmlns:a="http://schemas.openxmlformats.org/drawingml/2006/main">
              <a:ext uri="{FF2B5EF4-FFF2-40B4-BE49-F238E27FC236}">
                <a16:creationId xmlns:a16="http://schemas.microsoft.com/office/drawing/2014/main" id="{2DAEE36D-C879-436A-8D1D-0241B2C8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636" y="2660333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" name="S2_MS_SEP_2026_DAY_14_SOLID_RAIL">
            <a:extLst xmlns:a="http://schemas.openxmlformats.org/drawingml/2006/main">
              <a:ext uri="{FF2B5EF4-FFF2-40B4-BE49-F238E27FC236}">
                <a16:creationId xmlns:a16="http://schemas.microsoft.com/office/drawing/2014/main" id="{B31A98A0-E544-4C6E-99BA-0501E262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636" y="2683193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79" name="S2_MS_SEP_2026_DAY_15_TINT">
            <a:extLst xmlns:a="http://schemas.openxmlformats.org/drawingml/2006/main">
              <a:ext uri="{FF2B5EF4-FFF2-40B4-BE49-F238E27FC236}">
                <a16:creationId xmlns:a16="http://schemas.microsoft.com/office/drawing/2014/main" id="{C684CE53-2C48-415A-A747-808715D5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660333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" name="S2_MS_SEP_2026_DAY_15_SOLID_RAIL">
            <a:extLst xmlns:a="http://schemas.openxmlformats.org/drawingml/2006/main">
              <a:ext uri="{FF2B5EF4-FFF2-40B4-BE49-F238E27FC236}">
                <a16:creationId xmlns:a16="http://schemas.microsoft.com/office/drawing/2014/main" id="{113712FE-DEB8-4B5E-9988-E7EFD1BC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683193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81" name="S2_MS_SEP_2026_DAY_16_TINT">
            <a:extLst xmlns:a="http://schemas.openxmlformats.org/drawingml/2006/main">
              <a:ext uri="{FF2B5EF4-FFF2-40B4-BE49-F238E27FC236}">
                <a16:creationId xmlns:a16="http://schemas.microsoft.com/office/drawing/2014/main" id="{0859114A-C15A-4760-9548-ABEC7523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2660333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" name="S2_MS_SEP_2026_DAY_16_SOLID_RAIL">
            <a:extLst xmlns:a="http://schemas.openxmlformats.org/drawingml/2006/main">
              <a:ext uri="{FF2B5EF4-FFF2-40B4-BE49-F238E27FC236}">
                <a16:creationId xmlns:a16="http://schemas.microsoft.com/office/drawing/2014/main" id="{FA93FFF2-97B2-46C7-9B5C-0F6C1FEE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2683193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83" name="S2_MS_SEP_2026_DAY_17_TINT">
            <a:extLst xmlns:a="http://schemas.openxmlformats.org/drawingml/2006/main">
              <a:ext uri="{FF2B5EF4-FFF2-40B4-BE49-F238E27FC236}">
                <a16:creationId xmlns:a16="http://schemas.microsoft.com/office/drawing/2014/main" id="{2E2DEB71-0B6B-40E2-B4AD-029364E6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660333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" name="S2_MS_SEP_2026_DAY_17_SOLID_RAIL">
            <a:extLst xmlns:a="http://schemas.openxmlformats.org/drawingml/2006/main">
              <a:ext uri="{FF2B5EF4-FFF2-40B4-BE49-F238E27FC236}">
                <a16:creationId xmlns:a16="http://schemas.microsoft.com/office/drawing/2014/main" id="{247FE6A9-215B-41C9-8A0C-3177E479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683193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85" name="S2_MS_SEP_2026_DAY_18_TINT">
            <a:extLst xmlns:a="http://schemas.openxmlformats.org/drawingml/2006/main">
              <a:ext uri="{FF2B5EF4-FFF2-40B4-BE49-F238E27FC236}">
                <a16:creationId xmlns:a16="http://schemas.microsoft.com/office/drawing/2014/main" id="{3A11F160-01A6-43AE-8363-10C4A458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279" y="2660333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" name="S2_MS_SEP_2026_DAY_18_SOLID_RAIL">
            <a:extLst xmlns:a="http://schemas.openxmlformats.org/drawingml/2006/main">
              <a:ext uri="{FF2B5EF4-FFF2-40B4-BE49-F238E27FC236}">
                <a16:creationId xmlns:a16="http://schemas.microsoft.com/office/drawing/2014/main" id="{77BE43D2-F9EB-4339-BCFC-81A80953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279" y="2683193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87" name="S2_MS_SEP_2026_DAY_19_TINT">
            <a:extLst xmlns:a="http://schemas.openxmlformats.org/drawingml/2006/main">
              <a:ext uri="{FF2B5EF4-FFF2-40B4-BE49-F238E27FC236}">
                <a16:creationId xmlns:a16="http://schemas.microsoft.com/office/drawing/2014/main" id="{87EE4249-A337-4E6F-8AE4-CF9A8E2D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439" y="2660333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" name="S2_MS_SEP_2026_DAY_19_SOLID_RAIL">
            <a:extLst xmlns:a="http://schemas.openxmlformats.org/drawingml/2006/main">
              <a:ext uri="{FF2B5EF4-FFF2-40B4-BE49-F238E27FC236}">
                <a16:creationId xmlns:a16="http://schemas.microsoft.com/office/drawing/2014/main" id="{19355401-EAEA-41FB-A5F9-479A73D2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439" y="2683193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89" name="S2_MS_SEP_2026_DAY_20_TINT">
            <a:extLst xmlns:a="http://schemas.openxmlformats.org/drawingml/2006/main">
              <a:ext uri="{FF2B5EF4-FFF2-40B4-BE49-F238E27FC236}">
                <a16:creationId xmlns:a16="http://schemas.microsoft.com/office/drawing/2014/main" id="{DE68FD5C-67E5-41A8-91AA-83342369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36545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" name="S2_MS_SEP_2026_DAY_20_SOLID_RAIL">
            <a:extLst xmlns:a="http://schemas.openxmlformats.org/drawingml/2006/main">
              <a:ext uri="{FF2B5EF4-FFF2-40B4-BE49-F238E27FC236}">
                <a16:creationId xmlns:a16="http://schemas.microsoft.com/office/drawing/2014/main" id="{D06B8806-BF08-48E2-9B88-D776BCD9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59405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91" name="S2_MS_SEP_2026_DAY_21_TINT">
            <a:extLst xmlns:a="http://schemas.openxmlformats.org/drawingml/2006/main">
              <a:ext uri="{FF2B5EF4-FFF2-40B4-BE49-F238E27FC236}">
                <a16:creationId xmlns:a16="http://schemas.microsoft.com/office/drawing/2014/main" id="{180F0323-2B20-4D07-AD9D-433FD982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636" y="2836545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" name="S2_MS_SEP_2026_DAY_21_SOLID_RAIL">
            <a:extLst xmlns:a="http://schemas.openxmlformats.org/drawingml/2006/main">
              <a:ext uri="{FF2B5EF4-FFF2-40B4-BE49-F238E27FC236}">
                <a16:creationId xmlns:a16="http://schemas.microsoft.com/office/drawing/2014/main" id="{8A5C0D44-C582-4B95-9E3C-6B0D178F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636" y="2859405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93" name="S2_MS_SEP_2026_DAY_22_TINT">
            <a:extLst xmlns:a="http://schemas.openxmlformats.org/drawingml/2006/main">
              <a:ext uri="{FF2B5EF4-FFF2-40B4-BE49-F238E27FC236}">
                <a16:creationId xmlns:a16="http://schemas.microsoft.com/office/drawing/2014/main" id="{CB22E987-20E3-4BF7-AA6C-BD2AE1E0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836545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" name="S2_MS_SEP_2026_DAY_22_SOLID_RAIL">
            <a:extLst xmlns:a="http://schemas.openxmlformats.org/drawingml/2006/main">
              <a:ext uri="{FF2B5EF4-FFF2-40B4-BE49-F238E27FC236}">
                <a16:creationId xmlns:a16="http://schemas.microsoft.com/office/drawing/2014/main" id="{8B7DBB5C-FEE4-433D-BD0F-4B26584D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2859405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95" name="S2_MS_SEP_2026_DAY_23_TINT">
            <a:extLst xmlns:a="http://schemas.openxmlformats.org/drawingml/2006/main">
              <a:ext uri="{FF2B5EF4-FFF2-40B4-BE49-F238E27FC236}">
                <a16:creationId xmlns:a16="http://schemas.microsoft.com/office/drawing/2014/main" id="{93870572-AAD4-461A-8CC1-8CBC2F10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2836545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" name="S2_MS_SEP_2026_DAY_23_SOLID_RAIL">
            <a:extLst xmlns:a="http://schemas.openxmlformats.org/drawingml/2006/main">
              <a:ext uri="{FF2B5EF4-FFF2-40B4-BE49-F238E27FC236}">
                <a16:creationId xmlns:a16="http://schemas.microsoft.com/office/drawing/2014/main" id="{A4DC34AD-A137-4408-91AE-5D2B6003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2859405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97" name="S2_MS_SEP_2026_DAY_24_TINT">
            <a:extLst xmlns:a="http://schemas.openxmlformats.org/drawingml/2006/main">
              <a:ext uri="{FF2B5EF4-FFF2-40B4-BE49-F238E27FC236}">
                <a16:creationId xmlns:a16="http://schemas.microsoft.com/office/drawing/2014/main" id="{10BEA4E4-DE04-4A3D-85E9-9CFD8B6E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836545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" name="S2_MS_SEP_2026_DAY_24_SOLID_RAIL">
            <a:extLst xmlns:a="http://schemas.openxmlformats.org/drawingml/2006/main">
              <a:ext uri="{FF2B5EF4-FFF2-40B4-BE49-F238E27FC236}">
                <a16:creationId xmlns:a16="http://schemas.microsoft.com/office/drawing/2014/main" id="{3AEF18B1-98CE-4F2E-ACE5-BA119DEA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859405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799" name="S2_MS_SEP_2026_DAY_25_TINT">
            <a:extLst xmlns:a="http://schemas.openxmlformats.org/drawingml/2006/main">
              <a:ext uri="{FF2B5EF4-FFF2-40B4-BE49-F238E27FC236}">
                <a16:creationId xmlns:a16="http://schemas.microsoft.com/office/drawing/2014/main" id="{779BD145-27C4-413D-BEDA-E3357717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279" y="2836545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" name="S2_MS_SEP_2026_DAY_25_SOLID_RAIL">
            <a:extLst xmlns:a="http://schemas.openxmlformats.org/drawingml/2006/main">
              <a:ext uri="{FF2B5EF4-FFF2-40B4-BE49-F238E27FC236}">
                <a16:creationId xmlns:a16="http://schemas.microsoft.com/office/drawing/2014/main" id="{AD6670A6-F0A4-4217-8FA4-C5999602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279" y="2859405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801" name="S2_MS_SEP_2026_DAY_26_TINT">
            <a:extLst xmlns:a="http://schemas.openxmlformats.org/drawingml/2006/main">
              <a:ext uri="{FF2B5EF4-FFF2-40B4-BE49-F238E27FC236}">
                <a16:creationId xmlns:a16="http://schemas.microsoft.com/office/drawing/2014/main" id="{FADAC2E7-EA8A-4A38-92DA-0811388E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439" y="2836545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" name="S2_MS_SEP_2026_DAY_26_SOLID_RAIL">
            <a:extLst xmlns:a="http://schemas.openxmlformats.org/drawingml/2006/main">
              <a:ext uri="{FF2B5EF4-FFF2-40B4-BE49-F238E27FC236}">
                <a16:creationId xmlns:a16="http://schemas.microsoft.com/office/drawing/2014/main" id="{D9351600-9896-45DC-8F4E-E710AD49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439" y="2859405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803" name="S2_MS_SEP_2026_DAY_27_TINT">
            <a:extLst xmlns:a="http://schemas.openxmlformats.org/drawingml/2006/main">
              <a:ext uri="{FF2B5EF4-FFF2-40B4-BE49-F238E27FC236}">
                <a16:creationId xmlns:a16="http://schemas.microsoft.com/office/drawing/2014/main" id="{F9DF6CA0-63D0-4B07-AE93-6883969D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1275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" name="S2_MS_SEP_2026_DAY_27_SOLID_RAIL">
            <a:extLst xmlns:a="http://schemas.openxmlformats.org/drawingml/2006/main">
              <a:ext uri="{FF2B5EF4-FFF2-40B4-BE49-F238E27FC236}">
                <a16:creationId xmlns:a16="http://schemas.microsoft.com/office/drawing/2014/main" id="{D93DE534-6DF9-40A1-9674-9D215536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3561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805" name="S2_MS_SEP_2026_DAY_28_TINT">
            <a:extLst xmlns:a="http://schemas.openxmlformats.org/drawingml/2006/main">
              <a:ext uri="{FF2B5EF4-FFF2-40B4-BE49-F238E27FC236}">
                <a16:creationId xmlns:a16="http://schemas.microsoft.com/office/drawing/2014/main" id="{33BF5BD7-FEA9-4DF5-B321-D50F69C0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636" y="301275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" name="S2_MS_SEP_2026_DAY_28_SOLID_RAIL">
            <a:extLst xmlns:a="http://schemas.openxmlformats.org/drawingml/2006/main">
              <a:ext uri="{FF2B5EF4-FFF2-40B4-BE49-F238E27FC236}">
                <a16:creationId xmlns:a16="http://schemas.microsoft.com/office/drawing/2014/main" id="{49C76DD0-9F01-41C6-9488-5616EDA2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636" y="303561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807" name="S2_MS_SEP_2026_DAY_29_TINT">
            <a:extLst xmlns:a="http://schemas.openxmlformats.org/drawingml/2006/main">
              <a:ext uri="{FF2B5EF4-FFF2-40B4-BE49-F238E27FC236}">
                <a16:creationId xmlns:a16="http://schemas.microsoft.com/office/drawing/2014/main" id="{641DCF32-2D64-457F-98AF-F9F1E863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301275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" name="S2_MS_SEP_2026_DAY_29_SOLID_RAIL">
            <a:extLst xmlns:a="http://schemas.openxmlformats.org/drawingml/2006/main">
              <a:ext uri="{FF2B5EF4-FFF2-40B4-BE49-F238E27FC236}">
                <a16:creationId xmlns:a16="http://schemas.microsoft.com/office/drawing/2014/main" id="{07E3B6CC-2397-4500-944C-E9F22955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96" y="303561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809" name="S2_MS_SEP_2026_DAY_30_TINT">
            <a:extLst xmlns:a="http://schemas.openxmlformats.org/drawingml/2006/main">
              <a:ext uri="{FF2B5EF4-FFF2-40B4-BE49-F238E27FC236}">
                <a16:creationId xmlns:a16="http://schemas.microsoft.com/office/drawing/2014/main" id="{205D4F7C-C2D0-407D-8910-14687EB0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301275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" name="S2_MS_SEP_2026_DAY_30_SOLID_RAIL">
            <a:extLst xmlns:a="http://schemas.openxmlformats.org/drawingml/2006/main">
              <a:ext uri="{FF2B5EF4-FFF2-40B4-BE49-F238E27FC236}">
                <a16:creationId xmlns:a16="http://schemas.microsoft.com/office/drawing/2014/main" id="{B12F4E4F-AEED-4513-8E4E-18C2729E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303561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811" name="S2_MS_OCT_2026_DAY_01_TINT">
            <a:extLst xmlns:a="http://schemas.openxmlformats.org/drawingml/2006/main">
              <a:ext uri="{FF2B5EF4-FFF2-40B4-BE49-F238E27FC236}">
                <a16:creationId xmlns:a16="http://schemas.microsoft.com/office/drawing/2014/main" id="{EFA6C333-6615-4954-A5F2-8C279190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593" y="388905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S2_MS_OCT_2026_DAY_01_SOLID_RAIL">
            <a:extLst xmlns:a="http://schemas.openxmlformats.org/drawingml/2006/main">
              <a:ext uri="{FF2B5EF4-FFF2-40B4-BE49-F238E27FC236}">
                <a16:creationId xmlns:a16="http://schemas.microsoft.com/office/drawing/2014/main" id="{76B2866C-9C74-4C00-AD8D-40B70CF4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593" y="391191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813" name="S2_MS_OCT_2026_DAY_02_TINT">
            <a:extLst xmlns:a="http://schemas.openxmlformats.org/drawingml/2006/main">
              <a:ext uri="{FF2B5EF4-FFF2-40B4-BE49-F238E27FC236}">
                <a16:creationId xmlns:a16="http://schemas.microsoft.com/office/drawing/2014/main" id="{ECA54A6E-1E15-44C9-AEF8-5450C9B2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754" y="388905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S2_MS_OCT_2026_DAY_02_SOLID_RAIL">
            <a:extLst xmlns:a="http://schemas.openxmlformats.org/drawingml/2006/main">
              <a:ext uri="{FF2B5EF4-FFF2-40B4-BE49-F238E27FC236}">
                <a16:creationId xmlns:a16="http://schemas.microsoft.com/office/drawing/2014/main" id="{F230006B-DF6C-46BD-9CCF-7D2722AB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754" y="391191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815" name="S2_MS_OCT_2026_DAY_03_TINT">
            <a:extLst xmlns:a="http://schemas.openxmlformats.org/drawingml/2006/main">
              <a:ext uri="{FF2B5EF4-FFF2-40B4-BE49-F238E27FC236}">
                <a16:creationId xmlns:a16="http://schemas.microsoft.com/office/drawing/2014/main" id="{44B27CE5-F1BA-4A27-83F0-67BA1D0A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914" y="3889058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" name="S2_MS_OCT_2026_DAY_03_SOLID_RAIL">
            <a:extLst xmlns:a="http://schemas.openxmlformats.org/drawingml/2006/main">
              <a:ext uri="{FF2B5EF4-FFF2-40B4-BE49-F238E27FC236}">
                <a16:creationId xmlns:a16="http://schemas.microsoft.com/office/drawing/2014/main" id="{50AC3A87-B308-4270-A8FF-E718580D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914" y="3911918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817" name="S2_MS_OCT_2026_DAY_04_TINT">
            <a:extLst xmlns:a="http://schemas.openxmlformats.org/drawingml/2006/main">
              <a:ext uri="{FF2B5EF4-FFF2-40B4-BE49-F238E27FC236}">
                <a16:creationId xmlns:a16="http://schemas.microsoft.com/office/drawing/2014/main" id="{25A7222A-DFAF-40B2-BE51-EB27237C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65270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" name="S2_MS_OCT_2026_DAY_04_SOLID_RAIL">
            <a:extLst xmlns:a="http://schemas.openxmlformats.org/drawingml/2006/main">
              <a:ext uri="{FF2B5EF4-FFF2-40B4-BE49-F238E27FC236}">
                <a16:creationId xmlns:a16="http://schemas.microsoft.com/office/drawing/2014/main" id="{AC1A7DF6-DAE2-47D7-89C3-E54D71CD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813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819" name="S2_MS_OCT_2026_DAY_05_TINT">
            <a:extLst xmlns:a="http://schemas.openxmlformats.org/drawingml/2006/main">
              <a:ext uri="{FF2B5EF4-FFF2-40B4-BE49-F238E27FC236}">
                <a16:creationId xmlns:a16="http://schemas.microsoft.com/office/drawing/2014/main" id="{D127617B-8104-4BDC-9415-A9ECCE51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11" y="4065270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" name="S2_MS_OCT_2026_DAY_05_SOLID_RAIL">
            <a:extLst xmlns:a="http://schemas.openxmlformats.org/drawingml/2006/main">
              <a:ext uri="{FF2B5EF4-FFF2-40B4-BE49-F238E27FC236}">
                <a16:creationId xmlns:a16="http://schemas.microsoft.com/office/drawing/2014/main" id="{D2A35D4D-094E-4B7B-AB5C-9EA12AA1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11" y="408813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821" name="S2_MS_OCT_2026_DAY_06_TINT">
            <a:extLst xmlns:a="http://schemas.openxmlformats.org/drawingml/2006/main">
              <a:ext uri="{FF2B5EF4-FFF2-40B4-BE49-F238E27FC236}">
                <a16:creationId xmlns:a16="http://schemas.microsoft.com/office/drawing/2014/main" id="{4A7F110A-96A7-4CAC-BD3A-90994B89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271" y="4065270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" name="S2_MS_OCT_2026_DAY_06_SOLID_RAIL">
            <a:extLst xmlns:a="http://schemas.openxmlformats.org/drawingml/2006/main">
              <a:ext uri="{FF2B5EF4-FFF2-40B4-BE49-F238E27FC236}">
                <a16:creationId xmlns:a16="http://schemas.microsoft.com/office/drawing/2014/main" id="{2DB868DD-A704-4F40-AA98-0508AF4F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271" y="408813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824" name="S2_HOLIDAY_DEC_2026_DAY_25_SHADE">
            <a:extLst xmlns:a="http://schemas.openxmlformats.org/drawingml/2006/main">
              <a:ext uri="{FF2B5EF4-FFF2-40B4-BE49-F238E27FC236}">
                <a16:creationId xmlns:a16="http://schemas.microsoft.com/office/drawing/2014/main" id="{60578DE9-7AD7-417E-A1A5-D584C23E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134" y="5860733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7E8EA"/>
          </a:solidFill>
          <a:ln xmlns:a="http://schemas.openxmlformats.org/drawingml/2006/main" w="4286">
            <a:solidFill>
              <a:srgbClr val="D1D5DB"/>
            </a:solidFill>
            <a:prstDash val="solid"/>
          </a:ln>
        </p:spPr>
      </p:sp>
      <p:sp>
        <p:nvSpPr>
          <p:cNvPr id="825" name="S2_HOLIDAY_DEC_2026_DAY_26_SHADE">
            <a:extLst xmlns:a="http://schemas.openxmlformats.org/drawingml/2006/main">
              <a:ext uri="{FF2B5EF4-FFF2-40B4-BE49-F238E27FC236}">
                <a16:creationId xmlns:a16="http://schemas.microsoft.com/office/drawing/2014/main" id="{B84AC54B-D205-4766-937E-D4E758A1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294" y="5860733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7E8EA"/>
          </a:solidFill>
          <a:ln xmlns:a="http://schemas.openxmlformats.org/drawingml/2006/main" w="4286">
            <a:solidFill>
              <a:srgbClr val="D1D5DB"/>
            </a:solidFill>
            <a:prstDash val="solid"/>
          </a:ln>
        </p:spPr>
      </p:sp>
      <p:sp>
        <p:nvSpPr>
          <p:cNvPr id="826" name="S2_HOLIDAY_DEC_2026_DAY_27_SHADE">
            <a:extLst xmlns:a="http://schemas.openxmlformats.org/drawingml/2006/main">
              <a:ext uri="{FF2B5EF4-FFF2-40B4-BE49-F238E27FC236}">
                <a16:creationId xmlns:a16="http://schemas.microsoft.com/office/drawing/2014/main" id="{F0393A2B-2FBD-4782-9B4E-F04B8162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60369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7E8EA"/>
          </a:solidFill>
          <a:ln xmlns:a="http://schemas.openxmlformats.org/drawingml/2006/main" w="4286">
            <a:solidFill>
              <a:srgbClr val="D1D5DB"/>
            </a:solidFill>
            <a:prstDash val="solid"/>
          </a:ln>
        </p:spPr>
      </p:sp>
      <p:sp>
        <p:nvSpPr>
          <p:cNvPr id="827" name="S2_HOLIDAY_DEC_2026_DAY_28_SHADE">
            <a:extLst xmlns:a="http://schemas.openxmlformats.org/drawingml/2006/main">
              <a:ext uri="{FF2B5EF4-FFF2-40B4-BE49-F238E27FC236}">
                <a16:creationId xmlns:a16="http://schemas.microsoft.com/office/drawing/2014/main" id="{2F79F417-E8F9-4979-A462-4CB7932F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91" y="60369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7E8EA"/>
          </a:solidFill>
          <a:ln xmlns:a="http://schemas.openxmlformats.org/drawingml/2006/main" w="4286">
            <a:solidFill>
              <a:srgbClr val="D1D5DB"/>
            </a:solidFill>
            <a:prstDash val="solid"/>
          </a:ln>
        </p:spPr>
      </p:sp>
      <p:sp>
        <p:nvSpPr>
          <p:cNvPr id="828" name="S2_HOLIDAY_DEC_2026_DAY_29_SHADE">
            <a:extLst xmlns:a="http://schemas.openxmlformats.org/drawingml/2006/main">
              <a:ext uri="{FF2B5EF4-FFF2-40B4-BE49-F238E27FC236}">
                <a16:creationId xmlns:a16="http://schemas.microsoft.com/office/drawing/2014/main" id="{5E38C364-7B83-4802-8FE8-D1A4B9A1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51" y="60369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7E8EA"/>
          </a:solidFill>
          <a:ln xmlns:a="http://schemas.openxmlformats.org/drawingml/2006/main" w="4286">
            <a:solidFill>
              <a:srgbClr val="D1D5DB"/>
            </a:solidFill>
            <a:prstDash val="solid"/>
          </a:ln>
        </p:spPr>
      </p:sp>
      <p:sp>
        <p:nvSpPr>
          <p:cNvPr id="829" name="S2_HOLIDAY_DEC_2026_DAY_30_SHADE">
            <a:extLst xmlns:a="http://schemas.openxmlformats.org/drawingml/2006/main">
              <a:ext uri="{FF2B5EF4-FFF2-40B4-BE49-F238E27FC236}">
                <a16:creationId xmlns:a16="http://schemas.microsoft.com/office/drawing/2014/main" id="{D3D0FC65-C51A-47F3-907E-3864D1C4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812" y="60369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7E8EA"/>
          </a:solidFill>
          <a:ln xmlns:a="http://schemas.openxmlformats.org/drawingml/2006/main" w="4286">
            <a:solidFill>
              <a:srgbClr val="D1D5DB"/>
            </a:solidFill>
            <a:prstDash val="solid"/>
          </a:ln>
        </p:spPr>
      </p:sp>
      <p:sp>
        <p:nvSpPr>
          <p:cNvPr id="830" name="S2_HOLIDAY_DEC_2026_DAY_31_SHADE">
            <a:extLst xmlns:a="http://schemas.openxmlformats.org/drawingml/2006/main">
              <a:ext uri="{FF2B5EF4-FFF2-40B4-BE49-F238E27FC236}">
                <a16:creationId xmlns:a16="http://schemas.microsoft.com/office/drawing/2014/main" id="{ED41FB5F-3D4F-4F34-8C51-C0BFB4D4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973" y="60369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7E8EA"/>
          </a:solidFill>
          <a:ln xmlns:a="http://schemas.openxmlformats.org/drawingml/2006/main" w="4286">
            <a:solidFill>
              <a:srgbClr val="D1D5DB"/>
            </a:solidFill>
            <a:prstDash val="solid"/>
          </a:ln>
        </p:spPr>
      </p:sp>
      <p:sp>
        <p:nvSpPr>
          <p:cNvPr id="831" name="S2_HOLIDAY_JAN_2027_DAY_01_SHADE">
            <a:extLst xmlns:a="http://schemas.openxmlformats.org/drawingml/2006/main">
              <a:ext uri="{FF2B5EF4-FFF2-40B4-BE49-F238E27FC236}">
                <a16:creationId xmlns:a16="http://schemas.microsoft.com/office/drawing/2014/main" id="{99BDC957-E4CD-4D0A-AFB6-7449461E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659" y="533209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7E8EA"/>
          </a:solidFill>
          <a:ln xmlns:a="http://schemas.openxmlformats.org/drawingml/2006/main" w="4286">
            <a:solidFill>
              <a:srgbClr val="D1D5DB"/>
            </a:solidFill>
            <a:prstDash val="solid"/>
          </a:ln>
        </p:spPr>
      </p:sp>
      <p:sp>
        <p:nvSpPr>
          <p:cNvPr id="832" name="S2_K1_OCT_2026_DAY_19_CELL_TINT">
            <a:extLst xmlns:a="http://schemas.openxmlformats.org/drawingml/2006/main">
              <a:ext uri="{FF2B5EF4-FFF2-40B4-BE49-F238E27FC236}">
                <a16:creationId xmlns:a16="http://schemas.microsoft.com/office/drawing/2014/main" id="{8659F26E-3FD0-4C25-A1AD-09580646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91" y="4279583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2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3" name="S2_K2_NOV_2026_DAY_16_CELL_TINT">
            <a:extLst xmlns:a="http://schemas.openxmlformats.org/drawingml/2006/main">
              <a:ext uri="{FF2B5EF4-FFF2-40B4-BE49-F238E27FC236}">
                <a16:creationId xmlns:a16="http://schemas.microsoft.com/office/drawing/2014/main" id="{F7F35CC0-2C3A-4B3C-A5BB-712355D3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016" y="4103370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2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4" name="S2_K3_DEC_2026_DAY_07_CELL_TINT">
            <a:extLst xmlns:a="http://schemas.openxmlformats.org/drawingml/2006/main">
              <a:ext uri="{FF2B5EF4-FFF2-40B4-BE49-F238E27FC236}">
                <a16:creationId xmlns:a16="http://schemas.microsoft.com/office/drawing/2014/main" id="{AA9BF1D5-DD7E-4E37-9C80-4BD682BC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91" y="550830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2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5" name="S2_K4_JAN_2027_DAY_11_CELL_TINT">
            <a:extLst xmlns:a="http://schemas.openxmlformats.org/drawingml/2006/main">
              <a:ext uri="{FF2B5EF4-FFF2-40B4-BE49-F238E27FC236}">
                <a16:creationId xmlns:a16="http://schemas.microsoft.com/office/drawing/2014/main" id="{234D5D4B-172E-42D6-9A65-0774CB29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016" y="5684520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2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6" name="S2_K5_JAN_2027_DAY_29_CELL_TINT">
            <a:extLst xmlns:a="http://schemas.openxmlformats.org/drawingml/2006/main">
              <a:ext uri="{FF2B5EF4-FFF2-40B4-BE49-F238E27FC236}">
                <a16:creationId xmlns:a16="http://schemas.microsoft.com/office/drawing/2014/main" id="{59976251-69CB-4203-84CC-FC1EF9B6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659" y="6036945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2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7" name="S2_CAL_AUG_2026_DAY_26">
            <a:extLst xmlns:a="http://schemas.openxmlformats.org/drawingml/2006/main">
              <a:ext uri="{FF2B5EF4-FFF2-40B4-BE49-F238E27FC236}">
                <a16:creationId xmlns:a16="http://schemas.microsoft.com/office/drawing/2014/main" id="{915BEE77-5EEA-425A-A6CB-4D52811C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28679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838" name="S2_CAL_AUG_2026_DAY_27">
            <a:extLst xmlns:a="http://schemas.openxmlformats.org/drawingml/2006/main">
              <a:ext uri="{FF2B5EF4-FFF2-40B4-BE49-F238E27FC236}">
                <a16:creationId xmlns:a16="http://schemas.microsoft.com/office/drawing/2014/main" id="{C1DB25FD-DAE0-470B-B057-15443669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28679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839" name="S2_CAL_AUG_2026_DAY_28">
            <a:extLst xmlns:a="http://schemas.openxmlformats.org/drawingml/2006/main">
              <a:ext uri="{FF2B5EF4-FFF2-40B4-BE49-F238E27FC236}">
                <a16:creationId xmlns:a16="http://schemas.microsoft.com/office/drawing/2014/main" id="{D05EC5F8-3AA5-457A-91D4-B98B4966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28679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40" name="S2_CAL_AUG_2026_DAY_29">
            <a:extLst xmlns:a="http://schemas.openxmlformats.org/drawingml/2006/main">
              <a:ext uri="{FF2B5EF4-FFF2-40B4-BE49-F238E27FC236}">
                <a16:creationId xmlns:a16="http://schemas.microsoft.com/office/drawing/2014/main" id="{EBA3A815-850F-4EC9-9743-9C32AA6B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28679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841" name="S2_CAL_AUG_2026_DAY_30">
            <a:extLst xmlns:a="http://schemas.openxmlformats.org/drawingml/2006/main">
              <a:ext uri="{FF2B5EF4-FFF2-40B4-BE49-F238E27FC236}">
                <a16:creationId xmlns:a16="http://schemas.microsoft.com/office/drawing/2014/main" id="{E7527095-086F-4CE7-8D21-DCA9A5C3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41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842" name="S2_CAL_AUG_2026_DAY_31">
            <a:extLst xmlns:a="http://schemas.openxmlformats.org/drawingml/2006/main">
              <a:ext uri="{FF2B5EF4-FFF2-40B4-BE49-F238E27FC236}">
                <a16:creationId xmlns:a16="http://schemas.microsoft.com/office/drawing/2014/main" id="{44FB71D4-D2BD-4B73-A0C8-A36BC813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30441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843" name="S2_CAL_SEP_2026_DAY_01">
            <a:extLst xmlns:a="http://schemas.openxmlformats.org/drawingml/2006/main">
              <a:ext uri="{FF2B5EF4-FFF2-40B4-BE49-F238E27FC236}">
                <a16:creationId xmlns:a16="http://schemas.microsoft.com/office/drawing/2014/main" id="{0DFE26F1-E45E-45CA-91CE-A09DA47F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2163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44" name="S2_CAL_SEP_2026_DAY_02">
            <a:extLst xmlns:a="http://schemas.openxmlformats.org/drawingml/2006/main">
              <a:ext uri="{FF2B5EF4-FFF2-40B4-BE49-F238E27FC236}">
                <a16:creationId xmlns:a16="http://schemas.microsoft.com/office/drawing/2014/main" id="{6D5D1731-AF25-476C-B366-761754A8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2163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45" name="S2_CAL_SEP_2026_DAY_03">
            <a:extLst xmlns:a="http://schemas.openxmlformats.org/drawingml/2006/main">
              <a:ext uri="{FF2B5EF4-FFF2-40B4-BE49-F238E27FC236}">
                <a16:creationId xmlns:a16="http://schemas.microsoft.com/office/drawing/2014/main" id="{35EC6BCD-5385-4FB9-B835-1C4E6FF6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2163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46" name="S2_CAL_SEP_2026_DAY_04">
            <a:extLst xmlns:a="http://schemas.openxmlformats.org/drawingml/2006/main">
              <a:ext uri="{FF2B5EF4-FFF2-40B4-BE49-F238E27FC236}">
                <a16:creationId xmlns:a16="http://schemas.microsoft.com/office/drawing/2014/main" id="{4D5E4BEB-F2DF-468D-84F0-A8AF7D50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2163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47" name="S2_CAL_SEP_2026_DAY_05">
            <a:extLst xmlns:a="http://schemas.openxmlformats.org/drawingml/2006/main">
              <a:ext uri="{FF2B5EF4-FFF2-40B4-BE49-F238E27FC236}">
                <a16:creationId xmlns:a16="http://schemas.microsoft.com/office/drawing/2014/main" id="{D1085110-9F4D-4B79-B9A2-622B8D99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21631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48" name="S2_CAL_SEP_2026_DAY_06">
            <a:extLst xmlns:a="http://schemas.openxmlformats.org/drawingml/2006/main">
              <a:ext uri="{FF2B5EF4-FFF2-40B4-BE49-F238E27FC236}">
                <a16:creationId xmlns:a16="http://schemas.microsoft.com/office/drawing/2014/main" id="{145DE555-B546-42EA-A260-2C8F8163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393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50" name="S2_CAL_SEP_2026_DAY_08">
            <a:extLst xmlns:a="http://schemas.openxmlformats.org/drawingml/2006/main">
              <a:ext uri="{FF2B5EF4-FFF2-40B4-BE49-F238E27FC236}">
                <a16:creationId xmlns:a16="http://schemas.microsoft.com/office/drawing/2014/main" id="{ADEE6891-C8BB-46CC-A3A4-836E025F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23393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51" name="S2_CAL_SEP_2026_DAY_09">
            <a:extLst xmlns:a="http://schemas.openxmlformats.org/drawingml/2006/main">
              <a:ext uri="{FF2B5EF4-FFF2-40B4-BE49-F238E27FC236}">
                <a16:creationId xmlns:a16="http://schemas.microsoft.com/office/drawing/2014/main" id="{C53EC894-E3C1-4A90-898A-B1B0F23F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23393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52" name="S2_CAL_SEP_2026_DAY_10">
            <a:extLst xmlns:a="http://schemas.openxmlformats.org/drawingml/2006/main">
              <a:ext uri="{FF2B5EF4-FFF2-40B4-BE49-F238E27FC236}">
                <a16:creationId xmlns:a16="http://schemas.microsoft.com/office/drawing/2014/main" id="{5BDB3F66-8699-4C13-BB04-9B26523F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23393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53" name="S2_CAL_SEP_2026_DAY_11">
            <a:extLst xmlns:a="http://schemas.openxmlformats.org/drawingml/2006/main">
              <a:ext uri="{FF2B5EF4-FFF2-40B4-BE49-F238E27FC236}">
                <a16:creationId xmlns:a16="http://schemas.microsoft.com/office/drawing/2014/main" id="{BF346A42-9D3D-4097-90F8-68C49679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23393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54" name="S2_CAL_SEP_2026_DAY_12">
            <a:extLst xmlns:a="http://schemas.openxmlformats.org/drawingml/2006/main">
              <a:ext uri="{FF2B5EF4-FFF2-40B4-BE49-F238E27FC236}">
                <a16:creationId xmlns:a16="http://schemas.microsoft.com/office/drawing/2014/main" id="{0724B13C-D9C3-4DF2-BA5E-34512F53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23393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55" name="S2_CAL_SEP_2026_DAY_13">
            <a:extLst xmlns:a="http://schemas.openxmlformats.org/drawingml/2006/main">
              <a:ext uri="{FF2B5EF4-FFF2-40B4-BE49-F238E27FC236}">
                <a16:creationId xmlns:a16="http://schemas.microsoft.com/office/drawing/2014/main" id="{7C50AD9E-1ED4-41E9-BDD7-CE1A6E3E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155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56" name="S2_CAL_SEP_2026_DAY_14">
            <a:extLst xmlns:a="http://schemas.openxmlformats.org/drawingml/2006/main">
              <a:ext uri="{FF2B5EF4-FFF2-40B4-BE49-F238E27FC236}">
                <a16:creationId xmlns:a16="http://schemas.microsoft.com/office/drawing/2014/main" id="{3ED63D2F-D96E-4DBC-86D8-80E0E547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25155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57" name="S2_CAL_SEP_2026_DAY_15">
            <a:extLst xmlns:a="http://schemas.openxmlformats.org/drawingml/2006/main">
              <a:ext uri="{FF2B5EF4-FFF2-40B4-BE49-F238E27FC236}">
                <a16:creationId xmlns:a16="http://schemas.microsoft.com/office/drawing/2014/main" id="{B853494A-5877-450E-BA3A-07B4BACF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25155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58" name="S2_CAL_SEP_2026_DAY_16">
            <a:extLst xmlns:a="http://schemas.openxmlformats.org/drawingml/2006/main">
              <a:ext uri="{FF2B5EF4-FFF2-40B4-BE49-F238E27FC236}">
                <a16:creationId xmlns:a16="http://schemas.microsoft.com/office/drawing/2014/main" id="{9DCD6939-0526-4BE9-B56C-D92C0AAE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25155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59" name="S2_CAL_SEP_2026_DAY_17">
            <a:extLst xmlns:a="http://schemas.openxmlformats.org/drawingml/2006/main">
              <a:ext uri="{FF2B5EF4-FFF2-40B4-BE49-F238E27FC236}">
                <a16:creationId xmlns:a16="http://schemas.microsoft.com/office/drawing/2014/main" id="{E9358D0F-55EA-405E-A5A2-1A17999E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25155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60" name="S2_CAL_SEP_2026_DAY_18">
            <a:extLst xmlns:a="http://schemas.openxmlformats.org/drawingml/2006/main">
              <a:ext uri="{FF2B5EF4-FFF2-40B4-BE49-F238E27FC236}">
                <a16:creationId xmlns:a16="http://schemas.microsoft.com/office/drawing/2014/main" id="{25C2C04A-8EDD-44B5-809C-C7274E61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25155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61" name="S2_CAL_SEP_2026_DAY_19">
            <a:extLst xmlns:a="http://schemas.openxmlformats.org/drawingml/2006/main">
              <a:ext uri="{FF2B5EF4-FFF2-40B4-BE49-F238E27FC236}">
                <a16:creationId xmlns:a16="http://schemas.microsoft.com/office/drawing/2014/main" id="{93B59AAB-6D61-430C-A794-56A67ADC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25155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862" name="S2_CAL_SEP_2026_DAY_20">
            <a:extLst xmlns:a="http://schemas.openxmlformats.org/drawingml/2006/main">
              <a:ext uri="{FF2B5EF4-FFF2-40B4-BE49-F238E27FC236}">
                <a16:creationId xmlns:a16="http://schemas.microsoft.com/office/drawing/2014/main" id="{194DA361-C66E-4521-9E3E-CE68DCD4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917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63" name="S2_CAL_SEP_2026_DAY_21">
            <a:extLst xmlns:a="http://schemas.openxmlformats.org/drawingml/2006/main">
              <a:ext uri="{FF2B5EF4-FFF2-40B4-BE49-F238E27FC236}">
                <a16:creationId xmlns:a16="http://schemas.microsoft.com/office/drawing/2014/main" id="{C3244A81-8F6A-4825-A4F0-5152C460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26917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864" name="S2_CAL_SEP_2026_DAY_22">
            <a:extLst xmlns:a="http://schemas.openxmlformats.org/drawingml/2006/main">
              <a:ext uri="{FF2B5EF4-FFF2-40B4-BE49-F238E27FC236}">
                <a16:creationId xmlns:a16="http://schemas.microsoft.com/office/drawing/2014/main" id="{6B9435B8-789E-4AC3-BB07-3F9000AA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26917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865" name="S2_CAL_SEP_2026_DAY_23">
            <a:extLst xmlns:a="http://schemas.openxmlformats.org/drawingml/2006/main">
              <a:ext uri="{FF2B5EF4-FFF2-40B4-BE49-F238E27FC236}">
                <a16:creationId xmlns:a16="http://schemas.microsoft.com/office/drawing/2014/main" id="{512719E7-6256-46A9-BE72-E025200D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26917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866" name="S2_CAL_SEP_2026_DAY_24">
            <a:extLst xmlns:a="http://schemas.openxmlformats.org/drawingml/2006/main">
              <a:ext uri="{FF2B5EF4-FFF2-40B4-BE49-F238E27FC236}">
                <a16:creationId xmlns:a16="http://schemas.microsoft.com/office/drawing/2014/main" id="{AD83D1D8-F241-4B5D-8425-746C3D1A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26917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67" name="S2_CAL_SEP_2026_DAY_25">
            <a:extLst xmlns:a="http://schemas.openxmlformats.org/drawingml/2006/main">
              <a:ext uri="{FF2B5EF4-FFF2-40B4-BE49-F238E27FC236}">
                <a16:creationId xmlns:a16="http://schemas.microsoft.com/office/drawing/2014/main" id="{4AA03C66-BC1D-4995-AFBE-CDC4FAA0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26917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68" name="S2_CAL_SEP_2026_DAY_26">
            <a:extLst xmlns:a="http://schemas.openxmlformats.org/drawingml/2006/main">
              <a:ext uri="{FF2B5EF4-FFF2-40B4-BE49-F238E27FC236}">
                <a16:creationId xmlns:a16="http://schemas.microsoft.com/office/drawing/2014/main" id="{88323CB3-E047-4698-88D5-50A058C5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89" y="26917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869" name="S2_CAL_SEP_2026_DAY_27">
            <a:extLst xmlns:a="http://schemas.openxmlformats.org/drawingml/2006/main">
              <a:ext uri="{FF2B5EF4-FFF2-40B4-BE49-F238E27FC236}">
                <a16:creationId xmlns:a16="http://schemas.microsoft.com/office/drawing/2014/main" id="{BF52E02D-D2FB-4E57-91DA-26FCF6EA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679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870" name="S2_CAL_SEP_2026_DAY_28">
            <a:extLst xmlns:a="http://schemas.openxmlformats.org/drawingml/2006/main">
              <a:ext uri="{FF2B5EF4-FFF2-40B4-BE49-F238E27FC236}">
                <a16:creationId xmlns:a16="http://schemas.microsoft.com/office/drawing/2014/main" id="{2315610D-3A52-4FEB-8F2A-BCC5061E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28679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71" name="S2_CAL_SEP_2026_DAY_29">
            <a:extLst xmlns:a="http://schemas.openxmlformats.org/drawingml/2006/main">
              <a:ext uri="{FF2B5EF4-FFF2-40B4-BE49-F238E27FC236}">
                <a16:creationId xmlns:a16="http://schemas.microsoft.com/office/drawing/2014/main" id="{CB543262-0AD3-49CA-B960-9220AB4B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746" y="28679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872" name="S2_CAL_SEP_2026_DAY_30">
            <a:extLst xmlns:a="http://schemas.openxmlformats.org/drawingml/2006/main">
              <a:ext uri="{FF2B5EF4-FFF2-40B4-BE49-F238E27FC236}">
                <a16:creationId xmlns:a16="http://schemas.microsoft.com/office/drawing/2014/main" id="{CDD54919-7357-4A52-9EF8-88F9D614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28679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873" name="S2_CAL_OCT_2026_DAY_01">
            <a:extLst xmlns:a="http://schemas.openxmlformats.org/drawingml/2006/main">
              <a:ext uri="{FF2B5EF4-FFF2-40B4-BE49-F238E27FC236}">
                <a16:creationId xmlns:a16="http://schemas.microsoft.com/office/drawing/2014/main" id="{8B64BCB9-2A49-4C97-A046-257D20DB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3744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74" name="S2_CAL_OCT_2026_DAY_02">
            <a:extLst xmlns:a="http://schemas.openxmlformats.org/drawingml/2006/main">
              <a:ext uri="{FF2B5EF4-FFF2-40B4-BE49-F238E27FC236}">
                <a16:creationId xmlns:a16="http://schemas.microsoft.com/office/drawing/2014/main" id="{209007A5-6ADF-48E1-B9A3-6D514157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3744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75" name="S2_CAL_OCT_2026_DAY_03">
            <a:extLst xmlns:a="http://schemas.openxmlformats.org/drawingml/2006/main">
              <a:ext uri="{FF2B5EF4-FFF2-40B4-BE49-F238E27FC236}">
                <a16:creationId xmlns:a16="http://schemas.microsoft.com/office/drawing/2014/main" id="{DE74917E-6383-4514-8B29-D1B5DF60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3744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76" name="S2_CAL_OCT_2026_DAY_04">
            <a:extLst xmlns:a="http://schemas.openxmlformats.org/drawingml/2006/main">
              <a:ext uri="{FF2B5EF4-FFF2-40B4-BE49-F238E27FC236}">
                <a16:creationId xmlns:a16="http://schemas.microsoft.com/office/drawing/2014/main" id="{7BD5A053-7484-4C9D-AA03-5239060A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0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7" name="S2_CAL_OCT_2026_DAY_05">
            <a:extLst xmlns:a="http://schemas.openxmlformats.org/drawingml/2006/main">
              <a:ext uri="{FF2B5EF4-FFF2-40B4-BE49-F238E27FC236}">
                <a16:creationId xmlns:a16="http://schemas.microsoft.com/office/drawing/2014/main" id="{22EB4C0F-CC1E-490E-9D33-0F8D162C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3920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78" name="S2_CAL_OCT_2026_DAY_06">
            <a:extLst xmlns:a="http://schemas.openxmlformats.org/drawingml/2006/main">
              <a:ext uri="{FF2B5EF4-FFF2-40B4-BE49-F238E27FC236}">
                <a16:creationId xmlns:a16="http://schemas.microsoft.com/office/drawing/2014/main" id="{F1205D8B-7831-4727-AC54-13831AA8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3920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79" name="S2_CAL_OCT_2026_DAY_07">
            <a:extLst xmlns:a="http://schemas.openxmlformats.org/drawingml/2006/main">
              <a:ext uri="{FF2B5EF4-FFF2-40B4-BE49-F238E27FC236}">
                <a16:creationId xmlns:a16="http://schemas.microsoft.com/office/drawing/2014/main" id="{EC0F6B3F-782F-44A9-AE87-78461A90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3920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80" name="S2_CAL_OCT_2026_DAY_08">
            <a:extLst xmlns:a="http://schemas.openxmlformats.org/drawingml/2006/main">
              <a:ext uri="{FF2B5EF4-FFF2-40B4-BE49-F238E27FC236}">
                <a16:creationId xmlns:a16="http://schemas.microsoft.com/office/drawing/2014/main" id="{D9C0B2D8-BE2A-490B-82DE-F555AA8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3920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81" name="S2_CAL_OCT_2026_DAY_09">
            <a:extLst xmlns:a="http://schemas.openxmlformats.org/drawingml/2006/main">
              <a:ext uri="{FF2B5EF4-FFF2-40B4-BE49-F238E27FC236}">
                <a16:creationId xmlns:a16="http://schemas.microsoft.com/office/drawing/2014/main" id="{83DE64DC-2665-47C9-95BF-31BDD9BE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3920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82" name="S2_CAL_OCT_2026_DAY_10">
            <a:extLst xmlns:a="http://schemas.openxmlformats.org/drawingml/2006/main">
              <a:ext uri="{FF2B5EF4-FFF2-40B4-BE49-F238E27FC236}">
                <a16:creationId xmlns:a16="http://schemas.microsoft.com/office/drawing/2014/main" id="{D30B8C11-27CC-4DB0-9DEB-5591D7F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3920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83" name="S2_CAL_OCT_2026_DAY_11">
            <a:extLst xmlns:a="http://schemas.openxmlformats.org/drawingml/2006/main">
              <a:ext uri="{FF2B5EF4-FFF2-40B4-BE49-F238E27FC236}">
                <a16:creationId xmlns:a16="http://schemas.microsoft.com/office/drawing/2014/main" id="{B9978C7A-04FD-40D8-9B9A-F4D19941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670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85" name="S2_CAL_OCT_2026_DAY_13">
            <a:extLst xmlns:a="http://schemas.openxmlformats.org/drawingml/2006/main">
              <a:ext uri="{FF2B5EF4-FFF2-40B4-BE49-F238E27FC236}">
                <a16:creationId xmlns:a16="http://schemas.microsoft.com/office/drawing/2014/main" id="{564EC967-2411-470A-B680-0A058BA9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409670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86" name="S2_CAL_OCT_2026_DAY_14">
            <a:extLst xmlns:a="http://schemas.openxmlformats.org/drawingml/2006/main">
              <a:ext uri="{FF2B5EF4-FFF2-40B4-BE49-F238E27FC236}">
                <a16:creationId xmlns:a16="http://schemas.microsoft.com/office/drawing/2014/main" id="{C3C029A1-F6CF-497D-945D-3B86031C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409670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87" name="S2_CAL_OCT_2026_DAY_15">
            <a:extLst xmlns:a="http://schemas.openxmlformats.org/drawingml/2006/main">
              <a:ext uri="{FF2B5EF4-FFF2-40B4-BE49-F238E27FC236}">
                <a16:creationId xmlns:a16="http://schemas.microsoft.com/office/drawing/2014/main" id="{B676B35F-E7EF-46AB-967E-436425D7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409670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88" name="S2_CAL_OCT_2026_DAY_19">
            <a:extLst xmlns:a="http://schemas.openxmlformats.org/drawingml/2006/main">
              <a:ext uri="{FF2B5EF4-FFF2-40B4-BE49-F238E27FC236}">
                <a16:creationId xmlns:a16="http://schemas.microsoft.com/office/drawing/2014/main" id="{1C25AFA7-05FF-4472-9367-4F6442B9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427291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889" name="S2_CAL_NOV_2026_DAY_16">
            <a:extLst xmlns:a="http://schemas.openxmlformats.org/drawingml/2006/main">
              <a:ext uri="{FF2B5EF4-FFF2-40B4-BE49-F238E27FC236}">
                <a16:creationId xmlns:a16="http://schemas.microsoft.com/office/drawing/2014/main" id="{9447D25F-BEB9-4748-AE98-427127B8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409670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90" name="S2_CAL_DEC_2026_DAY_07">
            <a:extLst xmlns:a="http://schemas.openxmlformats.org/drawingml/2006/main">
              <a:ext uri="{FF2B5EF4-FFF2-40B4-BE49-F238E27FC236}">
                <a16:creationId xmlns:a16="http://schemas.microsoft.com/office/drawing/2014/main" id="{ADCF4B65-5A75-46B8-892B-19ADDEFE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55016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91" name="S2_CAL_JAN_2027_DAY_11">
            <a:extLst xmlns:a="http://schemas.openxmlformats.org/drawingml/2006/main">
              <a:ext uri="{FF2B5EF4-FFF2-40B4-BE49-F238E27FC236}">
                <a16:creationId xmlns:a16="http://schemas.microsoft.com/office/drawing/2014/main" id="{99E7826C-AA0E-48B0-AF94-B6818DAB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567785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92" name="S2_CAL_JAN_2027_DAY_29">
            <a:extLst xmlns:a="http://schemas.openxmlformats.org/drawingml/2006/main">
              <a:ext uri="{FF2B5EF4-FFF2-40B4-BE49-F238E27FC236}">
                <a16:creationId xmlns:a16="http://schemas.microsoft.com/office/drawing/2014/main" id="{556BBDF8-C989-40F6-835D-3CD689EA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6030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893" name="S2_CAL_DEC_2026_DAY_24">
            <a:extLst xmlns:a="http://schemas.openxmlformats.org/drawingml/2006/main">
              <a:ext uri="{FF2B5EF4-FFF2-40B4-BE49-F238E27FC236}">
                <a16:creationId xmlns:a16="http://schemas.microsoft.com/office/drawing/2014/main" id="{E2A6D3D5-0F90-4FF7-B7A6-18330C9D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58540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94" name="S2_CAL_JAN_2027_DAY_01">
            <a:extLst xmlns:a="http://schemas.openxmlformats.org/drawingml/2006/main">
              <a:ext uri="{FF2B5EF4-FFF2-40B4-BE49-F238E27FC236}">
                <a16:creationId xmlns:a16="http://schemas.microsoft.com/office/drawing/2014/main" id="{93FBCCB7-0A7F-4080-8873-5D3D206A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229" y="532542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95" name="S2_CAL_DEC_2026_DAY_25">
            <a:extLst xmlns:a="http://schemas.openxmlformats.org/drawingml/2006/main">
              <a:ext uri="{FF2B5EF4-FFF2-40B4-BE49-F238E27FC236}">
                <a16:creationId xmlns:a16="http://schemas.microsoft.com/office/drawing/2014/main" id="{92C98616-29CE-46B9-AE99-5D75F0EF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04" y="58540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96" name="S2_CAL_DEC_2026_DAY_26">
            <a:extLst xmlns:a="http://schemas.openxmlformats.org/drawingml/2006/main">
              <a:ext uri="{FF2B5EF4-FFF2-40B4-BE49-F238E27FC236}">
                <a16:creationId xmlns:a16="http://schemas.microsoft.com/office/drawing/2014/main" id="{B0354F8C-90A9-478D-8F38-45C751E8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864" y="58540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897" name="S2_CAL_DEC_2026_DAY_27">
            <a:extLst xmlns:a="http://schemas.openxmlformats.org/drawingml/2006/main">
              <a:ext uri="{FF2B5EF4-FFF2-40B4-BE49-F238E27FC236}">
                <a16:creationId xmlns:a16="http://schemas.microsoft.com/office/drawing/2014/main" id="{B8D70651-3985-4794-B1C0-741846A6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0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898" name="S2_CAL_DEC_2026_DAY_28">
            <a:extLst xmlns:a="http://schemas.openxmlformats.org/drawingml/2006/main">
              <a:ext uri="{FF2B5EF4-FFF2-40B4-BE49-F238E27FC236}">
                <a16:creationId xmlns:a16="http://schemas.microsoft.com/office/drawing/2014/main" id="{1D932EBC-AD6D-467D-BD51-0246CFF8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6030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99" name="S2_CAL_DEC_2026_DAY_29">
            <a:extLst xmlns:a="http://schemas.openxmlformats.org/drawingml/2006/main">
              <a:ext uri="{FF2B5EF4-FFF2-40B4-BE49-F238E27FC236}">
                <a16:creationId xmlns:a16="http://schemas.microsoft.com/office/drawing/2014/main" id="{9B589C70-00C5-4F57-8F94-19386C89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1" y="6030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900" name="S2_CAL_DEC_2026_DAY_30">
            <a:extLst xmlns:a="http://schemas.openxmlformats.org/drawingml/2006/main">
              <a:ext uri="{FF2B5EF4-FFF2-40B4-BE49-F238E27FC236}">
                <a16:creationId xmlns:a16="http://schemas.microsoft.com/office/drawing/2014/main" id="{5D991943-E670-4014-867D-F8130366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82" y="6030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901" name="S2_CAL_DEC_2026_DAY_31">
            <a:extLst xmlns:a="http://schemas.openxmlformats.org/drawingml/2006/main">
              <a:ext uri="{FF2B5EF4-FFF2-40B4-BE49-F238E27FC236}">
                <a16:creationId xmlns:a16="http://schemas.microsoft.com/office/drawing/2014/main" id="{045AC409-D437-4CFA-9952-8F63AF45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543" y="6030278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902" name="S2_CAL_AUG_2026_TODAY_RING">
            <a:extLst xmlns:a="http://schemas.openxmlformats.org/drawingml/2006/main">
              <a:ext uri="{FF2B5EF4-FFF2-40B4-BE49-F238E27FC236}">
                <a16:creationId xmlns:a16="http://schemas.microsoft.com/office/drawing/2014/main" id="{EF6BB783-E0BC-4E51-B576-BB35A472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37" y="2878455"/>
            <a:ext cx="125730" cy="125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6B43"/>
          </a:solidFill>
          <a:ln xmlns:a="http://schemas.openxmlformats.org/drawingml/2006/main" w="4763">
            <a:solidFill>
              <a:srgbClr val="766B43"/>
            </a:solidFill>
            <a:prstDash val="solid"/>
          </a:ln>
        </p:spPr>
      </p:sp>
      <p:sp>
        <p:nvSpPr>
          <p:cNvPr id="903" name="S2_CAL_AUG_2026_DAY_25">
            <a:extLst xmlns:a="http://schemas.openxmlformats.org/drawingml/2006/main">
              <a:ext uri="{FF2B5EF4-FFF2-40B4-BE49-F238E27FC236}">
                <a16:creationId xmlns:a16="http://schemas.microsoft.com/office/drawing/2014/main" id="{ECBDCAF9-CDF3-4F4C-BB9A-6E32C29F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37" y="2878455"/>
            <a:ext cx="12573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7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7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904" name="S2_K1_OCT_2026_DAY_19_MARKER">
            <a:extLst xmlns:a="http://schemas.openxmlformats.org/drawingml/2006/main">
              <a:ext uri="{FF2B5EF4-FFF2-40B4-BE49-F238E27FC236}">
                <a16:creationId xmlns:a16="http://schemas.microsoft.com/office/drawing/2014/main" id="{790D0C74-C0C5-4553-B564-86E4731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3" y="4358640"/>
            <a:ext cx="157163" cy="79058"/>
          </a:xfrm>
          <a:prstGeom xmlns:a="http://schemas.openxmlformats.org/drawingml/2006/main" prst="roundRect">
            <a:avLst>
              <a:gd name="adj" fmla="val 26506"/>
            </a:avLst>
          </a:prstGeom>
          <a:solidFill xmlns:a="http://schemas.openxmlformats.org/drawingml/2006/main">
            <a:srgbClr val="4421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K1</a:t>
            </a:r>
          </a:p>
        </p:txBody>
      </p:sp>
      <p:sp>
        <p:nvSpPr>
          <p:cNvPr id="905" name="S2_K2_NOV_2026_DAY_16_MARKER">
            <a:extLst xmlns:a="http://schemas.openxmlformats.org/drawingml/2006/main">
              <a:ext uri="{FF2B5EF4-FFF2-40B4-BE49-F238E27FC236}">
                <a16:creationId xmlns:a16="http://schemas.microsoft.com/office/drawing/2014/main" id="{391C2A47-BEAC-488A-B3CB-022C7F50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778" y="4182428"/>
            <a:ext cx="157163" cy="79058"/>
          </a:xfrm>
          <a:prstGeom xmlns:a="http://schemas.openxmlformats.org/drawingml/2006/main" prst="roundRect">
            <a:avLst>
              <a:gd name="adj" fmla="val 26506"/>
            </a:avLst>
          </a:prstGeom>
          <a:solidFill xmlns:a="http://schemas.openxmlformats.org/drawingml/2006/main">
            <a:srgbClr val="4421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K2</a:t>
            </a:r>
          </a:p>
        </p:txBody>
      </p:sp>
      <p:sp>
        <p:nvSpPr>
          <p:cNvPr id="906" name="S2_K3_DEC_2026_DAY_07_MARKER">
            <a:extLst xmlns:a="http://schemas.openxmlformats.org/drawingml/2006/main">
              <a:ext uri="{FF2B5EF4-FFF2-40B4-BE49-F238E27FC236}">
                <a16:creationId xmlns:a16="http://schemas.microsoft.com/office/drawing/2014/main" id="{9C7F3933-6617-4EA3-B86D-166A8E31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3" y="5587365"/>
            <a:ext cx="157163" cy="79058"/>
          </a:xfrm>
          <a:prstGeom xmlns:a="http://schemas.openxmlformats.org/drawingml/2006/main" prst="roundRect">
            <a:avLst>
              <a:gd name="adj" fmla="val 26506"/>
            </a:avLst>
          </a:prstGeom>
          <a:solidFill xmlns:a="http://schemas.openxmlformats.org/drawingml/2006/main">
            <a:srgbClr val="4421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K3</a:t>
            </a:r>
          </a:p>
        </p:txBody>
      </p:sp>
      <p:sp>
        <p:nvSpPr>
          <p:cNvPr id="907" name="S2_K4_JAN_2027_DAY_11_MARKER">
            <a:extLst xmlns:a="http://schemas.openxmlformats.org/drawingml/2006/main">
              <a:ext uri="{FF2B5EF4-FFF2-40B4-BE49-F238E27FC236}">
                <a16:creationId xmlns:a16="http://schemas.microsoft.com/office/drawing/2014/main" id="{C103FD55-8244-4BAD-A92F-138A7AD6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778" y="5763578"/>
            <a:ext cx="157163" cy="79058"/>
          </a:xfrm>
          <a:prstGeom xmlns:a="http://schemas.openxmlformats.org/drawingml/2006/main" prst="roundRect">
            <a:avLst>
              <a:gd name="adj" fmla="val 26506"/>
            </a:avLst>
          </a:prstGeom>
          <a:solidFill xmlns:a="http://schemas.openxmlformats.org/drawingml/2006/main">
            <a:srgbClr val="4421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K4</a:t>
            </a:r>
          </a:p>
        </p:txBody>
      </p:sp>
      <p:sp>
        <p:nvSpPr>
          <p:cNvPr id="908" name="S2_K5_JAN_2027_DAY_29_MARKER">
            <a:extLst xmlns:a="http://schemas.openxmlformats.org/drawingml/2006/main">
              <a:ext uri="{FF2B5EF4-FFF2-40B4-BE49-F238E27FC236}">
                <a16:creationId xmlns:a16="http://schemas.microsoft.com/office/drawing/2014/main" id="{2D636E20-2873-474D-B098-B65C085D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421" y="6116003"/>
            <a:ext cx="157163" cy="79058"/>
          </a:xfrm>
          <a:prstGeom xmlns:a="http://schemas.openxmlformats.org/drawingml/2006/main" prst="roundRect">
            <a:avLst>
              <a:gd name="adj" fmla="val 26506"/>
            </a:avLst>
          </a:prstGeom>
          <a:solidFill xmlns:a="http://schemas.openxmlformats.org/drawingml/2006/main">
            <a:srgbClr val="4421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K5</a:t>
            </a:r>
          </a:p>
        </p:txBody>
      </p:sp>
      <p:sp>
        <p:nvSpPr>
          <p:cNvPr id="909" name="S2_K6_DEC_2026_DAY_25_MARKER">
            <a:extLst xmlns:a="http://schemas.openxmlformats.org/drawingml/2006/main">
              <a:ext uri="{FF2B5EF4-FFF2-40B4-BE49-F238E27FC236}">
                <a16:creationId xmlns:a16="http://schemas.microsoft.com/office/drawing/2014/main" id="{D967DE13-5719-4D32-8479-AAE531C7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896" y="5939790"/>
            <a:ext cx="157163" cy="79058"/>
          </a:xfrm>
          <a:prstGeom xmlns:a="http://schemas.openxmlformats.org/drawingml/2006/main" prst="roundRect">
            <a:avLst>
              <a:gd name="adj" fmla="val 26506"/>
            </a:avLst>
          </a:prstGeom>
          <a:solidFill xmlns:a="http://schemas.openxmlformats.org/drawingml/2006/main">
            <a:srgbClr val="6B6F76"/>
          </a:solidFill>
          <a:ln xmlns:a="http://schemas.openxmlformats.org/drawingml/2006/main" w="6668">
            <a:solidFill>
              <a:srgbClr val="6B6F7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K6</a:t>
            </a:r>
          </a:p>
        </p:txBody>
      </p:sp>
      <p:sp>
        <p:nvSpPr>
          <p:cNvPr id="910" name="S2_K6_JAN_2027_DAY_01_MARKER">
            <a:extLst xmlns:a="http://schemas.openxmlformats.org/drawingml/2006/main">
              <a:ext uri="{FF2B5EF4-FFF2-40B4-BE49-F238E27FC236}">
                <a16:creationId xmlns:a16="http://schemas.microsoft.com/office/drawing/2014/main" id="{CD8C187A-298A-4716-BC71-2D476983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421" y="5411153"/>
            <a:ext cx="157163" cy="79058"/>
          </a:xfrm>
          <a:prstGeom xmlns:a="http://schemas.openxmlformats.org/drawingml/2006/main" prst="roundRect">
            <a:avLst>
              <a:gd name="adj" fmla="val 26506"/>
            </a:avLst>
          </a:prstGeom>
          <a:solidFill xmlns:a="http://schemas.openxmlformats.org/drawingml/2006/main">
            <a:srgbClr val="6B6F76"/>
          </a:solidFill>
          <a:ln xmlns:a="http://schemas.openxmlformats.org/drawingml/2006/main" w="6668">
            <a:solidFill>
              <a:srgbClr val="6B6F7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K6</a:t>
            </a:r>
          </a:p>
        </p:txBody>
      </p:sp>
      <p:sp>
        <p:nvSpPr>
          <p:cNvPr id="911" name="S2_THIRD_PARTY_QOE_DASHED_ACCENT">
            <a:extLst xmlns:a="http://schemas.openxmlformats.org/drawingml/2006/main">
              <a:ext uri="{FF2B5EF4-FFF2-40B4-BE49-F238E27FC236}">
                <a16:creationId xmlns:a16="http://schemas.microsoft.com/office/drawing/2014/main" id="{EDAEF87D-ABD3-4669-97CE-E8B9E2F9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48196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E3A5F"/>
            </a:solidFill>
            <a:prstDash val="dash"/>
          </a:ln>
        </p:spPr>
      </p:sp>
      <p:sp>
        <p:nvSpPr>
          <p:cNvPr id="912" name="S2_HOLIDAY_SEP_2026_DAY_07_SHADE">
            <a:extLst xmlns:a="http://schemas.openxmlformats.org/drawingml/2006/main">
              <a:ext uri="{FF2B5EF4-FFF2-40B4-BE49-F238E27FC236}">
                <a16:creationId xmlns:a16="http://schemas.microsoft.com/office/drawing/2014/main" id="{038805A6-3B43-4CFD-9959-AA6CBF96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016" y="234600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7E8EA"/>
          </a:solidFill>
          <a:ln xmlns:a="http://schemas.openxmlformats.org/drawingml/2006/main" w="4286">
            <a:solidFill>
              <a:srgbClr val="D1D5DB"/>
            </a:solidFill>
            <a:prstDash val="solid"/>
          </a:ln>
        </p:spPr>
      </p:sp>
      <p:sp>
        <p:nvSpPr>
          <p:cNvPr id="913" name="S2_HOLIDAY_OCT_2026_DAY_12_SHADE">
            <a:extLst xmlns:a="http://schemas.openxmlformats.org/drawingml/2006/main">
              <a:ext uri="{FF2B5EF4-FFF2-40B4-BE49-F238E27FC236}">
                <a16:creationId xmlns:a16="http://schemas.microsoft.com/office/drawing/2014/main" id="{009F2EB1-9C87-46F0-B717-AD4A796D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91" y="4103371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7E8EA"/>
          </a:solidFill>
          <a:ln xmlns:a="http://schemas.openxmlformats.org/drawingml/2006/main" w="4286">
            <a:solidFill>
              <a:srgbClr val="D1D5DB"/>
            </a:solidFill>
            <a:prstDash val="solid"/>
          </a:ln>
        </p:spPr>
      </p:sp>
      <p:sp>
        <p:nvSpPr>
          <p:cNvPr id="914" name="S2_HOLIDAY_NOV_2026_DAY_11_SHADE">
            <a:extLst xmlns:a="http://schemas.openxmlformats.org/drawingml/2006/main">
              <a:ext uri="{FF2B5EF4-FFF2-40B4-BE49-F238E27FC236}">
                <a16:creationId xmlns:a16="http://schemas.microsoft.com/office/drawing/2014/main" id="{734C9887-999C-4860-B57A-A2346354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337" y="3927158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7E8EA"/>
          </a:solidFill>
          <a:ln xmlns:a="http://schemas.openxmlformats.org/drawingml/2006/main" w="4286">
            <a:solidFill>
              <a:srgbClr val="D1D5DB"/>
            </a:solidFill>
            <a:prstDash val="solid"/>
          </a:ln>
        </p:spPr>
      </p:sp>
      <p:sp>
        <p:nvSpPr>
          <p:cNvPr id="915" name="S2_HOLIDAY_NOV_2026_DAY_26_SHADE">
            <a:extLst xmlns:a="http://schemas.openxmlformats.org/drawingml/2006/main">
              <a:ext uri="{FF2B5EF4-FFF2-40B4-BE49-F238E27FC236}">
                <a16:creationId xmlns:a16="http://schemas.microsoft.com/office/drawing/2014/main" id="{2FEBB395-8B3A-43C7-8FD0-16A74868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498" y="4279583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7E8EA"/>
          </a:solidFill>
          <a:ln xmlns:a="http://schemas.openxmlformats.org/drawingml/2006/main" w="4286">
            <a:solidFill>
              <a:srgbClr val="D1D5DB"/>
            </a:solidFill>
            <a:prstDash val="solid"/>
          </a:ln>
        </p:spPr>
      </p:sp>
      <p:sp>
        <p:nvSpPr>
          <p:cNvPr id="916" name="S2_HOLIDAY_JAN_2027_DAY_18_SHADE">
            <a:extLst xmlns:a="http://schemas.openxmlformats.org/drawingml/2006/main">
              <a:ext uri="{FF2B5EF4-FFF2-40B4-BE49-F238E27FC236}">
                <a16:creationId xmlns:a16="http://schemas.microsoft.com/office/drawing/2014/main" id="{B9A90B6D-AD37-459F-AE51-C08F894A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016" y="5860733"/>
            <a:ext cx="283301" cy="160973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7E8EA"/>
          </a:solidFill>
          <a:ln xmlns:a="http://schemas.openxmlformats.org/drawingml/2006/main" w="4286">
            <a:solidFill>
              <a:srgbClr val="D1D5DB"/>
            </a:solidFill>
            <a:prstDash val="solid"/>
          </a:ln>
        </p:spPr>
      </p:sp>
      <p:sp>
        <p:nvSpPr>
          <p:cNvPr id="917" name="S2_QOE_SEP_2026_DAY_07_TINT">
            <a:extLst xmlns:a="http://schemas.openxmlformats.org/drawingml/2006/main">
              <a:ext uri="{FF2B5EF4-FFF2-40B4-BE49-F238E27FC236}">
                <a16:creationId xmlns:a16="http://schemas.microsoft.com/office/drawing/2014/main" id="{A08532F5-CA30-4DA6-B257-756C653D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636" y="2453640"/>
            <a:ext cx="268061" cy="25718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8" name="S2_QOE_SEP_2026_DAY_07_DASHED_RAIL">
            <a:extLst xmlns:a="http://schemas.openxmlformats.org/drawingml/2006/main">
              <a:ext uri="{FF2B5EF4-FFF2-40B4-BE49-F238E27FC236}">
                <a16:creationId xmlns:a16="http://schemas.microsoft.com/office/drawing/2014/main" id="{42B17B70-DC9C-40FC-A950-9893146E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636" y="247650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dash"/>
          </a:ln>
        </p:spPr>
      </p:sp>
      <p:sp>
        <p:nvSpPr>
          <p:cNvPr id="919" name="S2_MS_SEP_2026_DAY_07_TINT">
            <a:extLst xmlns:a="http://schemas.openxmlformats.org/drawingml/2006/main">
              <a:ext uri="{FF2B5EF4-FFF2-40B4-BE49-F238E27FC236}">
                <a16:creationId xmlns:a16="http://schemas.microsoft.com/office/drawing/2014/main" id="{E54FBE63-26AA-4EBA-99C5-6E2F81AC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636" y="2484120"/>
            <a:ext cx="268061" cy="23813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0" name="S2_MS_SEP_2026_DAY_07_SOLID_RAIL">
            <a:extLst xmlns:a="http://schemas.openxmlformats.org/drawingml/2006/main">
              <a:ext uri="{FF2B5EF4-FFF2-40B4-BE49-F238E27FC236}">
                <a16:creationId xmlns:a16="http://schemas.microsoft.com/office/drawing/2014/main" id="{8459D2A4-AFCC-4E51-BD54-DAE6687D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636" y="2506980"/>
            <a:ext cx="2680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9">
            <a:solidFill>
              <a:srgbClr val="1E3A5F"/>
            </a:solidFill>
            <a:prstDash val="solid"/>
          </a:ln>
        </p:spPr>
      </p:sp>
      <p:sp>
        <p:nvSpPr>
          <p:cNvPr id="921" name="S2_CAL_SEP_2026_DAY_07">
            <a:extLst xmlns:a="http://schemas.openxmlformats.org/drawingml/2006/main">
              <a:ext uri="{FF2B5EF4-FFF2-40B4-BE49-F238E27FC236}">
                <a16:creationId xmlns:a16="http://schemas.microsoft.com/office/drawing/2014/main" id="{561F2607-9B94-4FBD-9AC1-A59C83FD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233934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22" name="S2_CAL_OCT_2026_DAY_12">
            <a:extLst xmlns:a="http://schemas.openxmlformats.org/drawingml/2006/main">
              <a:ext uri="{FF2B5EF4-FFF2-40B4-BE49-F238E27FC236}">
                <a16:creationId xmlns:a16="http://schemas.microsoft.com/office/drawing/2014/main" id="{AE74A692-27F5-4180-8A6F-CCB92EB8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61" y="4096703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923" name="S2_CAL_NOV_2026_DAY_11">
            <a:extLst xmlns:a="http://schemas.openxmlformats.org/drawingml/2006/main">
              <a:ext uri="{FF2B5EF4-FFF2-40B4-BE49-F238E27FC236}">
                <a16:creationId xmlns:a16="http://schemas.microsoft.com/office/drawing/2014/main" id="{CBD36428-227A-486C-BBEE-ED17D282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3920490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24" name="S2_CAL_NOV_2026_DAY_26">
            <a:extLst xmlns:a="http://schemas.openxmlformats.org/drawingml/2006/main">
              <a:ext uri="{FF2B5EF4-FFF2-40B4-BE49-F238E27FC236}">
                <a16:creationId xmlns:a16="http://schemas.microsoft.com/office/drawing/2014/main" id="{5E107829-C577-4A0F-A2FA-C3D1D570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68" y="427291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925" name="S2_CAL_JAN_2027_DAY_18">
            <a:extLst xmlns:a="http://schemas.openxmlformats.org/drawingml/2006/main">
              <a:ext uri="{FF2B5EF4-FFF2-40B4-BE49-F238E27FC236}">
                <a16:creationId xmlns:a16="http://schemas.microsoft.com/office/drawing/2014/main" id="{D29ACA02-5B2F-4697-ABE2-8B444EC1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86" y="5854065"/>
            <a:ext cx="306161" cy="90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" b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3F3F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86354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2026-08-22T00:52:32.6710000Z</dcterms:created>
  <dcterms:modified xsi:type="dcterms:W3CDTF">2026-08-22T00:52:32.6710000Z</dcterms:modified>
</coreProperties>
</file>