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10"/>
  </p:sldIdLst>
  <p:notesMasterIdLst>
    <p:notesMasterId r:id="rId5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RA_TEMPLATE_MASTER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slideLayout" Target="../slideLayouts/slideLayout2.xml"/><Relationship Id="rId23" Type="http://schemas.openxmlformats.org/officeDocument/2006/relationships/notesSlide" Target="../notesSlides/notesSlide1.xml"/><Relationship Id="rId24" Type="http://schemas.openxmlformats.org/officeDocument/2006/relationships/image" Target="../media/image1.png"/><Relationship Id="rId25" Type="http://schemas.openxmlformats.org/officeDocument/2006/relationships/image" Target="../media/image2.png"/><Relationship Id="rId26" Type="http://schemas.openxmlformats.org/officeDocument/2006/relationships/image" Target="../media/image3.png"/><Relationship Id="rId27" Type="http://schemas.openxmlformats.org/officeDocument/2006/relationships/image" Target="../media/image4.png"/><Relationship Id="rId28" Type="http://schemas.openxmlformats.org/officeDocument/2006/relationships/image" Target="../media/image5.png"/><Relationship Id="rId29" Type="http://schemas.openxmlformats.org/officeDocument/2006/relationships/image" Target="../media/image6.png"/><Relationship Id="rId30" Type="http://schemas.openxmlformats.org/officeDocument/2006/relationships/image" Target="../media/image7.png"/><Relationship Id="rId31" Type="http://schemas.openxmlformats.org/officeDocument/2006/relationships/image" Target="../media/image8.png"/><Relationship Id="rId32" Type="http://schemas.openxmlformats.org/officeDocument/2006/relationships/image" Target="../media/image9.png"/><Relationship Id="rId33" Type="http://schemas.openxmlformats.org/officeDocument/2006/relationships/image" Target="../media/image10.png"/><Relationship Id="rId34" Type="http://schemas.openxmlformats.org/officeDocument/2006/relationships/image" Target="../media/image11.png"/><Relationship Id="rId35" Type="http://schemas.openxmlformats.org/officeDocument/2006/relationships/image" Target="../media/image12.png"/><Relationship Id="rId36" Type="http://schemas.openxmlformats.org/officeDocument/2006/relationships/image" Target="../media/image13.png"/><Relationship Id="rId37" Type="http://schemas.openxmlformats.org/officeDocument/2006/relationships/image" Target="../media/image14.png"/><Relationship Id="rId38" Type="http://schemas.openxmlformats.org/officeDocument/2006/relationships/image" Target="../media/image15.png"/><Relationship Id="rId39" Type="http://schemas.openxmlformats.org/officeDocument/2006/relationships/image" Target="../media/image1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1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.png"/><Relationship Id="rId17" Type="http://schemas.openxmlformats.org/officeDocument/2006/relationships/image" Target="../media/image-2-7.png"/><Relationship Id="rId18" Type="http://schemas.openxmlformats.org/officeDocument/2006/relationships/image" Target="../media/image-2-8.png"/><Relationship Id="rId19" Type="http://schemas.openxmlformats.org/officeDocument/2006/relationships/image" Target="../media/image-2-9.png"/><Relationship Id="rId20" Type="http://schemas.openxmlformats.org/officeDocument/2006/relationships/image" Target="../media/image-2-1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image" Target="../media/image-2-23.png"/><Relationship Id="rId24" Type="http://schemas.openxmlformats.org/officeDocument/2006/relationships/image" Target="../media/image-2-24.png"/><Relationship Id="rId25" Type="http://schemas.openxmlformats.org/officeDocument/2006/relationships/image" Target="../media/image-2-25.png"/><Relationship Id="rId26" Type="http://schemas.openxmlformats.org/officeDocument/2006/relationships/image" Target="../media/image-2-26.png"/><Relationship Id="rId27" Type="http://schemas.openxmlformats.org/officeDocument/2006/relationships/image" Target="../media/image-2-27.png"/><Relationship Id="rId28" Type="http://schemas.openxmlformats.org/officeDocument/2006/relationships/slideLayout" Target="../slideLayouts/slideLayout2.xml"/><Relationship Id="rId29" Type="http://schemas.openxmlformats.org/officeDocument/2006/relationships/notesSlide" Target="../notesSlides/notesSlide2.xml"/><Relationship Id="rId30" Type="http://schemas.openxmlformats.org/officeDocument/2006/relationships/image" Target="../media/image1.png"/><Relationship Id="rId31" Type="http://schemas.openxmlformats.org/officeDocument/2006/relationships/image" Target="../media/image17.png"/><Relationship Id="rId32" Type="http://schemas.openxmlformats.org/officeDocument/2006/relationships/image" Target="../media/image18.png"/><Relationship Id="rId33" Type="http://schemas.openxmlformats.org/officeDocument/2006/relationships/image" Target="../media/image19.png"/><Relationship Id="rId34" Type="http://schemas.openxmlformats.org/officeDocument/2006/relationships/image" Target="../media/image4.png"/><Relationship Id="rId35" Type="http://schemas.openxmlformats.org/officeDocument/2006/relationships/image" Target="../media/image6.png"/><Relationship Id="rId36" Type="http://schemas.openxmlformats.org/officeDocument/2006/relationships/image" Target="../media/image8.png"/><Relationship Id="rId37" Type="http://schemas.openxmlformats.org/officeDocument/2006/relationships/image" Target="../media/image20.png"/><Relationship Id="rId38" Type="http://schemas.openxmlformats.org/officeDocument/2006/relationships/image" Target="../media/image9.png"/><Relationship Id="rId39" Type="http://schemas.openxmlformats.org/officeDocument/2006/relationships/image" Target="../media/image7.png"/><Relationship Id="rId40" Type="http://schemas.openxmlformats.org/officeDocument/2006/relationships/image" Target="../media/image21.png"/><Relationship Id="rId41" Type="http://schemas.openxmlformats.org/officeDocument/2006/relationships/image" Target="../media/image15.png"/><Relationship Id="rId42" Type="http://schemas.openxmlformats.org/officeDocument/2006/relationships/image" Target="../media/image22.png"/><Relationship Id="rId43" Type="http://schemas.openxmlformats.org/officeDocument/2006/relationships/image" Target="../media/image23.png"/><Relationship Id="rId44" Type="http://schemas.openxmlformats.org/officeDocument/2006/relationships/image" Target="../media/image24.png"/><Relationship Id="rId45" Type="http://schemas.openxmlformats.org/officeDocument/2006/relationships/image" Target="../media/image11.png"/><Relationship Id="rId46" Type="http://schemas.openxmlformats.org/officeDocument/2006/relationships/image" Target="../media/image12.png"/><Relationship Id="rId47" Type="http://schemas.openxmlformats.org/officeDocument/2006/relationships/image" Target="../media/image13.png"/><Relationship Id="rId48" Type="http://schemas.openxmlformats.org/officeDocument/2006/relationships/image" Target="../media/image14.png"/><Relationship Id="rId49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3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0.png"/><Relationship Id="rId14" Type="http://schemas.openxmlformats.org/officeDocument/2006/relationships/image" Target="../media/image-3-11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4.png"/><Relationship Id="rId18" Type="http://schemas.openxmlformats.org/officeDocument/2006/relationships/image" Target="../media/image-3-15.png"/><Relationship Id="rId19" Type="http://schemas.openxmlformats.org/officeDocument/2006/relationships/image" Target="../media/image-3-16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3.png"/><Relationship Id="rId23" Type="http://schemas.openxmlformats.org/officeDocument/2006/relationships/image" Target="../media/image-3-20.png"/><Relationship Id="rId24" Type="http://schemas.openxmlformats.org/officeDocument/2006/relationships/image" Target="../media/image-3-21.png"/><Relationship Id="rId25" Type="http://schemas.openxmlformats.org/officeDocument/2006/relationships/image" Target="../media/image-3-8.png"/><Relationship Id="rId26" Type="http://schemas.openxmlformats.org/officeDocument/2006/relationships/image" Target="../media/image-3-9.png"/><Relationship Id="rId27" Type="http://schemas.openxmlformats.org/officeDocument/2006/relationships/image" Target="../media/image-3-27.png"/><Relationship Id="rId28" Type="http://schemas.openxmlformats.org/officeDocument/2006/relationships/image" Target="../media/image-3-28.png"/><Relationship Id="rId29" Type="http://schemas.openxmlformats.org/officeDocument/2006/relationships/image" Target="../media/image-3-29.png"/><Relationship Id="rId30" Type="http://schemas.openxmlformats.org/officeDocument/2006/relationships/image" Target="../media/image-3-30.png"/><Relationship Id="rId31" Type="http://schemas.openxmlformats.org/officeDocument/2006/relationships/image" Target="../media/image-3-31.png"/><Relationship Id="rId32" Type="http://schemas.openxmlformats.org/officeDocument/2006/relationships/image" Target="../media/image-3-32.png"/><Relationship Id="rId33" Type="http://schemas.openxmlformats.org/officeDocument/2006/relationships/slideLayout" Target="../slideLayouts/slideLayout2.xml"/><Relationship Id="rId34" Type="http://schemas.openxmlformats.org/officeDocument/2006/relationships/notesSlide" Target="../notesSlides/notesSlide3.xml"/><Relationship Id="rId35" Type="http://schemas.openxmlformats.org/officeDocument/2006/relationships/image" Target="../media/image1.png"/><Relationship Id="rId36" Type="http://schemas.openxmlformats.org/officeDocument/2006/relationships/image" Target="../media/image5.png"/><Relationship Id="rId37" Type="http://schemas.openxmlformats.org/officeDocument/2006/relationships/image" Target="../media/image25.png"/><Relationship Id="rId38" Type="http://schemas.openxmlformats.org/officeDocument/2006/relationships/image" Target="../media/image26.png"/><Relationship Id="rId39" Type="http://schemas.openxmlformats.org/officeDocument/2006/relationships/image" Target="../media/image27.png"/><Relationship Id="rId40" Type="http://schemas.openxmlformats.org/officeDocument/2006/relationships/image" Target="../media/image4.png"/><Relationship Id="rId41" Type="http://schemas.openxmlformats.org/officeDocument/2006/relationships/image" Target="../media/image6.png"/><Relationship Id="rId42" Type="http://schemas.openxmlformats.org/officeDocument/2006/relationships/image" Target="../media/image7.png"/><Relationship Id="rId43" Type="http://schemas.openxmlformats.org/officeDocument/2006/relationships/image" Target="../media/image8.png"/><Relationship Id="rId44" Type="http://schemas.openxmlformats.org/officeDocument/2006/relationships/image" Target="../media/image9.png"/><Relationship Id="rId45" Type="http://schemas.openxmlformats.org/officeDocument/2006/relationships/image" Target="../media/image12.png"/><Relationship Id="rId46" Type="http://schemas.openxmlformats.org/officeDocument/2006/relationships/image" Target="../media/image13.png"/><Relationship Id="rId47" Type="http://schemas.openxmlformats.org/officeDocument/2006/relationships/image" Target="../media/image14.png"/><Relationship Id="rId48" Type="http://schemas.openxmlformats.org/officeDocument/2006/relationships/image" Target="../media/image15.png"/><Relationship Id="rId49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Relationship Id="rId9" Type="http://schemas.openxmlformats.org/officeDocument/2006/relationships/image" Target="../media/image35.png"/><Relationship Id="rId10" Type="http://schemas.openxmlformats.org/officeDocument/2006/relationships/image" Target="../media/image36.png"/><Relationship Id="rId11" Type="http://schemas.openxmlformats.org/officeDocument/2006/relationships/image" Target="../media/image37.png"/><Relationship Id="rId12" Type="http://schemas.openxmlformats.org/officeDocument/2006/relationships/image" Target="../media/image38.png"/><Relationship Id="rId13" Type="http://schemas.openxmlformats.org/officeDocument/2006/relationships/image" Target="../media/image39.png"/><Relationship Id="rId14" Type="http://schemas.openxmlformats.org/officeDocument/2006/relationships/image" Target="../media/image40.png"/><Relationship Id="rId15" Type="http://schemas.openxmlformats.org/officeDocument/2006/relationships/image" Target="../media/image41.png"/><Relationship Id="rId16" Type="http://schemas.openxmlformats.org/officeDocument/2006/relationships/image" Target="../media/image42.png"/><Relationship Id="rId17" Type="http://schemas.openxmlformats.org/officeDocument/2006/relationships/image" Target="../media/image43.png"/><Relationship Id="rId18" Type="http://schemas.openxmlformats.org/officeDocument/2006/relationships/image" Target="../media/image44.png"/><Relationship Id="rId19" Type="http://schemas.openxmlformats.org/officeDocument/2006/relationships/image" Target="../media/image45.png"/><Relationship Id="rId20" Type="http://schemas.openxmlformats.org/officeDocument/2006/relationships/image" Target="../media/image46.png"/><Relationship Id="rId21" Type="http://schemas.openxmlformats.org/officeDocument/2006/relationships/image" Target="../media/image47.png"/><Relationship Id="rId22" Type="http://schemas.openxmlformats.org/officeDocument/2006/relationships/image" Target="../media/image48.png"/><Relationship Id="rId23" Type="http://schemas.openxmlformats.org/officeDocument/2006/relationships/image" Target="../media/image49.png"/><Relationship Id="rId24" Type="http://schemas.openxmlformats.org/officeDocument/2006/relationships/image" Target="../media/image50.png"/><Relationship Id="rId25" Type="http://schemas.openxmlformats.org/officeDocument/2006/relationships/image" Target="../media/image51.png"/><Relationship Id="rId26" Type="http://schemas.openxmlformats.org/officeDocument/2006/relationships/image" Target="../media/image52.png"/><Relationship Id="rId27" Type="http://schemas.openxmlformats.org/officeDocument/2006/relationships/image" Target="../media/image53.png"/><Relationship Id="rId28" Type="http://schemas.openxmlformats.org/officeDocument/2006/relationships/image" Target="../media/image54.png"/><Relationship Id="rId29" Type="http://schemas.openxmlformats.org/officeDocument/2006/relationships/image" Target="../media/image55.png"/><Relationship Id="rId30" Type="http://schemas.openxmlformats.org/officeDocument/2006/relationships/image" Target="../media/image56.png"/><Relationship Id="rId31" Type="http://schemas.openxmlformats.org/officeDocument/2006/relationships/image" Target="../media/image57.png"/><Relationship Id="rId32" Type="http://schemas.openxmlformats.org/officeDocument/2006/relationships/image" Target="../media/image58.png"/><Relationship Id="rId33" Type="http://schemas.openxmlformats.org/officeDocument/2006/relationships/image" Target="../media/image59.png"/><Relationship Id="rId34" Type="http://schemas.openxmlformats.org/officeDocument/2006/relationships/image" Target="../media/image60.png"/><Relationship Id="rId35" Type="http://schemas.openxmlformats.org/officeDocument/2006/relationships/image" Target="../media/image61.png"/><Relationship Id="rId36" Type="http://schemas.openxmlformats.org/officeDocument/2006/relationships/image" Target="../media/image62.png"/><Relationship Id="rId37" Type="http://schemas.openxmlformats.org/officeDocument/2006/relationships/image" Target="../media/image63.png"/><Relationship Id="rId38" Type="http://schemas.openxmlformats.org/officeDocument/2006/relationships/image" Target="../media/image64.png"/><Relationship Id="rId39" Type="http://schemas.openxmlformats.org/officeDocument/2006/relationships/image" Target="../media/image65.png"/><Relationship Id="rId40" Type="http://schemas.openxmlformats.org/officeDocument/2006/relationships/image" Target="../media/image66.png"/><Relationship Id="rId41" Type="http://schemas.openxmlformats.org/officeDocument/2006/relationships/image" Target="../media/image67.png"/><Relationship Id="rId42" Type="http://schemas.openxmlformats.org/officeDocument/2006/relationships/image" Target="../media/image68.png"/><Relationship Id="rId43" Type="http://schemas.openxmlformats.org/officeDocument/2006/relationships/image" Target="../media/image69.png"/><Relationship Id="rId44" Type="http://schemas.openxmlformats.org/officeDocument/2006/relationships/image" Target="../media/image70.png"/><Relationship Id="rId45" Type="http://schemas.openxmlformats.org/officeDocument/2006/relationships/image" Target="../media/image71.png"/><Relationship Id="rId46" Type="http://schemas.openxmlformats.org/officeDocument/2006/relationships/image" Target="../media/image72.png"/><Relationship Id="rId47" Type="http://schemas.openxmlformats.org/officeDocument/2006/relationships/image" Target="../media/image73.png"/><Relationship Id="rId48" Type="http://schemas.openxmlformats.org/officeDocument/2006/relationships/image" Target="../media/image74.png"/><Relationship Id="rId49" Type="http://schemas.openxmlformats.org/officeDocument/2006/relationships/image" Target="../media/image75.png"/><Relationship Id="rId50" Type="http://schemas.openxmlformats.org/officeDocument/2006/relationships/image" Target="../media/image76.png"/><Relationship Id="rId51" Type="http://schemas.openxmlformats.org/officeDocument/2006/relationships/image" Target="../media/image77.png"/><Relationship Id="rId52" Type="http://schemas.openxmlformats.org/officeDocument/2006/relationships/image" Target="../media/image78.png"/><Relationship Id="rId53" Type="http://schemas.openxmlformats.org/officeDocument/2006/relationships/image" Target="../media/image79.png"/><Relationship Id="rId54" Type="http://schemas.openxmlformats.org/officeDocument/2006/relationships/image" Target="../media/image80.png"/><Relationship Id="rId55" Type="http://schemas.openxmlformats.org/officeDocument/2006/relationships/image" Target="../media/image81.png"/><Relationship Id="rId56" Type="http://schemas.openxmlformats.org/officeDocument/2006/relationships/image" Target="../media/image82.png"/><Relationship Id="rId57" Type="http://schemas.openxmlformats.org/officeDocument/2006/relationships/image" Target="../media/image83.png"/><Relationship Id="rId58" Type="http://schemas.openxmlformats.org/officeDocument/2006/relationships/image" Target="../media/image84.png"/><Relationship Id="rId59" Type="http://schemas.openxmlformats.org/officeDocument/2006/relationships/image" Target="../media/image85.png"/><Relationship Id="rId60" Type="http://schemas.openxmlformats.org/officeDocument/2006/relationships/image" Target="../media/image86.png"/><Relationship Id="rId61" Type="http://schemas.openxmlformats.org/officeDocument/2006/relationships/image" Target="../media/image87.png"/><Relationship Id="rId62" Type="http://schemas.openxmlformats.org/officeDocument/2006/relationships/image" Target="../media/image88.png"/><Relationship Id="rId63" Type="http://schemas.openxmlformats.org/officeDocument/2006/relationships/image" Target="../media/image89.png"/><Relationship Id="rId64" Type="http://schemas.openxmlformats.org/officeDocument/2006/relationships/image" Target="../media/image90.png"/><Relationship Id="rId65" Type="http://schemas.openxmlformats.org/officeDocument/2006/relationships/image" Target="../media/image9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0078" y="106985"/>
            <a:ext cx="8802929" cy="32004"/>
          </a:xfrm>
          <a:prstGeom prst="rect">
            <a:avLst/>
          </a:prstGeom>
          <a:solidFill>
            <a:srgbClr val="3B0D2D"/>
          </a:solidFill>
          <a:ln w="12700">
            <a:solidFill>
              <a:srgbClr val="3B0D2D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97180" y="284378"/>
            <a:ext cx="694944" cy="1764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70" b="1" spc="260" kern="0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70" dirty="0"/>
          </a:p>
        </p:txBody>
      </p:sp>
      <p:sp>
        <p:nvSpPr>
          <p:cNvPr id="4" name="Text 2"/>
          <p:cNvSpPr txBox="1"/>
          <p:nvPr/>
        </p:nvSpPr>
        <p:spPr>
          <a:xfrm>
            <a:off x="297180" y="504749"/>
            <a:ext cx="2926080" cy="1133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spc="125" kern="0" dirty="0">
                <a:solidFill>
                  <a:srgbClr val="66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710" dirty="0"/>
          </a:p>
        </p:txBody>
      </p:sp>
      <p:sp>
        <p:nvSpPr>
          <p:cNvPr id="5" name="Shape 3"/>
          <p:cNvSpPr/>
          <p:nvPr/>
        </p:nvSpPr>
        <p:spPr>
          <a:xfrm>
            <a:off x="297180" y="675742"/>
            <a:ext cx="454457" cy="19202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60920" y="372161"/>
            <a:ext cx="1426464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spc="52" kern="0" dirty="0">
                <a:solidFill>
                  <a:srgbClr val="66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297180" y="808330"/>
            <a:ext cx="580644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20" b="1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720" dirty="0"/>
          </a:p>
        </p:txBody>
      </p:sp>
      <p:sp>
        <p:nvSpPr>
          <p:cNvPr id="8" name="Text 6"/>
          <p:cNvSpPr txBox="1"/>
          <p:nvPr/>
        </p:nvSpPr>
        <p:spPr>
          <a:xfrm>
            <a:off x="297180" y="1206094"/>
            <a:ext cx="7406640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5" dirty="0">
                <a:solidFill>
                  <a:srgbClr val="66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965" dirty="0"/>
          </a:p>
        </p:txBody>
      </p:sp>
      <p:sp>
        <p:nvSpPr>
          <p:cNvPr id="9" name="Text 7"/>
          <p:cNvSpPr txBox="1"/>
          <p:nvPr/>
        </p:nvSpPr>
        <p:spPr>
          <a:xfrm>
            <a:off x="302666" y="1445666"/>
            <a:ext cx="1547165" cy="1133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spc="65" kern="0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740" dirty="0"/>
          </a:p>
        </p:txBody>
      </p:sp>
      <p:sp>
        <p:nvSpPr>
          <p:cNvPr id="10" name="Shape 8"/>
          <p:cNvSpPr/>
          <p:nvPr/>
        </p:nvSpPr>
        <p:spPr>
          <a:xfrm>
            <a:off x="297180" y="1584655"/>
            <a:ext cx="1888236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B4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4457" y="1673352"/>
            <a:ext cx="378562" cy="378562"/>
          </a:xfrm>
          <a:prstGeom prst="ellipse">
            <a:avLst/>
          </a:prstGeom>
          <a:solidFill>
            <a:srgbClr val="3B0D2D"/>
          </a:solidFill>
          <a:ln w="12700">
            <a:solidFill>
              <a:srgbClr val="3B0D2D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53719" y="1736446"/>
            <a:ext cx="1131113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953719" y="1907438"/>
            <a:ext cx="1131113" cy="1133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388620" y="2179015"/>
            <a:ext cx="170535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i="1" dirty="0">
                <a:solidFill>
                  <a:srgbClr val="66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630" dirty="0"/>
          </a:p>
        </p:txBody>
      </p:sp>
      <p:sp>
        <p:nvSpPr>
          <p:cNvPr id="16" name="Shape 13"/>
          <p:cNvSpPr/>
          <p:nvPr/>
        </p:nvSpPr>
        <p:spPr>
          <a:xfrm>
            <a:off x="2260397" y="1805940"/>
            <a:ext cx="239573" cy="106985"/>
          </a:xfrm>
          <a:prstGeom prst="rightArrow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601468" y="1584655"/>
            <a:ext cx="1755648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B47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758745" y="1673352"/>
            <a:ext cx="378562" cy="378562"/>
          </a:xfrm>
          <a:prstGeom prst="ellipse">
            <a:avLst/>
          </a:prstGeom>
          <a:solidFill>
            <a:srgbClr val="3B0D2D"/>
          </a:solidFill>
          <a:ln w="12700">
            <a:solidFill>
              <a:srgbClr val="3B0D2D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3258007" y="1736446"/>
            <a:ext cx="998525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3258007" y="1907438"/>
            <a:ext cx="998525" cy="1133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22" name="Text 18"/>
          <p:cNvSpPr txBox="1"/>
          <p:nvPr/>
        </p:nvSpPr>
        <p:spPr>
          <a:xfrm>
            <a:off x="2692908" y="2179015"/>
            <a:ext cx="157276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i="1" dirty="0">
                <a:solidFill>
                  <a:srgbClr val="66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630" dirty="0"/>
          </a:p>
        </p:txBody>
      </p:sp>
      <p:sp>
        <p:nvSpPr>
          <p:cNvPr id="23" name="Shape 19"/>
          <p:cNvSpPr/>
          <p:nvPr/>
        </p:nvSpPr>
        <p:spPr>
          <a:xfrm>
            <a:off x="4458614" y="1805940"/>
            <a:ext cx="239573" cy="106985"/>
          </a:xfrm>
          <a:prstGeom prst="rightArrow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817974" y="1584655"/>
            <a:ext cx="1591056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B47A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975250" y="1673352"/>
            <a:ext cx="378562" cy="378562"/>
          </a:xfrm>
          <a:prstGeom prst="ellipse">
            <a:avLst/>
          </a:prstGeom>
          <a:solidFill>
            <a:srgbClr val="3B0D2D"/>
          </a:solidFill>
          <a:ln w="12700">
            <a:solidFill>
              <a:srgbClr val="3B0D2D">
                <a:alpha val="0"/>
              </a:srgbClr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5474513" y="1736446"/>
            <a:ext cx="833933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870" dirty="0"/>
          </a:p>
        </p:txBody>
      </p:sp>
      <p:sp>
        <p:nvSpPr>
          <p:cNvPr id="28" name="Text 23"/>
          <p:cNvSpPr txBox="1"/>
          <p:nvPr/>
        </p:nvSpPr>
        <p:spPr>
          <a:xfrm>
            <a:off x="5474513" y="1907438"/>
            <a:ext cx="833933" cy="1133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29" name="Text 24"/>
          <p:cNvSpPr txBox="1"/>
          <p:nvPr/>
        </p:nvSpPr>
        <p:spPr>
          <a:xfrm>
            <a:off x="4909414" y="2179015"/>
            <a:ext cx="140817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i="1" dirty="0">
                <a:solidFill>
                  <a:srgbClr val="66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630" dirty="0"/>
          </a:p>
        </p:txBody>
      </p:sp>
      <p:sp>
        <p:nvSpPr>
          <p:cNvPr id="30" name="Shape 25"/>
          <p:cNvSpPr/>
          <p:nvPr/>
        </p:nvSpPr>
        <p:spPr>
          <a:xfrm>
            <a:off x="6460236" y="1805940"/>
            <a:ext cx="239573" cy="106985"/>
          </a:xfrm>
          <a:prstGeom prst="rightArrow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788506" y="1584655"/>
            <a:ext cx="1781251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B47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6945782" y="1673352"/>
            <a:ext cx="378562" cy="378562"/>
          </a:xfrm>
          <a:prstGeom prst="ellipse">
            <a:avLst/>
          </a:prstGeom>
          <a:solidFill>
            <a:srgbClr val="3B0D2D"/>
          </a:solidFill>
          <a:ln w="12700">
            <a:solidFill>
              <a:srgbClr val="3B0D2D">
                <a:alpha val="0"/>
              </a:srgbClr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7445045" y="1736446"/>
            <a:ext cx="10241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870" dirty="0"/>
          </a:p>
        </p:txBody>
      </p:sp>
      <p:sp>
        <p:nvSpPr>
          <p:cNvPr id="35" name="Text 29"/>
          <p:cNvSpPr txBox="1"/>
          <p:nvPr/>
        </p:nvSpPr>
        <p:spPr>
          <a:xfrm>
            <a:off x="7445045" y="1907438"/>
            <a:ext cx="1024128" cy="1133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800" dirty="0"/>
          </a:p>
        </p:txBody>
      </p:sp>
      <p:sp>
        <p:nvSpPr>
          <p:cNvPr id="36" name="Text 30"/>
          <p:cNvSpPr txBox="1"/>
          <p:nvPr/>
        </p:nvSpPr>
        <p:spPr>
          <a:xfrm>
            <a:off x="6879946" y="2179015"/>
            <a:ext cx="1598371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i="1" dirty="0">
                <a:solidFill>
                  <a:srgbClr val="66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630" dirty="0"/>
          </a:p>
        </p:txBody>
      </p:sp>
      <p:sp>
        <p:nvSpPr>
          <p:cNvPr id="37" name="Text 31"/>
          <p:cNvSpPr txBox="1"/>
          <p:nvPr/>
        </p:nvSpPr>
        <p:spPr>
          <a:xfrm>
            <a:off x="297180" y="2437790"/>
            <a:ext cx="1388974" cy="1133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5" b="1" spc="60" kern="0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745" dirty="0"/>
          </a:p>
        </p:txBody>
      </p:sp>
      <p:sp>
        <p:nvSpPr>
          <p:cNvPr id="38" name="Text 32"/>
          <p:cNvSpPr txBox="1"/>
          <p:nvPr/>
        </p:nvSpPr>
        <p:spPr>
          <a:xfrm>
            <a:off x="6895490" y="2437790"/>
            <a:ext cx="1554480" cy="1133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5" b="1" spc="60" kern="0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745" dirty="0"/>
          </a:p>
        </p:txBody>
      </p:sp>
      <p:sp>
        <p:nvSpPr>
          <p:cNvPr id="39" name="Shape 33"/>
          <p:cNvSpPr/>
          <p:nvPr/>
        </p:nvSpPr>
        <p:spPr>
          <a:xfrm>
            <a:off x="297180" y="2658161"/>
            <a:ext cx="6416345" cy="146486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B47A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297180" y="2658161"/>
            <a:ext cx="1155802" cy="1464869"/>
          </a:xfrm>
          <a:prstGeom prst="roundRect">
            <a:avLst/>
          </a:prstGeom>
          <a:solidFill>
            <a:srgbClr val="3B0D2D"/>
          </a:solidFill>
          <a:ln w="12700">
            <a:solidFill>
              <a:srgbClr val="3B0D2D">
                <a:alpha val="0"/>
              </a:srgbClr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1338682" y="2658161"/>
            <a:ext cx="113386" cy="146486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404165" y="2740457"/>
            <a:ext cx="195682" cy="195682"/>
          </a:xfrm>
          <a:prstGeom prst="round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436169" y="2772461"/>
            <a:ext cx="13167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00" dirty="0"/>
          </a:p>
        </p:txBody>
      </p:sp>
      <p:sp>
        <p:nvSpPr>
          <p:cNvPr id="45" name="Text 38"/>
          <p:cNvSpPr txBox="1"/>
          <p:nvPr/>
        </p:nvSpPr>
        <p:spPr>
          <a:xfrm>
            <a:off x="372161" y="3348533"/>
            <a:ext cx="100401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80" dirty="0"/>
          </a:p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280" dirty="0"/>
          </a:p>
        </p:txBody>
      </p:sp>
      <p:sp>
        <p:nvSpPr>
          <p:cNvPr id="46" name="Text 39"/>
          <p:cNvSpPr txBox="1"/>
          <p:nvPr/>
        </p:nvSpPr>
        <p:spPr>
          <a:xfrm>
            <a:off x="391363" y="3750869"/>
            <a:ext cx="966521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C9B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10" dirty="0"/>
          </a:p>
        </p:txBody>
      </p:sp>
      <p:sp>
        <p:nvSpPr>
          <p:cNvPr id="47" name="Shape 40"/>
          <p:cNvSpPr/>
          <p:nvPr/>
        </p:nvSpPr>
        <p:spPr>
          <a:xfrm>
            <a:off x="2702966" y="2772461"/>
            <a:ext cx="0" cy="1238098"/>
          </a:xfrm>
          <a:prstGeom prst="line">
            <a:avLst/>
          </a:prstGeom>
          <a:noFill/>
          <a:ln w="8255">
            <a:solidFill>
              <a:srgbClr val="E5DED6"/>
            </a:solidFill>
            <a:prstDash val="solid"/>
            <a:headEnd type="none"/>
            <a:tailEnd type="none"/>
          </a:ln>
        </p:spPr>
      </p:sp>
      <p:sp>
        <p:nvSpPr>
          <p:cNvPr id="48" name="Shape 41"/>
          <p:cNvSpPr/>
          <p:nvPr/>
        </p:nvSpPr>
        <p:spPr>
          <a:xfrm>
            <a:off x="3915461" y="2772461"/>
            <a:ext cx="0" cy="1238098"/>
          </a:xfrm>
          <a:prstGeom prst="line">
            <a:avLst/>
          </a:prstGeom>
          <a:noFill/>
          <a:ln w="8255">
            <a:solidFill>
              <a:srgbClr val="E5DED6"/>
            </a:solidFill>
            <a:prstDash val="solid"/>
            <a:headEnd type="none"/>
            <a:tailEnd type="none"/>
          </a:ln>
        </p:spPr>
      </p:sp>
      <p:sp>
        <p:nvSpPr>
          <p:cNvPr id="49" name="Shape 42"/>
          <p:cNvSpPr/>
          <p:nvPr/>
        </p:nvSpPr>
        <p:spPr>
          <a:xfrm>
            <a:off x="5159045" y="2772461"/>
            <a:ext cx="0" cy="1238098"/>
          </a:xfrm>
          <a:prstGeom prst="line">
            <a:avLst/>
          </a:prstGeom>
          <a:noFill/>
          <a:ln w="8255">
            <a:solidFill>
              <a:srgbClr val="E5DED6"/>
            </a:solidFill>
            <a:prstDash val="solid"/>
            <a:headEnd type="none"/>
            <a:tailEnd type="none"/>
          </a:ln>
        </p:spPr>
      </p:sp>
      <p:sp>
        <p:nvSpPr>
          <p:cNvPr id="51" name="Text 43"/>
          <p:cNvSpPr txBox="1"/>
          <p:nvPr/>
        </p:nvSpPr>
        <p:spPr>
          <a:xfrm>
            <a:off x="1629461" y="3119933"/>
            <a:ext cx="1073506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5" b="1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835" dirty="0"/>
          </a:p>
        </p:txBody>
      </p:sp>
      <p:sp>
        <p:nvSpPr>
          <p:cNvPr id="52" name="Shape 44"/>
          <p:cNvSpPr/>
          <p:nvPr/>
        </p:nvSpPr>
        <p:spPr>
          <a:xfrm>
            <a:off x="1629461" y="3356762"/>
            <a:ext cx="27432" cy="27432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53" name="Text 45"/>
          <p:cNvSpPr txBox="1"/>
          <p:nvPr/>
        </p:nvSpPr>
        <p:spPr>
          <a:xfrm>
            <a:off x="1736446" y="3315614"/>
            <a:ext cx="966521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785" dirty="0"/>
          </a:p>
        </p:txBody>
      </p:sp>
      <p:sp>
        <p:nvSpPr>
          <p:cNvPr id="54" name="Shape 46"/>
          <p:cNvSpPr/>
          <p:nvPr/>
        </p:nvSpPr>
        <p:spPr>
          <a:xfrm>
            <a:off x="1629461" y="3521354"/>
            <a:ext cx="27432" cy="27432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55" name="Text 47"/>
          <p:cNvSpPr txBox="1"/>
          <p:nvPr/>
        </p:nvSpPr>
        <p:spPr>
          <a:xfrm>
            <a:off x="1736446" y="3480206"/>
            <a:ext cx="966521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785" dirty="0"/>
          </a:p>
        </p:txBody>
      </p:sp>
      <p:sp>
        <p:nvSpPr>
          <p:cNvPr id="56" name="Shape 48"/>
          <p:cNvSpPr/>
          <p:nvPr/>
        </p:nvSpPr>
        <p:spPr>
          <a:xfrm>
            <a:off x="1629461" y="3685946"/>
            <a:ext cx="27432" cy="27432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57" name="Text 49"/>
          <p:cNvSpPr txBox="1"/>
          <p:nvPr/>
        </p:nvSpPr>
        <p:spPr>
          <a:xfrm>
            <a:off x="1736446" y="3644798"/>
            <a:ext cx="966521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785" dirty="0"/>
          </a:p>
        </p:txBody>
      </p:sp>
      <p:sp>
        <p:nvSpPr>
          <p:cNvPr id="58" name="Shape 50"/>
          <p:cNvSpPr/>
          <p:nvPr/>
        </p:nvSpPr>
        <p:spPr>
          <a:xfrm>
            <a:off x="1629461" y="3850538"/>
            <a:ext cx="27432" cy="27432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59" name="Text 51"/>
          <p:cNvSpPr txBox="1"/>
          <p:nvPr/>
        </p:nvSpPr>
        <p:spPr>
          <a:xfrm>
            <a:off x="1736446" y="3809390"/>
            <a:ext cx="966521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785" dirty="0"/>
          </a:p>
        </p:txBody>
      </p:sp>
      <p:sp>
        <p:nvSpPr>
          <p:cNvPr id="61" name="Text 52"/>
          <p:cNvSpPr txBox="1"/>
          <p:nvPr/>
        </p:nvSpPr>
        <p:spPr>
          <a:xfrm>
            <a:off x="2879446" y="3119933"/>
            <a:ext cx="1036015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5" b="1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835" dirty="0"/>
          </a:p>
        </p:txBody>
      </p:sp>
      <p:sp>
        <p:nvSpPr>
          <p:cNvPr id="62" name="Shape 53"/>
          <p:cNvSpPr/>
          <p:nvPr/>
        </p:nvSpPr>
        <p:spPr>
          <a:xfrm>
            <a:off x="2879446" y="3356762"/>
            <a:ext cx="27432" cy="27432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63" name="Text 54"/>
          <p:cNvSpPr txBox="1"/>
          <p:nvPr/>
        </p:nvSpPr>
        <p:spPr>
          <a:xfrm>
            <a:off x="2986430" y="3315614"/>
            <a:ext cx="92903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785" dirty="0"/>
          </a:p>
        </p:txBody>
      </p:sp>
      <p:sp>
        <p:nvSpPr>
          <p:cNvPr id="64" name="Shape 55"/>
          <p:cNvSpPr/>
          <p:nvPr/>
        </p:nvSpPr>
        <p:spPr>
          <a:xfrm>
            <a:off x="2879446" y="3521354"/>
            <a:ext cx="27432" cy="27432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65" name="Text 56"/>
          <p:cNvSpPr txBox="1"/>
          <p:nvPr/>
        </p:nvSpPr>
        <p:spPr>
          <a:xfrm>
            <a:off x="2986430" y="3480206"/>
            <a:ext cx="92903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785" dirty="0"/>
          </a:p>
        </p:txBody>
      </p:sp>
      <p:sp>
        <p:nvSpPr>
          <p:cNvPr id="66" name="Shape 57"/>
          <p:cNvSpPr/>
          <p:nvPr/>
        </p:nvSpPr>
        <p:spPr>
          <a:xfrm>
            <a:off x="2879446" y="3685946"/>
            <a:ext cx="27432" cy="27432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67" name="Text 58"/>
          <p:cNvSpPr txBox="1"/>
          <p:nvPr/>
        </p:nvSpPr>
        <p:spPr>
          <a:xfrm>
            <a:off x="2986430" y="3644798"/>
            <a:ext cx="92903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785" dirty="0"/>
          </a:p>
        </p:txBody>
      </p:sp>
      <p:sp>
        <p:nvSpPr>
          <p:cNvPr id="68" name="Shape 59"/>
          <p:cNvSpPr/>
          <p:nvPr/>
        </p:nvSpPr>
        <p:spPr>
          <a:xfrm>
            <a:off x="2879446" y="3850538"/>
            <a:ext cx="27432" cy="27432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69" name="Text 60"/>
          <p:cNvSpPr txBox="1"/>
          <p:nvPr/>
        </p:nvSpPr>
        <p:spPr>
          <a:xfrm>
            <a:off x="2986430" y="3809390"/>
            <a:ext cx="92903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785" dirty="0"/>
          </a:p>
        </p:txBody>
      </p:sp>
      <p:sp>
        <p:nvSpPr>
          <p:cNvPr id="71" name="Text 61"/>
          <p:cNvSpPr txBox="1"/>
          <p:nvPr/>
        </p:nvSpPr>
        <p:spPr>
          <a:xfrm>
            <a:off x="4091940" y="3119933"/>
            <a:ext cx="1067105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5" b="1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835" dirty="0"/>
          </a:p>
        </p:txBody>
      </p:sp>
      <p:sp>
        <p:nvSpPr>
          <p:cNvPr id="72" name="Shape 62"/>
          <p:cNvSpPr/>
          <p:nvPr/>
        </p:nvSpPr>
        <p:spPr>
          <a:xfrm>
            <a:off x="4091940" y="3356762"/>
            <a:ext cx="27432" cy="27432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73" name="Text 63"/>
          <p:cNvSpPr txBox="1"/>
          <p:nvPr/>
        </p:nvSpPr>
        <p:spPr>
          <a:xfrm>
            <a:off x="4198925" y="3315614"/>
            <a:ext cx="96012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785" dirty="0"/>
          </a:p>
        </p:txBody>
      </p:sp>
      <p:sp>
        <p:nvSpPr>
          <p:cNvPr id="74" name="Shape 64"/>
          <p:cNvSpPr/>
          <p:nvPr/>
        </p:nvSpPr>
        <p:spPr>
          <a:xfrm>
            <a:off x="4091940" y="3521354"/>
            <a:ext cx="27432" cy="27432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75" name="Text 65"/>
          <p:cNvSpPr txBox="1"/>
          <p:nvPr/>
        </p:nvSpPr>
        <p:spPr>
          <a:xfrm>
            <a:off x="4198925" y="3480206"/>
            <a:ext cx="96012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785" dirty="0"/>
          </a:p>
        </p:txBody>
      </p:sp>
      <p:sp>
        <p:nvSpPr>
          <p:cNvPr id="76" name="Shape 66"/>
          <p:cNvSpPr/>
          <p:nvPr/>
        </p:nvSpPr>
        <p:spPr>
          <a:xfrm>
            <a:off x="4091940" y="3685946"/>
            <a:ext cx="27432" cy="27432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77" name="Text 67"/>
          <p:cNvSpPr txBox="1"/>
          <p:nvPr/>
        </p:nvSpPr>
        <p:spPr>
          <a:xfrm>
            <a:off x="4198925" y="3644798"/>
            <a:ext cx="96012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785" dirty="0"/>
          </a:p>
        </p:txBody>
      </p:sp>
      <p:sp>
        <p:nvSpPr>
          <p:cNvPr id="78" name="Shape 68"/>
          <p:cNvSpPr/>
          <p:nvPr/>
        </p:nvSpPr>
        <p:spPr>
          <a:xfrm>
            <a:off x="4091940" y="3850538"/>
            <a:ext cx="27432" cy="27432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79" name="Text 69"/>
          <p:cNvSpPr txBox="1"/>
          <p:nvPr/>
        </p:nvSpPr>
        <p:spPr>
          <a:xfrm>
            <a:off x="4198925" y="3809390"/>
            <a:ext cx="96012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785" dirty="0"/>
          </a:p>
        </p:txBody>
      </p:sp>
      <p:sp>
        <p:nvSpPr>
          <p:cNvPr id="81" name="Text 70"/>
          <p:cNvSpPr txBox="1"/>
          <p:nvPr/>
        </p:nvSpPr>
        <p:spPr>
          <a:xfrm>
            <a:off x="5336438" y="3119933"/>
            <a:ext cx="1377086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5" b="1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835" dirty="0"/>
          </a:p>
        </p:txBody>
      </p:sp>
      <p:sp>
        <p:nvSpPr>
          <p:cNvPr id="82" name="Shape 71"/>
          <p:cNvSpPr/>
          <p:nvPr/>
        </p:nvSpPr>
        <p:spPr>
          <a:xfrm>
            <a:off x="5336438" y="3356762"/>
            <a:ext cx="27432" cy="27432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83" name="Text 72"/>
          <p:cNvSpPr txBox="1"/>
          <p:nvPr/>
        </p:nvSpPr>
        <p:spPr>
          <a:xfrm>
            <a:off x="5443423" y="3315614"/>
            <a:ext cx="1270102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785" dirty="0"/>
          </a:p>
        </p:txBody>
      </p:sp>
      <p:sp>
        <p:nvSpPr>
          <p:cNvPr id="84" name="Shape 73"/>
          <p:cNvSpPr/>
          <p:nvPr/>
        </p:nvSpPr>
        <p:spPr>
          <a:xfrm>
            <a:off x="5336438" y="3521354"/>
            <a:ext cx="27432" cy="27432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85" name="Text 74"/>
          <p:cNvSpPr txBox="1"/>
          <p:nvPr/>
        </p:nvSpPr>
        <p:spPr>
          <a:xfrm>
            <a:off x="5443423" y="3480206"/>
            <a:ext cx="1270102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785" dirty="0"/>
          </a:p>
        </p:txBody>
      </p:sp>
      <p:sp>
        <p:nvSpPr>
          <p:cNvPr id="86" name="Shape 75"/>
          <p:cNvSpPr/>
          <p:nvPr/>
        </p:nvSpPr>
        <p:spPr>
          <a:xfrm>
            <a:off x="5336438" y="3685946"/>
            <a:ext cx="27432" cy="27432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87" name="Text 76"/>
          <p:cNvSpPr txBox="1"/>
          <p:nvPr/>
        </p:nvSpPr>
        <p:spPr>
          <a:xfrm>
            <a:off x="5443423" y="3644798"/>
            <a:ext cx="1270102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785" dirty="0"/>
          </a:p>
        </p:txBody>
      </p:sp>
      <p:sp>
        <p:nvSpPr>
          <p:cNvPr id="88" name="Shape 77"/>
          <p:cNvSpPr/>
          <p:nvPr/>
        </p:nvSpPr>
        <p:spPr>
          <a:xfrm>
            <a:off x="5336438" y="3850538"/>
            <a:ext cx="27432" cy="27432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89" name="Text 78"/>
          <p:cNvSpPr txBox="1"/>
          <p:nvPr/>
        </p:nvSpPr>
        <p:spPr>
          <a:xfrm>
            <a:off x="5443423" y="3809390"/>
            <a:ext cx="1270102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785" dirty="0"/>
          </a:p>
        </p:txBody>
      </p:sp>
      <p:sp>
        <p:nvSpPr>
          <p:cNvPr id="90" name="Shape 79"/>
          <p:cNvSpPr/>
          <p:nvPr/>
        </p:nvSpPr>
        <p:spPr>
          <a:xfrm>
            <a:off x="297180" y="4199839"/>
            <a:ext cx="6416345" cy="1496873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B47A"/>
            </a:solidFill>
            <a:prstDash val="solid"/>
          </a:ln>
        </p:spPr>
      </p:sp>
      <p:sp>
        <p:nvSpPr>
          <p:cNvPr id="91" name="Shape 80"/>
          <p:cNvSpPr/>
          <p:nvPr/>
        </p:nvSpPr>
        <p:spPr>
          <a:xfrm>
            <a:off x="297180" y="4199839"/>
            <a:ext cx="1155802" cy="1496873"/>
          </a:xfrm>
          <a:prstGeom prst="roundRect">
            <a:avLst/>
          </a:prstGeom>
          <a:solidFill>
            <a:srgbClr val="3B0D2D"/>
          </a:solidFill>
          <a:ln w="12700">
            <a:solidFill>
              <a:srgbClr val="3B0D2D">
                <a:alpha val="0"/>
              </a:srgbClr>
            </a:solidFill>
            <a:prstDash val="solid"/>
          </a:ln>
        </p:spPr>
      </p:sp>
      <p:sp>
        <p:nvSpPr>
          <p:cNvPr id="92" name="Shape 81"/>
          <p:cNvSpPr/>
          <p:nvPr/>
        </p:nvSpPr>
        <p:spPr>
          <a:xfrm>
            <a:off x="1338682" y="4199839"/>
            <a:ext cx="113386" cy="149687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Shape 82"/>
          <p:cNvSpPr/>
          <p:nvPr/>
        </p:nvSpPr>
        <p:spPr>
          <a:xfrm>
            <a:off x="404165" y="4282135"/>
            <a:ext cx="195682" cy="195682"/>
          </a:xfrm>
          <a:prstGeom prst="round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94" name="Text 83"/>
          <p:cNvSpPr txBox="1"/>
          <p:nvPr/>
        </p:nvSpPr>
        <p:spPr>
          <a:xfrm>
            <a:off x="436169" y="4314139"/>
            <a:ext cx="13167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00" dirty="0"/>
          </a:p>
        </p:txBody>
      </p:sp>
      <p:sp>
        <p:nvSpPr>
          <p:cNvPr id="96" name="Text 84"/>
          <p:cNvSpPr txBox="1"/>
          <p:nvPr/>
        </p:nvSpPr>
        <p:spPr>
          <a:xfrm>
            <a:off x="372161" y="4890211"/>
            <a:ext cx="100401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80" dirty="0"/>
          </a:p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280" dirty="0"/>
          </a:p>
        </p:txBody>
      </p:sp>
      <p:sp>
        <p:nvSpPr>
          <p:cNvPr id="97" name="Text 85"/>
          <p:cNvSpPr txBox="1"/>
          <p:nvPr/>
        </p:nvSpPr>
        <p:spPr>
          <a:xfrm>
            <a:off x="391363" y="5292547"/>
            <a:ext cx="966521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C9B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10" dirty="0"/>
          </a:p>
        </p:txBody>
      </p:sp>
      <p:sp>
        <p:nvSpPr>
          <p:cNvPr id="98" name="Shape 86"/>
          <p:cNvSpPr/>
          <p:nvPr/>
        </p:nvSpPr>
        <p:spPr>
          <a:xfrm>
            <a:off x="2702966" y="4314139"/>
            <a:ext cx="0" cy="1270102"/>
          </a:xfrm>
          <a:prstGeom prst="line">
            <a:avLst/>
          </a:prstGeom>
          <a:noFill/>
          <a:ln w="8255">
            <a:solidFill>
              <a:srgbClr val="E5DED6"/>
            </a:solidFill>
            <a:prstDash val="solid"/>
            <a:headEnd type="none"/>
            <a:tailEnd type="none"/>
          </a:ln>
        </p:spPr>
      </p:sp>
      <p:sp>
        <p:nvSpPr>
          <p:cNvPr id="99" name="Shape 87"/>
          <p:cNvSpPr/>
          <p:nvPr/>
        </p:nvSpPr>
        <p:spPr>
          <a:xfrm>
            <a:off x="3915461" y="4314139"/>
            <a:ext cx="0" cy="1270102"/>
          </a:xfrm>
          <a:prstGeom prst="line">
            <a:avLst/>
          </a:prstGeom>
          <a:noFill/>
          <a:ln w="8255">
            <a:solidFill>
              <a:srgbClr val="E5DED6"/>
            </a:solidFill>
            <a:prstDash val="solid"/>
            <a:headEnd type="none"/>
            <a:tailEnd type="none"/>
          </a:ln>
        </p:spPr>
      </p:sp>
      <p:sp>
        <p:nvSpPr>
          <p:cNvPr id="100" name="Shape 88"/>
          <p:cNvSpPr/>
          <p:nvPr/>
        </p:nvSpPr>
        <p:spPr>
          <a:xfrm>
            <a:off x="5159045" y="4314139"/>
            <a:ext cx="0" cy="1270102"/>
          </a:xfrm>
          <a:prstGeom prst="line">
            <a:avLst/>
          </a:prstGeom>
          <a:noFill/>
          <a:ln w="8255">
            <a:solidFill>
              <a:srgbClr val="E5DED6"/>
            </a:solidFill>
            <a:prstDash val="solid"/>
            <a:headEnd type="none"/>
            <a:tailEnd type="none"/>
          </a:ln>
        </p:spPr>
      </p:sp>
      <p:sp>
        <p:nvSpPr>
          <p:cNvPr id="102" name="Text 89"/>
          <p:cNvSpPr txBox="1"/>
          <p:nvPr/>
        </p:nvSpPr>
        <p:spPr>
          <a:xfrm>
            <a:off x="1629461" y="4661611"/>
            <a:ext cx="1073506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5" b="1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835" dirty="0"/>
          </a:p>
        </p:txBody>
      </p:sp>
      <p:sp>
        <p:nvSpPr>
          <p:cNvPr id="103" name="Shape 90"/>
          <p:cNvSpPr/>
          <p:nvPr/>
        </p:nvSpPr>
        <p:spPr>
          <a:xfrm>
            <a:off x="1629461" y="4898441"/>
            <a:ext cx="27432" cy="27432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04" name="Text 91"/>
          <p:cNvSpPr txBox="1"/>
          <p:nvPr/>
        </p:nvSpPr>
        <p:spPr>
          <a:xfrm>
            <a:off x="1736446" y="4857293"/>
            <a:ext cx="966521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785" dirty="0"/>
          </a:p>
        </p:txBody>
      </p:sp>
      <p:sp>
        <p:nvSpPr>
          <p:cNvPr id="105" name="Shape 92"/>
          <p:cNvSpPr/>
          <p:nvPr/>
        </p:nvSpPr>
        <p:spPr>
          <a:xfrm>
            <a:off x="1629461" y="5063033"/>
            <a:ext cx="27432" cy="27432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06" name="Text 93"/>
          <p:cNvSpPr txBox="1"/>
          <p:nvPr/>
        </p:nvSpPr>
        <p:spPr>
          <a:xfrm>
            <a:off x="1736446" y="5021885"/>
            <a:ext cx="966521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785" dirty="0"/>
          </a:p>
        </p:txBody>
      </p:sp>
      <p:sp>
        <p:nvSpPr>
          <p:cNvPr id="107" name="Shape 94"/>
          <p:cNvSpPr/>
          <p:nvPr/>
        </p:nvSpPr>
        <p:spPr>
          <a:xfrm>
            <a:off x="1629461" y="5227625"/>
            <a:ext cx="27432" cy="27432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08" name="Text 95"/>
          <p:cNvSpPr txBox="1"/>
          <p:nvPr/>
        </p:nvSpPr>
        <p:spPr>
          <a:xfrm>
            <a:off x="1736446" y="5186477"/>
            <a:ext cx="966521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785" dirty="0"/>
          </a:p>
        </p:txBody>
      </p:sp>
      <p:sp>
        <p:nvSpPr>
          <p:cNvPr id="109" name="Shape 96"/>
          <p:cNvSpPr/>
          <p:nvPr/>
        </p:nvSpPr>
        <p:spPr>
          <a:xfrm>
            <a:off x="1629461" y="5392217"/>
            <a:ext cx="27432" cy="27432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10" name="Text 97"/>
          <p:cNvSpPr txBox="1"/>
          <p:nvPr/>
        </p:nvSpPr>
        <p:spPr>
          <a:xfrm>
            <a:off x="1736446" y="5351069"/>
            <a:ext cx="966521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785" dirty="0"/>
          </a:p>
        </p:txBody>
      </p:sp>
      <p:sp>
        <p:nvSpPr>
          <p:cNvPr id="112" name="Text 98"/>
          <p:cNvSpPr txBox="1"/>
          <p:nvPr/>
        </p:nvSpPr>
        <p:spPr>
          <a:xfrm>
            <a:off x="2879446" y="4661611"/>
            <a:ext cx="1036015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5" b="1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835" dirty="0"/>
          </a:p>
        </p:txBody>
      </p:sp>
      <p:sp>
        <p:nvSpPr>
          <p:cNvPr id="113" name="Shape 99"/>
          <p:cNvSpPr/>
          <p:nvPr/>
        </p:nvSpPr>
        <p:spPr>
          <a:xfrm>
            <a:off x="2879446" y="4898441"/>
            <a:ext cx="27432" cy="27432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14" name="Text 100"/>
          <p:cNvSpPr txBox="1"/>
          <p:nvPr/>
        </p:nvSpPr>
        <p:spPr>
          <a:xfrm>
            <a:off x="2986430" y="4857293"/>
            <a:ext cx="92903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785" dirty="0"/>
          </a:p>
        </p:txBody>
      </p:sp>
      <p:sp>
        <p:nvSpPr>
          <p:cNvPr id="115" name="Shape 101"/>
          <p:cNvSpPr/>
          <p:nvPr/>
        </p:nvSpPr>
        <p:spPr>
          <a:xfrm>
            <a:off x="2879446" y="5063033"/>
            <a:ext cx="27432" cy="27432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16" name="Text 102"/>
          <p:cNvSpPr txBox="1"/>
          <p:nvPr/>
        </p:nvSpPr>
        <p:spPr>
          <a:xfrm>
            <a:off x="2986430" y="5021885"/>
            <a:ext cx="92903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785" dirty="0"/>
          </a:p>
        </p:txBody>
      </p:sp>
      <p:sp>
        <p:nvSpPr>
          <p:cNvPr id="117" name="Shape 103"/>
          <p:cNvSpPr/>
          <p:nvPr/>
        </p:nvSpPr>
        <p:spPr>
          <a:xfrm>
            <a:off x="2879446" y="5227625"/>
            <a:ext cx="27432" cy="27432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18" name="Text 104"/>
          <p:cNvSpPr txBox="1"/>
          <p:nvPr/>
        </p:nvSpPr>
        <p:spPr>
          <a:xfrm>
            <a:off x="2986430" y="5186477"/>
            <a:ext cx="92903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785" dirty="0"/>
          </a:p>
        </p:txBody>
      </p:sp>
      <p:sp>
        <p:nvSpPr>
          <p:cNvPr id="119" name="Shape 105"/>
          <p:cNvSpPr/>
          <p:nvPr/>
        </p:nvSpPr>
        <p:spPr>
          <a:xfrm>
            <a:off x="2879446" y="5392217"/>
            <a:ext cx="27432" cy="27432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20" name="Text 106"/>
          <p:cNvSpPr txBox="1"/>
          <p:nvPr/>
        </p:nvSpPr>
        <p:spPr>
          <a:xfrm>
            <a:off x="2986430" y="5351069"/>
            <a:ext cx="92903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785" dirty="0"/>
          </a:p>
        </p:txBody>
      </p:sp>
      <p:sp>
        <p:nvSpPr>
          <p:cNvPr id="122" name="Text 107"/>
          <p:cNvSpPr txBox="1"/>
          <p:nvPr/>
        </p:nvSpPr>
        <p:spPr>
          <a:xfrm>
            <a:off x="4091940" y="4661611"/>
            <a:ext cx="1067105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5" b="1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835" dirty="0"/>
          </a:p>
        </p:txBody>
      </p:sp>
      <p:sp>
        <p:nvSpPr>
          <p:cNvPr id="123" name="Shape 108"/>
          <p:cNvSpPr/>
          <p:nvPr/>
        </p:nvSpPr>
        <p:spPr>
          <a:xfrm>
            <a:off x="4091940" y="4898441"/>
            <a:ext cx="27432" cy="27432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24" name="Text 109"/>
          <p:cNvSpPr txBox="1"/>
          <p:nvPr/>
        </p:nvSpPr>
        <p:spPr>
          <a:xfrm>
            <a:off x="4198925" y="4857293"/>
            <a:ext cx="96012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785" dirty="0"/>
          </a:p>
        </p:txBody>
      </p:sp>
      <p:sp>
        <p:nvSpPr>
          <p:cNvPr id="125" name="Shape 110"/>
          <p:cNvSpPr/>
          <p:nvPr/>
        </p:nvSpPr>
        <p:spPr>
          <a:xfrm>
            <a:off x="4091940" y="5063033"/>
            <a:ext cx="27432" cy="27432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26" name="Text 111"/>
          <p:cNvSpPr txBox="1"/>
          <p:nvPr/>
        </p:nvSpPr>
        <p:spPr>
          <a:xfrm>
            <a:off x="4198925" y="5021885"/>
            <a:ext cx="96012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785" dirty="0"/>
          </a:p>
        </p:txBody>
      </p:sp>
      <p:sp>
        <p:nvSpPr>
          <p:cNvPr id="127" name="Shape 112"/>
          <p:cNvSpPr/>
          <p:nvPr/>
        </p:nvSpPr>
        <p:spPr>
          <a:xfrm>
            <a:off x="4091940" y="5227625"/>
            <a:ext cx="27432" cy="27432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28" name="Text 113"/>
          <p:cNvSpPr txBox="1"/>
          <p:nvPr/>
        </p:nvSpPr>
        <p:spPr>
          <a:xfrm>
            <a:off x="4198925" y="5186477"/>
            <a:ext cx="96012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785" dirty="0"/>
          </a:p>
        </p:txBody>
      </p:sp>
      <p:sp>
        <p:nvSpPr>
          <p:cNvPr id="129" name="Shape 114"/>
          <p:cNvSpPr/>
          <p:nvPr/>
        </p:nvSpPr>
        <p:spPr>
          <a:xfrm>
            <a:off x="4091940" y="5392217"/>
            <a:ext cx="27432" cy="27432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30" name="Text 115"/>
          <p:cNvSpPr txBox="1"/>
          <p:nvPr/>
        </p:nvSpPr>
        <p:spPr>
          <a:xfrm>
            <a:off x="4198925" y="5351069"/>
            <a:ext cx="96012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785" dirty="0"/>
          </a:p>
        </p:txBody>
      </p:sp>
      <p:sp>
        <p:nvSpPr>
          <p:cNvPr id="132" name="Text 116"/>
          <p:cNvSpPr txBox="1"/>
          <p:nvPr/>
        </p:nvSpPr>
        <p:spPr>
          <a:xfrm>
            <a:off x="5336438" y="4661611"/>
            <a:ext cx="1377086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5" b="1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835" dirty="0"/>
          </a:p>
        </p:txBody>
      </p:sp>
      <p:sp>
        <p:nvSpPr>
          <p:cNvPr id="133" name="Shape 117"/>
          <p:cNvSpPr/>
          <p:nvPr/>
        </p:nvSpPr>
        <p:spPr>
          <a:xfrm>
            <a:off x="5336438" y="4898441"/>
            <a:ext cx="27432" cy="27432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34" name="Text 118"/>
          <p:cNvSpPr txBox="1"/>
          <p:nvPr/>
        </p:nvSpPr>
        <p:spPr>
          <a:xfrm>
            <a:off x="5443423" y="4857293"/>
            <a:ext cx="1270102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785" dirty="0"/>
          </a:p>
        </p:txBody>
      </p:sp>
      <p:sp>
        <p:nvSpPr>
          <p:cNvPr id="135" name="Shape 119"/>
          <p:cNvSpPr/>
          <p:nvPr/>
        </p:nvSpPr>
        <p:spPr>
          <a:xfrm>
            <a:off x="5336438" y="5063033"/>
            <a:ext cx="27432" cy="27432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36" name="Text 120"/>
          <p:cNvSpPr txBox="1"/>
          <p:nvPr/>
        </p:nvSpPr>
        <p:spPr>
          <a:xfrm>
            <a:off x="5443423" y="5021885"/>
            <a:ext cx="1270102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785" dirty="0"/>
          </a:p>
        </p:txBody>
      </p:sp>
      <p:sp>
        <p:nvSpPr>
          <p:cNvPr id="137" name="Shape 121"/>
          <p:cNvSpPr/>
          <p:nvPr/>
        </p:nvSpPr>
        <p:spPr>
          <a:xfrm>
            <a:off x="5336438" y="5227625"/>
            <a:ext cx="27432" cy="27432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38" name="Text 122"/>
          <p:cNvSpPr txBox="1"/>
          <p:nvPr/>
        </p:nvSpPr>
        <p:spPr>
          <a:xfrm>
            <a:off x="5443423" y="5186477"/>
            <a:ext cx="1270102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785" dirty="0"/>
          </a:p>
        </p:txBody>
      </p:sp>
      <p:sp>
        <p:nvSpPr>
          <p:cNvPr id="139" name="Shape 123"/>
          <p:cNvSpPr/>
          <p:nvPr/>
        </p:nvSpPr>
        <p:spPr>
          <a:xfrm>
            <a:off x="5336438" y="5392217"/>
            <a:ext cx="27432" cy="27432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40" name="Text 124"/>
          <p:cNvSpPr txBox="1"/>
          <p:nvPr/>
        </p:nvSpPr>
        <p:spPr>
          <a:xfrm>
            <a:off x="5443423" y="5351069"/>
            <a:ext cx="1270102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785" dirty="0"/>
          </a:p>
        </p:txBody>
      </p:sp>
      <p:sp>
        <p:nvSpPr>
          <p:cNvPr id="141" name="Shape 125"/>
          <p:cNvSpPr/>
          <p:nvPr/>
        </p:nvSpPr>
        <p:spPr>
          <a:xfrm>
            <a:off x="6895490" y="2588666"/>
            <a:ext cx="1932127" cy="31135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B47A"/>
            </a:solidFill>
            <a:prstDash val="solid"/>
          </a:ln>
        </p:spPr>
      </p:sp>
      <p:sp>
        <p:nvSpPr>
          <p:cNvPr id="142" name="Shape 126"/>
          <p:cNvSpPr/>
          <p:nvPr/>
        </p:nvSpPr>
        <p:spPr>
          <a:xfrm>
            <a:off x="6984187" y="2683764"/>
            <a:ext cx="195682" cy="195682"/>
          </a:xfrm>
          <a:prstGeom prst="round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43" name="Text 127"/>
          <p:cNvSpPr txBox="1"/>
          <p:nvPr/>
        </p:nvSpPr>
        <p:spPr>
          <a:xfrm>
            <a:off x="7016191" y="2715768"/>
            <a:ext cx="13167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00" dirty="0"/>
          </a:p>
        </p:txBody>
      </p:sp>
      <p:sp>
        <p:nvSpPr>
          <p:cNvPr id="145" name="Text 128"/>
          <p:cNvSpPr txBox="1"/>
          <p:nvPr/>
        </p:nvSpPr>
        <p:spPr>
          <a:xfrm>
            <a:off x="7603236" y="2785262"/>
            <a:ext cx="1110996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920" dirty="0"/>
          </a:p>
        </p:txBody>
      </p:sp>
      <p:sp>
        <p:nvSpPr>
          <p:cNvPr id="146" name="Text 129"/>
          <p:cNvSpPr txBox="1"/>
          <p:nvPr/>
        </p:nvSpPr>
        <p:spPr>
          <a:xfrm>
            <a:off x="7603236" y="2987345"/>
            <a:ext cx="103327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A3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810" dirty="0"/>
          </a:p>
        </p:txBody>
      </p:sp>
      <p:sp>
        <p:nvSpPr>
          <p:cNvPr id="147" name="Shape 130"/>
          <p:cNvSpPr/>
          <p:nvPr/>
        </p:nvSpPr>
        <p:spPr>
          <a:xfrm>
            <a:off x="7129577" y="3270809"/>
            <a:ext cx="27432" cy="27432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48" name="Text 131"/>
          <p:cNvSpPr txBox="1"/>
          <p:nvPr/>
        </p:nvSpPr>
        <p:spPr>
          <a:xfrm>
            <a:off x="7236562" y="3226918"/>
            <a:ext cx="1515161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680" dirty="0"/>
          </a:p>
        </p:txBody>
      </p:sp>
      <p:sp>
        <p:nvSpPr>
          <p:cNvPr id="149" name="Shape 132"/>
          <p:cNvSpPr/>
          <p:nvPr/>
        </p:nvSpPr>
        <p:spPr>
          <a:xfrm>
            <a:off x="7129577" y="3403397"/>
            <a:ext cx="27432" cy="27432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50" name="Text 133"/>
          <p:cNvSpPr txBox="1"/>
          <p:nvPr/>
        </p:nvSpPr>
        <p:spPr>
          <a:xfrm>
            <a:off x="7236562" y="3359506"/>
            <a:ext cx="1515161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680" dirty="0"/>
          </a:p>
        </p:txBody>
      </p:sp>
      <p:sp>
        <p:nvSpPr>
          <p:cNvPr id="151" name="Shape 134"/>
          <p:cNvSpPr/>
          <p:nvPr/>
        </p:nvSpPr>
        <p:spPr>
          <a:xfrm>
            <a:off x="7129577" y="3535985"/>
            <a:ext cx="27432" cy="27432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52" name="Text 135"/>
          <p:cNvSpPr txBox="1"/>
          <p:nvPr/>
        </p:nvSpPr>
        <p:spPr>
          <a:xfrm>
            <a:off x="7236562" y="3492094"/>
            <a:ext cx="1515161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680" dirty="0"/>
          </a:p>
        </p:txBody>
      </p:sp>
      <p:sp>
        <p:nvSpPr>
          <p:cNvPr id="153" name="Shape 136"/>
          <p:cNvSpPr/>
          <p:nvPr/>
        </p:nvSpPr>
        <p:spPr>
          <a:xfrm>
            <a:off x="7129577" y="3668573"/>
            <a:ext cx="27432" cy="27432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54" name="Text 137"/>
          <p:cNvSpPr txBox="1"/>
          <p:nvPr/>
        </p:nvSpPr>
        <p:spPr>
          <a:xfrm>
            <a:off x="7236562" y="3624682"/>
            <a:ext cx="1515161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680" dirty="0"/>
          </a:p>
        </p:txBody>
      </p:sp>
      <p:sp>
        <p:nvSpPr>
          <p:cNvPr id="155" name="Shape 138"/>
          <p:cNvSpPr/>
          <p:nvPr/>
        </p:nvSpPr>
        <p:spPr>
          <a:xfrm>
            <a:off x="7129577" y="3801161"/>
            <a:ext cx="27432" cy="27432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56" name="Text 139"/>
          <p:cNvSpPr txBox="1"/>
          <p:nvPr/>
        </p:nvSpPr>
        <p:spPr>
          <a:xfrm>
            <a:off x="7236562" y="3757270"/>
            <a:ext cx="1515161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680" dirty="0"/>
          </a:p>
        </p:txBody>
      </p:sp>
      <p:sp>
        <p:nvSpPr>
          <p:cNvPr id="157" name="Shape 140"/>
          <p:cNvSpPr/>
          <p:nvPr/>
        </p:nvSpPr>
        <p:spPr>
          <a:xfrm>
            <a:off x="7129577" y="3933749"/>
            <a:ext cx="27432" cy="27432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58" name="Text 141"/>
          <p:cNvSpPr txBox="1"/>
          <p:nvPr/>
        </p:nvSpPr>
        <p:spPr>
          <a:xfrm>
            <a:off x="7236562" y="3889858"/>
            <a:ext cx="1515161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680" dirty="0"/>
          </a:p>
        </p:txBody>
      </p:sp>
      <p:sp>
        <p:nvSpPr>
          <p:cNvPr id="159" name="Shape 142"/>
          <p:cNvSpPr/>
          <p:nvPr/>
        </p:nvSpPr>
        <p:spPr>
          <a:xfrm>
            <a:off x="6984187" y="4337914"/>
            <a:ext cx="1755648" cy="0"/>
          </a:xfrm>
          <a:prstGeom prst="line">
            <a:avLst/>
          </a:prstGeom>
          <a:noFill/>
          <a:ln w="8255">
            <a:solidFill>
              <a:srgbClr val="D7D0C7"/>
            </a:solidFill>
            <a:prstDash val="solid"/>
            <a:headEnd type="none"/>
            <a:tailEnd type="none"/>
          </a:ln>
        </p:spPr>
      </p:sp>
      <p:sp>
        <p:nvSpPr>
          <p:cNvPr id="160" name="Shape 143"/>
          <p:cNvSpPr/>
          <p:nvPr/>
        </p:nvSpPr>
        <p:spPr>
          <a:xfrm>
            <a:off x="6984187" y="4426610"/>
            <a:ext cx="195682" cy="195682"/>
          </a:xfrm>
          <a:prstGeom prst="round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61" name="Text 144"/>
          <p:cNvSpPr txBox="1"/>
          <p:nvPr/>
        </p:nvSpPr>
        <p:spPr>
          <a:xfrm>
            <a:off x="7016191" y="4458614"/>
            <a:ext cx="13167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00" dirty="0"/>
          </a:p>
        </p:txBody>
      </p:sp>
      <p:sp>
        <p:nvSpPr>
          <p:cNvPr id="163" name="Text 145"/>
          <p:cNvSpPr txBox="1"/>
          <p:nvPr/>
        </p:nvSpPr>
        <p:spPr>
          <a:xfrm>
            <a:off x="7603236" y="4528109"/>
            <a:ext cx="1110996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920" dirty="0"/>
          </a:p>
        </p:txBody>
      </p:sp>
      <p:sp>
        <p:nvSpPr>
          <p:cNvPr id="164" name="Text 146"/>
          <p:cNvSpPr txBox="1"/>
          <p:nvPr/>
        </p:nvSpPr>
        <p:spPr>
          <a:xfrm>
            <a:off x="7603236" y="4730191"/>
            <a:ext cx="103327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A3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810" dirty="0"/>
          </a:p>
        </p:txBody>
      </p:sp>
      <p:sp>
        <p:nvSpPr>
          <p:cNvPr id="165" name="Shape 147"/>
          <p:cNvSpPr/>
          <p:nvPr/>
        </p:nvSpPr>
        <p:spPr>
          <a:xfrm>
            <a:off x="7129577" y="5013655"/>
            <a:ext cx="27432" cy="27432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66" name="Text 148"/>
          <p:cNvSpPr txBox="1"/>
          <p:nvPr/>
        </p:nvSpPr>
        <p:spPr>
          <a:xfrm>
            <a:off x="7236562" y="4969764"/>
            <a:ext cx="1515161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700" dirty="0"/>
          </a:p>
        </p:txBody>
      </p:sp>
      <p:sp>
        <p:nvSpPr>
          <p:cNvPr id="167" name="Shape 149"/>
          <p:cNvSpPr/>
          <p:nvPr/>
        </p:nvSpPr>
        <p:spPr>
          <a:xfrm>
            <a:off x="7129577" y="5159045"/>
            <a:ext cx="27432" cy="27432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68" name="Text 150"/>
          <p:cNvSpPr txBox="1"/>
          <p:nvPr/>
        </p:nvSpPr>
        <p:spPr>
          <a:xfrm>
            <a:off x="7236562" y="5115154"/>
            <a:ext cx="1515161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700" dirty="0"/>
          </a:p>
        </p:txBody>
      </p:sp>
      <p:sp>
        <p:nvSpPr>
          <p:cNvPr id="169" name="Shape 151"/>
          <p:cNvSpPr/>
          <p:nvPr/>
        </p:nvSpPr>
        <p:spPr>
          <a:xfrm>
            <a:off x="7129577" y="5304434"/>
            <a:ext cx="27432" cy="27432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70" name="Text 152"/>
          <p:cNvSpPr txBox="1"/>
          <p:nvPr/>
        </p:nvSpPr>
        <p:spPr>
          <a:xfrm>
            <a:off x="7236562" y="5260543"/>
            <a:ext cx="1515161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700" dirty="0"/>
          </a:p>
        </p:txBody>
      </p:sp>
      <p:sp>
        <p:nvSpPr>
          <p:cNvPr id="171" name="Shape 153"/>
          <p:cNvSpPr/>
          <p:nvPr/>
        </p:nvSpPr>
        <p:spPr>
          <a:xfrm>
            <a:off x="7129577" y="5449824"/>
            <a:ext cx="27432" cy="27432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72" name="Text 154"/>
          <p:cNvSpPr txBox="1"/>
          <p:nvPr/>
        </p:nvSpPr>
        <p:spPr>
          <a:xfrm>
            <a:off x="7236562" y="5405933"/>
            <a:ext cx="1515161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700" dirty="0"/>
          </a:p>
        </p:txBody>
      </p:sp>
      <p:sp>
        <p:nvSpPr>
          <p:cNvPr id="173" name="Shape 155"/>
          <p:cNvSpPr/>
          <p:nvPr/>
        </p:nvSpPr>
        <p:spPr>
          <a:xfrm>
            <a:off x="297180" y="5891479"/>
            <a:ext cx="8272577" cy="6126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D0C7"/>
            </a:solidFill>
            <a:prstDash val="solid"/>
          </a:ln>
        </p:spPr>
      </p:sp>
      <p:sp>
        <p:nvSpPr>
          <p:cNvPr id="174" name="Shape 156"/>
          <p:cNvSpPr/>
          <p:nvPr/>
        </p:nvSpPr>
        <p:spPr>
          <a:xfrm>
            <a:off x="297180" y="5891479"/>
            <a:ext cx="1553566" cy="612648"/>
          </a:xfrm>
          <a:prstGeom prst="roundRect">
            <a:avLst/>
          </a:prstGeom>
          <a:solidFill>
            <a:srgbClr val="3B0D2D"/>
          </a:solidFill>
          <a:ln w="12700">
            <a:solidFill>
              <a:srgbClr val="3B0D2D">
                <a:alpha val="0"/>
              </a:srgbClr>
            </a:solidFill>
            <a:prstDash val="solid"/>
          </a:ln>
        </p:spPr>
      </p:sp>
      <p:sp>
        <p:nvSpPr>
          <p:cNvPr id="175" name="Shape 157"/>
          <p:cNvSpPr/>
          <p:nvPr/>
        </p:nvSpPr>
        <p:spPr>
          <a:xfrm>
            <a:off x="1717243" y="5891479"/>
            <a:ext cx="132588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7" name="Text 158"/>
          <p:cNvSpPr txBox="1"/>
          <p:nvPr/>
        </p:nvSpPr>
        <p:spPr>
          <a:xfrm>
            <a:off x="865022" y="6043270"/>
            <a:ext cx="821131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920" dirty="0"/>
          </a:p>
          <a:p>
            <a:pPr algn="l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920" dirty="0"/>
          </a:p>
        </p:txBody>
      </p:sp>
      <p:sp>
        <p:nvSpPr>
          <p:cNvPr id="178" name="Shape 159"/>
          <p:cNvSpPr/>
          <p:nvPr/>
        </p:nvSpPr>
        <p:spPr>
          <a:xfrm>
            <a:off x="3524098" y="6030468"/>
            <a:ext cx="0" cy="334670"/>
          </a:xfrm>
          <a:prstGeom prst="line">
            <a:avLst/>
          </a:prstGeom>
          <a:noFill/>
          <a:ln w="9525">
            <a:solidFill>
              <a:srgbClr val="E5DED6"/>
            </a:solidFill>
            <a:prstDash val="solid"/>
            <a:headEnd type="none"/>
            <a:tailEnd type="none"/>
          </a:ln>
        </p:spPr>
      </p:sp>
      <p:sp>
        <p:nvSpPr>
          <p:cNvPr id="179" name="Shape 160"/>
          <p:cNvSpPr/>
          <p:nvPr/>
        </p:nvSpPr>
        <p:spPr>
          <a:xfrm>
            <a:off x="5241341" y="6030468"/>
            <a:ext cx="0" cy="334670"/>
          </a:xfrm>
          <a:prstGeom prst="line">
            <a:avLst/>
          </a:prstGeom>
          <a:noFill/>
          <a:ln w="9525">
            <a:solidFill>
              <a:srgbClr val="E5DED6"/>
            </a:solidFill>
            <a:prstDash val="solid"/>
            <a:headEnd type="none"/>
            <a:tailEnd type="none"/>
          </a:ln>
        </p:spPr>
      </p:sp>
      <p:sp>
        <p:nvSpPr>
          <p:cNvPr id="180" name="Shape 161"/>
          <p:cNvSpPr/>
          <p:nvPr/>
        </p:nvSpPr>
        <p:spPr>
          <a:xfrm>
            <a:off x="6933895" y="6030468"/>
            <a:ext cx="0" cy="334670"/>
          </a:xfrm>
          <a:prstGeom prst="line">
            <a:avLst/>
          </a:prstGeom>
          <a:noFill/>
          <a:ln w="9525">
            <a:solidFill>
              <a:srgbClr val="E5DED6"/>
            </a:solidFill>
            <a:prstDash val="solid"/>
            <a:headEnd type="none"/>
            <a:tailEnd type="none"/>
          </a:ln>
        </p:spPr>
      </p:sp>
      <p:sp>
        <p:nvSpPr>
          <p:cNvPr id="182" name="Text 162"/>
          <p:cNvSpPr txBox="1"/>
          <p:nvPr/>
        </p:nvSpPr>
        <p:spPr>
          <a:xfrm>
            <a:off x="2607869" y="6068873"/>
            <a:ext cx="821131" cy="2843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5" b="1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845" dirty="0"/>
          </a:p>
          <a:p>
            <a:pPr algn="l" indent="0" marL="0">
              <a:buNone/>
            </a:pPr>
            <a:r>
              <a:rPr lang="en-US" sz="845" b="1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845" dirty="0"/>
          </a:p>
        </p:txBody>
      </p:sp>
      <p:sp>
        <p:nvSpPr>
          <p:cNvPr id="184" name="Text 163"/>
          <p:cNvSpPr txBox="1"/>
          <p:nvPr/>
        </p:nvSpPr>
        <p:spPr>
          <a:xfrm>
            <a:off x="4319626" y="6068873"/>
            <a:ext cx="758038" cy="2843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5" b="1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845" dirty="0"/>
          </a:p>
          <a:p>
            <a:pPr algn="l" indent="0" marL="0">
              <a:buNone/>
            </a:pPr>
            <a:r>
              <a:rPr lang="en-US" sz="845" b="1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845" dirty="0"/>
          </a:p>
        </p:txBody>
      </p:sp>
      <p:sp>
        <p:nvSpPr>
          <p:cNvPr id="186" name="Text 164"/>
          <p:cNvSpPr txBox="1"/>
          <p:nvPr/>
        </p:nvSpPr>
        <p:spPr>
          <a:xfrm>
            <a:off x="5973775" y="6068873"/>
            <a:ext cx="821131" cy="2843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5" b="1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845" dirty="0"/>
          </a:p>
          <a:p>
            <a:pPr algn="l" indent="0" marL="0">
              <a:buNone/>
            </a:pPr>
            <a:r>
              <a:rPr lang="en-US" sz="845" b="1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845" dirty="0"/>
          </a:p>
        </p:txBody>
      </p:sp>
      <p:sp>
        <p:nvSpPr>
          <p:cNvPr id="188" name="Text 165"/>
          <p:cNvSpPr txBox="1"/>
          <p:nvPr/>
        </p:nvSpPr>
        <p:spPr>
          <a:xfrm>
            <a:off x="7666330" y="6049670"/>
            <a:ext cx="758038" cy="2843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5" b="1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845" dirty="0"/>
          </a:p>
          <a:p>
            <a:pPr algn="l" indent="0" marL="0">
              <a:buNone/>
            </a:pPr>
            <a:r>
              <a:rPr lang="en-US" sz="845" b="1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845" dirty="0"/>
          </a:p>
        </p:txBody>
      </p:sp>
      <p:sp>
        <p:nvSpPr>
          <p:cNvPr id="189" name="Text 166"/>
          <p:cNvSpPr txBox="1"/>
          <p:nvPr/>
        </p:nvSpPr>
        <p:spPr>
          <a:xfrm>
            <a:off x="297180" y="6655918"/>
            <a:ext cx="5349240" cy="950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8B9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590" dirty="0"/>
          </a:p>
        </p:txBody>
      </p:sp>
      <p:sp>
        <p:nvSpPr>
          <p:cNvPr id="190" name="Text 167"/>
          <p:cNvSpPr txBox="1"/>
          <p:nvPr/>
        </p:nvSpPr>
        <p:spPr>
          <a:xfrm>
            <a:off x="8487461" y="6655918"/>
            <a:ext cx="88697" cy="950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8B9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40" dirty="0"/>
          </a:p>
        </p:txBody>
      </p:sp>
      <p:pic>
        <p:nvPicPr>
          <p:cNvPr id="191" name="Professional Icon 01" descr="faSitemap-whit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33534" y="1752429"/>
            <a:ext cx="220407" cy="220407"/>
          </a:xfrm>
          <a:prstGeom prst="rect">
            <a:avLst/>
          </a:prstGeom>
        </p:spPr>
      </p:pic>
      <p:pic>
        <p:nvPicPr>
          <p:cNvPr id="192" name="Professional Icon 02" descr="faTableList-whit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842613" y="1757220"/>
            <a:ext cx="210824" cy="210824"/>
          </a:xfrm>
          <a:prstGeom prst="rect">
            <a:avLst/>
          </a:prstGeom>
        </p:spPr>
      </p:pic>
      <p:pic>
        <p:nvPicPr>
          <p:cNvPr id="193" name="Professional Icon 03" descr="faTableColumns-whit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059119" y="1757220"/>
            <a:ext cx="210824" cy="210824"/>
          </a:xfrm>
          <a:prstGeom prst="rect">
            <a:avLst/>
          </a:prstGeom>
        </p:spPr>
      </p:pic>
      <p:pic>
        <p:nvPicPr>
          <p:cNvPr id="194" name="Professional Icon 04" descr="faShareNodes-whit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029651" y="1757220"/>
            <a:ext cx="210824" cy="210824"/>
          </a:xfrm>
          <a:prstGeom prst="rect">
            <a:avLst/>
          </a:prstGeom>
        </p:spPr>
      </p:pic>
      <p:pic>
        <p:nvPicPr>
          <p:cNvPr id="195" name="Professional Icon 05" descr="faDatabase-whit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95127" y="2949123"/>
            <a:ext cx="359907" cy="359907"/>
          </a:xfrm>
          <a:prstGeom prst="rect">
            <a:avLst/>
          </a:prstGeom>
        </p:spPr>
      </p:pic>
      <p:pic>
        <p:nvPicPr>
          <p:cNvPr id="196" name="Professional Icon 06" descr="faIdCard-gol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929878" y="2807702"/>
            <a:ext cx="295278" cy="295278"/>
          </a:xfrm>
          <a:prstGeom prst="rect">
            <a:avLst/>
          </a:prstGeom>
        </p:spPr>
      </p:pic>
      <p:pic>
        <p:nvPicPr>
          <p:cNvPr id="197" name="Professional Icon 07" descr="faTags-gol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161575" y="2807702"/>
            <a:ext cx="295278" cy="295278"/>
          </a:xfrm>
          <a:prstGeom prst="rect">
            <a:avLst/>
          </a:prstGeom>
        </p:spPr>
      </p:pic>
      <p:pic>
        <p:nvPicPr>
          <p:cNvPr id="198" name="Professional Icon 08" descr="faCalendarDays-gol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389614" y="2807702"/>
            <a:ext cx="295278" cy="295278"/>
          </a:xfrm>
          <a:prstGeom prst="rect">
            <a:avLst/>
          </a:prstGeom>
        </p:spPr>
      </p:pic>
      <p:pic>
        <p:nvPicPr>
          <p:cNvPr id="199" name="Professional Icon 09" descr="faChartColumn-gol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784988" y="2807702"/>
            <a:ext cx="295278" cy="295278"/>
          </a:xfrm>
          <a:prstGeom prst="rect">
            <a:avLst/>
          </a:prstGeom>
        </p:spPr>
      </p:pic>
      <p:pic>
        <p:nvPicPr>
          <p:cNvPr id="200" name="Professional Icon 10" descr="faLayerGroup-whit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95127" y="4490801"/>
            <a:ext cx="359907" cy="359907"/>
          </a:xfrm>
          <a:prstGeom prst="rect">
            <a:avLst/>
          </a:prstGeom>
        </p:spPr>
      </p:pic>
      <p:pic>
        <p:nvPicPr>
          <p:cNvPr id="201" name="Professional Icon 11" descr="faIdCard-gol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929878" y="4349380"/>
            <a:ext cx="295278" cy="295278"/>
          </a:xfrm>
          <a:prstGeom prst="rect">
            <a:avLst/>
          </a:prstGeom>
        </p:spPr>
      </p:pic>
      <p:pic>
        <p:nvPicPr>
          <p:cNvPr id="202" name="Professional Icon 12" descr="faTags-gol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161575" y="4349380"/>
            <a:ext cx="295278" cy="295278"/>
          </a:xfrm>
          <a:prstGeom prst="rect">
            <a:avLst/>
          </a:prstGeom>
        </p:spPr>
      </p:pic>
      <p:pic>
        <p:nvPicPr>
          <p:cNvPr id="203" name="Professional Icon 13" descr="faCalendarDays-gol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389614" y="4349380"/>
            <a:ext cx="295278" cy="295278"/>
          </a:xfrm>
          <a:prstGeom prst="rect">
            <a:avLst/>
          </a:prstGeom>
        </p:spPr>
      </p:pic>
      <p:pic>
        <p:nvPicPr>
          <p:cNvPr id="204" name="Professional Icon 14" descr="faChartColumn-gol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784988" y="4349380"/>
            <a:ext cx="295278" cy="295278"/>
          </a:xfrm>
          <a:prstGeom prst="rect">
            <a:avLst/>
          </a:prstGeom>
        </p:spPr>
      </p:pic>
      <p:pic>
        <p:nvPicPr>
          <p:cNvPr id="205" name="Professional Icon 15" descr="faFolderTree-gol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266600" y="2808900"/>
            <a:ext cx="273679" cy="273679"/>
          </a:xfrm>
          <a:prstGeom prst="rect">
            <a:avLst/>
          </a:prstGeom>
        </p:spPr>
      </p:pic>
      <p:pic>
        <p:nvPicPr>
          <p:cNvPr id="206" name="Professional Icon 16" descr="faClipboardCheck-gol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266600" y="4551746"/>
            <a:ext cx="273679" cy="273679"/>
          </a:xfrm>
          <a:prstGeom prst="rect">
            <a:avLst/>
          </a:prstGeom>
        </p:spPr>
      </p:pic>
      <p:pic>
        <p:nvPicPr>
          <p:cNvPr id="207" name="Professional Icon 17" descr="faChartLine-white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72114" y="6035324"/>
            <a:ext cx="300270" cy="300270"/>
          </a:xfrm>
          <a:prstGeom prst="rect">
            <a:avLst/>
          </a:prstGeom>
        </p:spPr>
      </p:pic>
      <p:pic>
        <p:nvPicPr>
          <p:cNvPr id="208" name="Professional Icon 18" descr="faChartColumn-gol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145525" y="6041784"/>
            <a:ext cx="331241" cy="331241"/>
          </a:xfrm>
          <a:prstGeom prst="rect">
            <a:avLst/>
          </a:prstGeom>
        </p:spPr>
      </p:pic>
      <p:pic>
        <p:nvPicPr>
          <p:cNvPr id="209" name="Professional Icon 19" descr="faChartPie-gol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3885286" y="6057900"/>
            <a:ext cx="312724" cy="312724"/>
          </a:xfrm>
          <a:prstGeom prst="rect">
            <a:avLst/>
          </a:prstGeom>
        </p:spPr>
      </p:pic>
      <p:pic>
        <p:nvPicPr>
          <p:cNvPr id="210" name="Professional Icon 20" descr="faArrowTrendUp-gol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5536121" y="6035383"/>
            <a:ext cx="331241" cy="331241"/>
          </a:xfrm>
          <a:prstGeom prst="rect">
            <a:avLst/>
          </a:prstGeom>
        </p:spPr>
      </p:pic>
      <p:pic>
        <p:nvPicPr>
          <p:cNvPr id="211" name="Professional Icon 21" descr="faBullseye-gold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246438" y="6059546"/>
            <a:ext cx="309432" cy="3094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0078" y="106985"/>
            <a:ext cx="8802929" cy="32004"/>
          </a:xfrm>
          <a:prstGeom prst="rect">
            <a:avLst/>
          </a:prstGeom>
          <a:solidFill>
            <a:srgbClr val="3B0D2D"/>
          </a:solidFill>
          <a:ln w="12700">
            <a:solidFill>
              <a:srgbClr val="3B0D2D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97180" y="284378"/>
            <a:ext cx="694944" cy="1764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70" b="1" spc="260" kern="0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70" dirty="0"/>
          </a:p>
        </p:txBody>
      </p:sp>
      <p:sp>
        <p:nvSpPr>
          <p:cNvPr id="4" name="Text 2"/>
          <p:cNvSpPr txBox="1"/>
          <p:nvPr/>
        </p:nvSpPr>
        <p:spPr>
          <a:xfrm>
            <a:off x="297180" y="504749"/>
            <a:ext cx="2926080" cy="1133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spc="125" kern="0" dirty="0">
                <a:solidFill>
                  <a:srgbClr val="66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710" dirty="0"/>
          </a:p>
        </p:txBody>
      </p:sp>
      <p:sp>
        <p:nvSpPr>
          <p:cNvPr id="5" name="Shape 3"/>
          <p:cNvSpPr/>
          <p:nvPr/>
        </p:nvSpPr>
        <p:spPr>
          <a:xfrm>
            <a:off x="297180" y="675742"/>
            <a:ext cx="454457" cy="19202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60920" y="372161"/>
            <a:ext cx="1426464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spc="52" kern="0" dirty="0">
                <a:solidFill>
                  <a:srgbClr val="66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297180" y="808330"/>
            <a:ext cx="580644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20" b="1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720" dirty="0"/>
          </a:p>
        </p:txBody>
      </p:sp>
      <p:sp>
        <p:nvSpPr>
          <p:cNvPr id="8" name="Text 6"/>
          <p:cNvSpPr txBox="1"/>
          <p:nvPr/>
        </p:nvSpPr>
        <p:spPr>
          <a:xfrm>
            <a:off x="297180" y="1206094"/>
            <a:ext cx="7406640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5" dirty="0">
                <a:solidFill>
                  <a:srgbClr val="66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965" dirty="0"/>
          </a:p>
        </p:txBody>
      </p:sp>
      <p:sp>
        <p:nvSpPr>
          <p:cNvPr id="9" name="Text 7"/>
          <p:cNvSpPr txBox="1"/>
          <p:nvPr/>
        </p:nvSpPr>
        <p:spPr>
          <a:xfrm>
            <a:off x="302666" y="1445666"/>
            <a:ext cx="1547165" cy="1133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spc="65" kern="0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740" dirty="0"/>
          </a:p>
        </p:txBody>
      </p:sp>
      <p:sp>
        <p:nvSpPr>
          <p:cNvPr id="10" name="Shape 8"/>
          <p:cNvSpPr/>
          <p:nvPr/>
        </p:nvSpPr>
        <p:spPr>
          <a:xfrm>
            <a:off x="297180" y="1584655"/>
            <a:ext cx="1412748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B4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" y="1673352"/>
            <a:ext cx="320040" cy="320040"/>
          </a:xfrm>
          <a:prstGeom prst="ellipse">
            <a:avLst/>
          </a:prstGeom>
          <a:solidFill>
            <a:srgbClr val="3B0D2D"/>
          </a:solidFill>
          <a:ln w="12700">
            <a:solidFill>
              <a:srgbClr val="3B0D2D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95528" y="1736446"/>
            <a:ext cx="813816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750" dirty="0"/>
          </a:p>
        </p:txBody>
      </p:sp>
      <p:sp>
        <p:nvSpPr>
          <p:cNvPr id="14" name="Text 11"/>
          <p:cNvSpPr txBox="1"/>
          <p:nvPr/>
        </p:nvSpPr>
        <p:spPr>
          <a:xfrm>
            <a:off x="795528" y="1907438"/>
            <a:ext cx="813816" cy="1133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66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690" dirty="0"/>
          </a:p>
        </p:txBody>
      </p:sp>
      <p:sp>
        <p:nvSpPr>
          <p:cNvPr id="15" name="Text 12"/>
          <p:cNvSpPr txBox="1"/>
          <p:nvPr/>
        </p:nvSpPr>
        <p:spPr>
          <a:xfrm>
            <a:off x="388620" y="2179015"/>
            <a:ext cx="122986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" i="1" dirty="0">
                <a:solidFill>
                  <a:srgbClr val="66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540" dirty="0"/>
          </a:p>
        </p:txBody>
      </p:sp>
      <p:sp>
        <p:nvSpPr>
          <p:cNvPr id="16" name="Shape 13"/>
          <p:cNvSpPr/>
          <p:nvPr/>
        </p:nvSpPr>
        <p:spPr>
          <a:xfrm>
            <a:off x="1906524" y="1584655"/>
            <a:ext cx="1412748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B47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011680" y="1673352"/>
            <a:ext cx="320040" cy="320040"/>
          </a:xfrm>
          <a:prstGeom prst="ellipse">
            <a:avLst/>
          </a:prstGeom>
          <a:solidFill>
            <a:srgbClr val="3B0D2D"/>
          </a:solidFill>
          <a:ln w="12700">
            <a:solidFill>
              <a:srgbClr val="3B0D2D">
                <a:alpha val="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2404872" y="1736446"/>
            <a:ext cx="813816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750" dirty="0"/>
          </a:p>
        </p:txBody>
      </p:sp>
      <p:sp>
        <p:nvSpPr>
          <p:cNvPr id="20" name="Text 16"/>
          <p:cNvSpPr txBox="1"/>
          <p:nvPr/>
        </p:nvSpPr>
        <p:spPr>
          <a:xfrm>
            <a:off x="2404872" y="1907438"/>
            <a:ext cx="813816" cy="1133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66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90" dirty="0"/>
          </a:p>
        </p:txBody>
      </p:sp>
      <p:sp>
        <p:nvSpPr>
          <p:cNvPr id="21" name="Text 17"/>
          <p:cNvSpPr txBox="1"/>
          <p:nvPr/>
        </p:nvSpPr>
        <p:spPr>
          <a:xfrm>
            <a:off x="1997964" y="2179015"/>
            <a:ext cx="122986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" i="1" dirty="0">
                <a:solidFill>
                  <a:srgbClr val="66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40" dirty="0"/>
          </a:p>
        </p:txBody>
      </p:sp>
      <p:sp>
        <p:nvSpPr>
          <p:cNvPr id="22" name="Shape 18"/>
          <p:cNvSpPr/>
          <p:nvPr/>
        </p:nvSpPr>
        <p:spPr>
          <a:xfrm>
            <a:off x="3515868" y="1584655"/>
            <a:ext cx="1412748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B47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621024" y="1673352"/>
            <a:ext cx="320040" cy="320040"/>
          </a:xfrm>
          <a:prstGeom prst="ellipse">
            <a:avLst/>
          </a:prstGeom>
          <a:solidFill>
            <a:srgbClr val="3B0D2D"/>
          </a:solidFill>
          <a:ln w="12700">
            <a:solidFill>
              <a:srgbClr val="3B0D2D">
                <a:alpha val="0"/>
              </a:srgbClr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4014216" y="1736446"/>
            <a:ext cx="813816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750" dirty="0"/>
          </a:p>
        </p:txBody>
      </p:sp>
      <p:sp>
        <p:nvSpPr>
          <p:cNvPr id="26" name="Text 21"/>
          <p:cNvSpPr txBox="1"/>
          <p:nvPr/>
        </p:nvSpPr>
        <p:spPr>
          <a:xfrm>
            <a:off x="4014216" y="1907438"/>
            <a:ext cx="813816" cy="1133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66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90" dirty="0"/>
          </a:p>
        </p:txBody>
      </p:sp>
      <p:sp>
        <p:nvSpPr>
          <p:cNvPr id="27" name="Text 22"/>
          <p:cNvSpPr txBox="1"/>
          <p:nvPr/>
        </p:nvSpPr>
        <p:spPr>
          <a:xfrm>
            <a:off x="3607308" y="2179015"/>
            <a:ext cx="122986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" i="1" dirty="0">
                <a:solidFill>
                  <a:srgbClr val="66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540" dirty="0"/>
          </a:p>
        </p:txBody>
      </p:sp>
      <p:sp>
        <p:nvSpPr>
          <p:cNvPr id="28" name="Shape 23"/>
          <p:cNvSpPr/>
          <p:nvPr/>
        </p:nvSpPr>
        <p:spPr>
          <a:xfrm>
            <a:off x="5125212" y="1584655"/>
            <a:ext cx="1412748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B47A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5230368" y="1673352"/>
            <a:ext cx="320040" cy="320040"/>
          </a:xfrm>
          <a:prstGeom prst="ellipse">
            <a:avLst/>
          </a:prstGeom>
          <a:solidFill>
            <a:srgbClr val="3B0D2D"/>
          </a:solidFill>
          <a:ln w="12700">
            <a:solidFill>
              <a:srgbClr val="3B0D2D">
                <a:alpha val="0"/>
              </a:srgbClr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5623560" y="1736446"/>
            <a:ext cx="813816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750" dirty="0"/>
          </a:p>
        </p:txBody>
      </p:sp>
      <p:sp>
        <p:nvSpPr>
          <p:cNvPr id="32" name="Text 26"/>
          <p:cNvSpPr txBox="1"/>
          <p:nvPr/>
        </p:nvSpPr>
        <p:spPr>
          <a:xfrm>
            <a:off x="5623560" y="1907438"/>
            <a:ext cx="813816" cy="1133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66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90" dirty="0"/>
          </a:p>
        </p:txBody>
      </p:sp>
      <p:sp>
        <p:nvSpPr>
          <p:cNvPr id="33" name="Text 27"/>
          <p:cNvSpPr txBox="1"/>
          <p:nvPr/>
        </p:nvSpPr>
        <p:spPr>
          <a:xfrm>
            <a:off x="5216652" y="2179015"/>
            <a:ext cx="122986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" i="1" dirty="0">
                <a:solidFill>
                  <a:srgbClr val="66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540" dirty="0"/>
          </a:p>
        </p:txBody>
      </p:sp>
      <p:sp>
        <p:nvSpPr>
          <p:cNvPr id="34" name="Shape 28"/>
          <p:cNvSpPr/>
          <p:nvPr/>
        </p:nvSpPr>
        <p:spPr>
          <a:xfrm>
            <a:off x="6734556" y="1584655"/>
            <a:ext cx="1835201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B47A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6839712" y="1673352"/>
            <a:ext cx="320040" cy="320040"/>
          </a:xfrm>
          <a:prstGeom prst="ellipse">
            <a:avLst/>
          </a:prstGeom>
          <a:solidFill>
            <a:srgbClr val="3B0D2D"/>
          </a:solidFill>
          <a:ln w="12700">
            <a:solidFill>
              <a:srgbClr val="3B0D2D">
                <a:alpha val="0"/>
              </a:srgbClr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7232904" y="1736446"/>
            <a:ext cx="1236269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820" dirty="0"/>
          </a:p>
        </p:txBody>
      </p:sp>
      <p:sp>
        <p:nvSpPr>
          <p:cNvPr id="38" name="Text 31"/>
          <p:cNvSpPr txBox="1"/>
          <p:nvPr/>
        </p:nvSpPr>
        <p:spPr>
          <a:xfrm>
            <a:off x="7232904" y="1907438"/>
            <a:ext cx="1236269" cy="1133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66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690" dirty="0"/>
          </a:p>
        </p:txBody>
      </p:sp>
      <p:sp>
        <p:nvSpPr>
          <p:cNvPr id="39" name="Text 32"/>
          <p:cNvSpPr txBox="1"/>
          <p:nvPr/>
        </p:nvSpPr>
        <p:spPr>
          <a:xfrm>
            <a:off x="6825996" y="2179015"/>
            <a:ext cx="1652321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" i="1" dirty="0">
                <a:solidFill>
                  <a:srgbClr val="66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540" dirty="0"/>
          </a:p>
        </p:txBody>
      </p:sp>
      <p:sp>
        <p:nvSpPr>
          <p:cNvPr id="40" name="Shape 33"/>
          <p:cNvSpPr/>
          <p:nvPr/>
        </p:nvSpPr>
        <p:spPr>
          <a:xfrm>
            <a:off x="1751076" y="1811426"/>
            <a:ext cx="109728" cy="96012"/>
          </a:xfrm>
          <a:prstGeom prst="rightArrow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3360420" y="1811426"/>
            <a:ext cx="109728" cy="96012"/>
          </a:xfrm>
          <a:prstGeom prst="rightArrow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4969764" y="1811426"/>
            <a:ext cx="109728" cy="96012"/>
          </a:xfrm>
          <a:prstGeom prst="rightArrow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6579108" y="1811426"/>
            <a:ext cx="109728" cy="96012"/>
          </a:xfrm>
          <a:prstGeom prst="rightArrow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44" name="Text 37"/>
          <p:cNvSpPr txBox="1"/>
          <p:nvPr/>
        </p:nvSpPr>
        <p:spPr>
          <a:xfrm>
            <a:off x="297180" y="2437790"/>
            <a:ext cx="1388974" cy="1133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5" b="1" spc="60" kern="0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745" dirty="0"/>
          </a:p>
        </p:txBody>
      </p:sp>
      <p:sp>
        <p:nvSpPr>
          <p:cNvPr id="45" name="Text 38"/>
          <p:cNvSpPr txBox="1"/>
          <p:nvPr/>
        </p:nvSpPr>
        <p:spPr>
          <a:xfrm>
            <a:off x="6895490" y="2437790"/>
            <a:ext cx="1554480" cy="1133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5" b="1" spc="60" kern="0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745" dirty="0"/>
          </a:p>
        </p:txBody>
      </p:sp>
      <p:sp>
        <p:nvSpPr>
          <p:cNvPr id="46" name="Shape 39"/>
          <p:cNvSpPr/>
          <p:nvPr/>
        </p:nvSpPr>
        <p:spPr>
          <a:xfrm>
            <a:off x="297180" y="2658161"/>
            <a:ext cx="6416345" cy="9509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B47A"/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297180" y="2658161"/>
            <a:ext cx="1155802" cy="950976"/>
          </a:xfrm>
          <a:prstGeom prst="roundRect">
            <a:avLst/>
          </a:prstGeom>
          <a:solidFill>
            <a:srgbClr val="3B0D2D"/>
          </a:solidFill>
          <a:ln w="12700">
            <a:solidFill>
              <a:srgbClr val="3B0D2D">
                <a:alpha val="0"/>
              </a:srgbClr>
            </a:solidFill>
            <a:prstDash val="solid"/>
          </a:ln>
        </p:spPr>
      </p:sp>
      <p:sp>
        <p:nvSpPr>
          <p:cNvPr id="48" name="Shape 41"/>
          <p:cNvSpPr/>
          <p:nvPr/>
        </p:nvSpPr>
        <p:spPr>
          <a:xfrm>
            <a:off x="1338682" y="2658161"/>
            <a:ext cx="113386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2"/>
          <p:cNvSpPr/>
          <p:nvPr/>
        </p:nvSpPr>
        <p:spPr>
          <a:xfrm>
            <a:off x="404165" y="2722169"/>
            <a:ext cx="173736" cy="173736"/>
          </a:xfrm>
          <a:prstGeom prst="round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50" name="Text 43"/>
          <p:cNvSpPr txBox="1"/>
          <p:nvPr/>
        </p:nvSpPr>
        <p:spPr>
          <a:xfrm>
            <a:off x="436169" y="2754173"/>
            <a:ext cx="1097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670" dirty="0"/>
          </a:p>
        </p:txBody>
      </p:sp>
      <p:sp>
        <p:nvSpPr>
          <p:cNvPr id="52" name="Text 44"/>
          <p:cNvSpPr txBox="1"/>
          <p:nvPr/>
        </p:nvSpPr>
        <p:spPr>
          <a:xfrm>
            <a:off x="372161" y="3156509"/>
            <a:ext cx="100401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070" dirty="0"/>
          </a:p>
        </p:txBody>
      </p:sp>
      <p:sp>
        <p:nvSpPr>
          <p:cNvPr id="53" name="Text 45"/>
          <p:cNvSpPr txBox="1"/>
          <p:nvPr/>
        </p:nvSpPr>
        <p:spPr>
          <a:xfrm>
            <a:off x="391363" y="3380537"/>
            <a:ext cx="966521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dirty="0">
                <a:solidFill>
                  <a:srgbClr val="C9B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10" dirty="0"/>
          </a:p>
        </p:txBody>
      </p:sp>
      <p:sp>
        <p:nvSpPr>
          <p:cNvPr id="54" name="Shape 46"/>
          <p:cNvSpPr/>
          <p:nvPr/>
        </p:nvSpPr>
        <p:spPr>
          <a:xfrm>
            <a:off x="2702966" y="2763317"/>
            <a:ext cx="0" cy="740664"/>
          </a:xfrm>
          <a:prstGeom prst="line">
            <a:avLst/>
          </a:prstGeom>
          <a:noFill/>
          <a:ln w="8255">
            <a:solidFill>
              <a:srgbClr val="E5DED6"/>
            </a:solidFill>
            <a:prstDash val="solid"/>
            <a:headEnd type="none"/>
            <a:tailEnd type="none"/>
          </a:ln>
        </p:spPr>
      </p:sp>
      <p:sp>
        <p:nvSpPr>
          <p:cNvPr id="55" name="Shape 47"/>
          <p:cNvSpPr/>
          <p:nvPr/>
        </p:nvSpPr>
        <p:spPr>
          <a:xfrm>
            <a:off x="3915461" y="2763317"/>
            <a:ext cx="0" cy="740664"/>
          </a:xfrm>
          <a:prstGeom prst="line">
            <a:avLst/>
          </a:prstGeom>
          <a:noFill/>
          <a:ln w="8255">
            <a:solidFill>
              <a:srgbClr val="E5DED6"/>
            </a:solidFill>
            <a:prstDash val="solid"/>
            <a:headEnd type="none"/>
            <a:tailEnd type="none"/>
          </a:ln>
        </p:spPr>
      </p:sp>
      <p:sp>
        <p:nvSpPr>
          <p:cNvPr id="56" name="Shape 48"/>
          <p:cNvSpPr/>
          <p:nvPr/>
        </p:nvSpPr>
        <p:spPr>
          <a:xfrm>
            <a:off x="5159045" y="2763317"/>
            <a:ext cx="0" cy="740664"/>
          </a:xfrm>
          <a:prstGeom prst="line">
            <a:avLst/>
          </a:prstGeom>
          <a:noFill/>
          <a:ln w="8255">
            <a:solidFill>
              <a:srgbClr val="E5DED6"/>
            </a:solidFill>
            <a:prstDash val="solid"/>
            <a:headEnd type="none"/>
            <a:tailEnd type="none"/>
          </a:ln>
        </p:spPr>
      </p:sp>
      <p:sp>
        <p:nvSpPr>
          <p:cNvPr id="58" name="Text 49"/>
          <p:cNvSpPr txBox="1"/>
          <p:nvPr/>
        </p:nvSpPr>
        <p:spPr>
          <a:xfrm>
            <a:off x="1629461" y="2946197"/>
            <a:ext cx="107350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650" dirty="0"/>
          </a:p>
        </p:txBody>
      </p:sp>
      <p:sp>
        <p:nvSpPr>
          <p:cNvPr id="59" name="Shape 50"/>
          <p:cNvSpPr/>
          <p:nvPr/>
        </p:nvSpPr>
        <p:spPr>
          <a:xfrm>
            <a:off x="1629461" y="3147365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60" name="Text 51"/>
          <p:cNvSpPr txBox="1"/>
          <p:nvPr/>
        </p:nvSpPr>
        <p:spPr>
          <a:xfrm>
            <a:off x="1711757" y="3106217"/>
            <a:ext cx="99121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90" dirty="0"/>
          </a:p>
        </p:txBody>
      </p:sp>
      <p:sp>
        <p:nvSpPr>
          <p:cNvPr id="61" name="Shape 52"/>
          <p:cNvSpPr/>
          <p:nvPr/>
        </p:nvSpPr>
        <p:spPr>
          <a:xfrm>
            <a:off x="1629461" y="3273552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62" name="Text 53"/>
          <p:cNvSpPr txBox="1"/>
          <p:nvPr/>
        </p:nvSpPr>
        <p:spPr>
          <a:xfrm>
            <a:off x="1711757" y="3232404"/>
            <a:ext cx="99121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90" dirty="0"/>
          </a:p>
        </p:txBody>
      </p:sp>
      <p:sp>
        <p:nvSpPr>
          <p:cNvPr id="63" name="Shape 54"/>
          <p:cNvSpPr/>
          <p:nvPr/>
        </p:nvSpPr>
        <p:spPr>
          <a:xfrm>
            <a:off x="1629461" y="3399739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64" name="Text 55"/>
          <p:cNvSpPr txBox="1"/>
          <p:nvPr/>
        </p:nvSpPr>
        <p:spPr>
          <a:xfrm>
            <a:off x="1711757" y="3358591"/>
            <a:ext cx="99121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90" dirty="0"/>
          </a:p>
        </p:txBody>
      </p:sp>
      <p:sp>
        <p:nvSpPr>
          <p:cNvPr id="66" name="Text 56"/>
          <p:cNvSpPr txBox="1"/>
          <p:nvPr/>
        </p:nvSpPr>
        <p:spPr>
          <a:xfrm>
            <a:off x="2879446" y="2946197"/>
            <a:ext cx="103601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650" dirty="0"/>
          </a:p>
        </p:txBody>
      </p:sp>
      <p:sp>
        <p:nvSpPr>
          <p:cNvPr id="67" name="Shape 57"/>
          <p:cNvSpPr/>
          <p:nvPr/>
        </p:nvSpPr>
        <p:spPr>
          <a:xfrm>
            <a:off x="2879446" y="3147365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68" name="Text 58"/>
          <p:cNvSpPr txBox="1"/>
          <p:nvPr/>
        </p:nvSpPr>
        <p:spPr>
          <a:xfrm>
            <a:off x="2961742" y="3106217"/>
            <a:ext cx="953719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90" dirty="0"/>
          </a:p>
        </p:txBody>
      </p:sp>
      <p:sp>
        <p:nvSpPr>
          <p:cNvPr id="69" name="Shape 59"/>
          <p:cNvSpPr/>
          <p:nvPr/>
        </p:nvSpPr>
        <p:spPr>
          <a:xfrm>
            <a:off x="2879446" y="3273552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70" name="Text 60"/>
          <p:cNvSpPr txBox="1"/>
          <p:nvPr/>
        </p:nvSpPr>
        <p:spPr>
          <a:xfrm>
            <a:off x="2961742" y="3232404"/>
            <a:ext cx="953719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90" dirty="0"/>
          </a:p>
        </p:txBody>
      </p:sp>
      <p:sp>
        <p:nvSpPr>
          <p:cNvPr id="71" name="Shape 61"/>
          <p:cNvSpPr/>
          <p:nvPr/>
        </p:nvSpPr>
        <p:spPr>
          <a:xfrm>
            <a:off x="2879446" y="3399739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72" name="Text 62"/>
          <p:cNvSpPr txBox="1"/>
          <p:nvPr/>
        </p:nvSpPr>
        <p:spPr>
          <a:xfrm>
            <a:off x="2961742" y="3358591"/>
            <a:ext cx="953719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90" dirty="0"/>
          </a:p>
        </p:txBody>
      </p:sp>
      <p:sp>
        <p:nvSpPr>
          <p:cNvPr id="74" name="Text 63"/>
          <p:cNvSpPr txBox="1"/>
          <p:nvPr/>
        </p:nvSpPr>
        <p:spPr>
          <a:xfrm>
            <a:off x="4091940" y="2946197"/>
            <a:ext cx="106710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650" dirty="0"/>
          </a:p>
        </p:txBody>
      </p:sp>
      <p:sp>
        <p:nvSpPr>
          <p:cNvPr id="75" name="Shape 64"/>
          <p:cNvSpPr/>
          <p:nvPr/>
        </p:nvSpPr>
        <p:spPr>
          <a:xfrm>
            <a:off x="4091940" y="3147365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76" name="Text 65"/>
          <p:cNvSpPr txBox="1"/>
          <p:nvPr/>
        </p:nvSpPr>
        <p:spPr>
          <a:xfrm>
            <a:off x="4174236" y="3106217"/>
            <a:ext cx="984809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90" dirty="0"/>
          </a:p>
        </p:txBody>
      </p:sp>
      <p:sp>
        <p:nvSpPr>
          <p:cNvPr id="77" name="Shape 66"/>
          <p:cNvSpPr/>
          <p:nvPr/>
        </p:nvSpPr>
        <p:spPr>
          <a:xfrm>
            <a:off x="4091940" y="3273552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78" name="Text 67"/>
          <p:cNvSpPr txBox="1"/>
          <p:nvPr/>
        </p:nvSpPr>
        <p:spPr>
          <a:xfrm>
            <a:off x="4174236" y="3232404"/>
            <a:ext cx="984809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90" dirty="0"/>
          </a:p>
        </p:txBody>
      </p:sp>
      <p:sp>
        <p:nvSpPr>
          <p:cNvPr id="79" name="Shape 68"/>
          <p:cNvSpPr/>
          <p:nvPr/>
        </p:nvSpPr>
        <p:spPr>
          <a:xfrm>
            <a:off x="4091940" y="3399739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80" name="Text 69"/>
          <p:cNvSpPr txBox="1"/>
          <p:nvPr/>
        </p:nvSpPr>
        <p:spPr>
          <a:xfrm>
            <a:off x="4174236" y="3358591"/>
            <a:ext cx="984809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90" dirty="0"/>
          </a:p>
        </p:txBody>
      </p:sp>
      <p:sp>
        <p:nvSpPr>
          <p:cNvPr id="82" name="Text 70"/>
          <p:cNvSpPr txBox="1"/>
          <p:nvPr/>
        </p:nvSpPr>
        <p:spPr>
          <a:xfrm>
            <a:off x="5336438" y="2946197"/>
            <a:ext cx="137708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650" dirty="0"/>
          </a:p>
        </p:txBody>
      </p:sp>
      <p:sp>
        <p:nvSpPr>
          <p:cNvPr id="83" name="Shape 71"/>
          <p:cNvSpPr/>
          <p:nvPr/>
        </p:nvSpPr>
        <p:spPr>
          <a:xfrm>
            <a:off x="5336438" y="3147365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84" name="Text 72"/>
          <p:cNvSpPr txBox="1"/>
          <p:nvPr/>
        </p:nvSpPr>
        <p:spPr>
          <a:xfrm>
            <a:off x="5418734" y="3106217"/>
            <a:ext cx="129479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90" dirty="0"/>
          </a:p>
        </p:txBody>
      </p:sp>
      <p:sp>
        <p:nvSpPr>
          <p:cNvPr id="85" name="Shape 73"/>
          <p:cNvSpPr/>
          <p:nvPr/>
        </p:nvSpPr>
        <p:spPr>
          <a:xfrm>
            <a:off x="5336438" y="3273552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86" name="Text 74"/>
          <p:cNvSpPr txBox="1"/>
          <p:nvPr/>
        </p:nvSpPr>
        <p:spPr>
          <a:xfrm>
            <a:off x="5418734" y="3232404"/>
            <a:ext cx="129479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90" dirty="0"/>
          </a:p>
        </p:txBody>
      </p:sp>
      <p:sp>
        <p:nvSpPr>
          <p:cNvPr id="87" name="Shape 75"/>
          <p:cNvSpPr/>
          <p:nvPr/>
        </p:nvSpPr>
        <p:spPr>
          <a:xfrm>
            <a:off x="5336438" y="3399739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88" name="Text 76"/>
          <p:cNvSpPr txBox="1"/>
          <p:nvPr/>
        </p:nvSpPr>
        <p:spPr>
          <a:xfrm>
            <a:off x="5418734" y="3358591"/>
            <a:ext cx="129479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90" dirty="0"/>
          </a:p>
        </p:txBody>
      </p:sp>
      <p:sp>
        <p:nvSpPr>
          <p:cNvPr id="89" name="Shape 77"/>
          <p:cNvSpPr/>
          <p:nvPr/>
        </p:nvSpPr>
        <p:spPr>
          <a:xfrm>
            <a:off x="297180" y="3654857"/>
            <a:ext cx="6416345" cy="9509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B47A"/>
            </a:solidFill>
            <a:prstDash val="solid"/>
          </a:ln>
        </p:spPr>
      </p:sp>
      <p:sp>
        <p:nvSpPr>
          <p:cNvPr id="90" name="Shape 78"/>
          <p:cNvSpPr/>
          <p:nvPr/>
        </p:nvSpPr>
        <p:spPr>
          <a:xfrm>
            <a:off x="297180" y="3654857"/>
            <a:ext cx="1155802" cy="950976"/>
          </a:xfrm>
          <a:prstGeom prst="roundRect">
            <a:avLst/>
          </a:prstGeom>
          <a:solidFill>
            <a:srgbClr val="3B0D2D"/>
          </a:solidFill>
          <a:ln w="12700">
            <a:solidFill>
              <a:srgbClr val="3B0D2D">
                <a:alpha val="0"/>
              </a:srgbClr>
            </a:solidFill>
            <a:prstDash val="solid"/>
          </a:ln>
        </p:spPr>
      </p:sp>
      <p:sp>
        <p:nvSpPr>
          <p:cNvPr id="91" name="Shape 79"/>
          <p:cNvSpPr/>
          <p:nvPr/>
        </p:nvSpPr>
        <p:spPr>
          <a:xfrm>
            <a:off x="1338682" y="3654857"/>
            <a:ext cx="113386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80"/>
          <p:cNvSpPr/>
          <p:nvPr/>
        </p:nvSpPr>
        <p:spPr>
          <a:xfrm>
            <a:off x="404165" y="3718865"/>
            <a:ext cx="173736" cy="173736"/>
          </a:xfrm>
          <a:prstGeom prst="round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93" name="Text 81"/>
          <p:cNvSpPr txBox="1"/>
          <p:nvPr/>
        </p:nvSpPr>
        <p:spPr>
          <a:xfrm>
            <a:off x="436169" y="3750869"/>
            <a:ext cx="1097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670" dirty="0"/>
          </a:p>
        </p:txBody>
      </p:sp>
      <p:sp>
        <p:nvSpPr>
          <p:cNvPr id="95" name="Text 82"/>
          <p:cNvSpPr txBox="1"/>
          <p:nvPr/>
        </p:nvSpPr>
        <p:spPr>
          <a:xfrm>
            <a:off x="372161" y="4153205"/>
            <a:ext cx="100401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070" dirty="0"/>
          </a:p>
        </p:txBody>
      </p:sp>
      <p:sp>
        <p:nvSpPr>
          <p:cNvPr id="96" name="Text 83"/>
          <p:cNvSpPr txBox="1"/>
          <p:nvPr/>
        </p:nvSpPr>
        <p:spPr>
          <a:xfrm>
            <a:off x="391363" y="4377233"/>
            <a:ext cx="966521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dirty="0">
                <a:solidFill>
                  <a:srgbClr val="C9B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10" dirty="0"/>
          </a:p>
        </p:txBody>
      </p:sp>
      <p:sp>
        <p:nvSpPr>
          <p:cNvPr id="97" name="Shape 84"/>
          <p:cNvSpPr/>
          <p:nvPr/>
        </p:nvSpPr>
        <p:spPr>
          <a:xfrm>
            <a:off x="2702966" y="3760013"/>
            <a:ext cx="0" cy="740664"/>
          </a:xfrm>
          <a:prstGeom prst="line">
            <a:avLst/>
          </a:prstGeom>
          <a:noFill/>
          <a:ln w="8255">
            <a:solidFill>
              <a:srgbClr val="E5DED6"/>
            </a:solidFill>
            <a:prstDash val="solid"/>
            <a:headEnd type="none"/>
            <a:tailEnd type="none"/>
          </a:ln>
        </p:spPr>
      </p:sp>
      <p:sp>
        <p:nvSpPr>
          <p:cNvPr id="98" name="Shape 85"/>
          <p:cNvSpPr/>
          <p:nvPr/>
        </p:nvSpPr>
        <p:spPr>
          <a:xfrm>
            <a:off x="3915461" y="3760013"/>
            <a:ext cx="0" cy="740664"/>
          </a:xfrm>
          <a:prstGeom prst="line">
            <a:avLst/>
          </a:prstGeom>
          <a:noFill/>
          <a:ln w="8255">
            <a:solidFill>
              <a:srgbClr val="E5DED6"/>
            </a:solidFill>
            <a:prstDash val="solid"/>
            <a:headEnd type="none"/>
            <a:tailEnd type="none"/>
          </a:ln>
        </p:spPr>
      </p:sp>
      <p:sp>
        <p:nvSpPr>
          <p:cNvPr id="99" name="Shape 86"/>
          <p:cNvSpPr/>
          <p:nvPr/>
        </p:nvSpPr>
        <p:spPr>
          <a:xfrm>
            <a:off x="5159045" y="3760013"/>
            <a:ext cx="0" cy="740664"/>
          </a:xfrm>
          <a:prstGeom prst="line">
            <a:avLst/>
          </a:prstGeom>
          <a:noFill/>
          <a:ln w="8255">
            <a:solidFill>
              <a:srgbClr val="E5DED6"/>
            </a:solidFill>
            <a:prstDash val="solid"/>
            <a:headEnd type="none"/>
            <a:tailEnd type="none"/>
          </a:ln>
        </p:spPr>
      </p:sp>
      <p:sp>
        <p:nvSpPr>
          <p:cNvPr id="101" name="Text 87"/>
          <p:cNvSpPr txBox="1"/>
          <p:nvPr/>
        </p:nvSpPr>
        <p:spPr>
          <a:xfrm>
            <a:off x="1629461" y="3942893"/>
            <a:ext cx="107350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650" dirty="0"/>
          </a:p>
        </p:txBody>
      </p:sp>
      <p:sp>
        <p:nvSpPr>
          <p:cNvPr id="102" name="Shape 88"/>
          <p:cNvSpPr/>
          <p:nvPr/>
        </p:nvSpPr>
        <p:spPr>
          <a:xfrm>
            <a:off x="1629461" y="4144061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03" name="Text 89"/>
          <p:cNvSpPr txBox="1"/>
          <p:nvPr/>
        </p:nvSpPr>
        <p:spPr>
          <a:xfrm>
            <a:off x="1711757" y="4102913"/>
            <a:ext cx="99121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90" dirty="0"/>
          </a:p>
        </p:txBody>
      </p:sp>
      <p:sp>
        <p:nvSpPr>
          <p:cNvPr id="104" name="Shape 90"/>
          <p:cNvSpPr/>
          <p:nvPr/>
        </p:nvSpPr>
        <p:spPr>
          <a:xfrm>
            <a:off x="1629461" y="4270248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05" name="Text 91"/>
          <p:cNvSpPr txBox="1"/>
          <p:nvPr/>
        </p:nvSpPr>
        <p:spPr>
          <a:xfrm>
            <a:off x="1711757" y="4229100"/>
            <a:ext cx="99121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90" dirty="0"/>
          </a:p>
        </p:txBody>
      </p:sp>
      <p:sp>
        <p:nvSpPr>
          <p:cNvPr id="106" name="Shape 92"/>
          <p:cNvSpPr/>
          <p:nvPr/>
        </p:nvSpPr>
        <p:spPr>
          <a:xfrm>
            <a:off x="1629461" y="4396435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07" name="Text 93"/>
          <p:cNvSpPr txBox="1"/>
          <p:nvPr/>
        </p:nvSpPr>
        <p:spPr>
          <a:xfrm>
            <a:off x="1711757" y="4355287"/>
            <a:ext cx="99121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90" dirty="0"/>
          </a:p>
        </p:txBody>
      </p:sp>
      <p:sp>
        <p:nvSpPr>
          <p:cNvPr id="109" name="Text 94"/>
          <p:cNvSpPr txBox="1"/>
          <p:nvPr/>
        </p:nvSpPr>
        <p:spPr>
          <a:xfrm>
            <a:off x="2879446" y="3942893"/>
            <a:ext cx="103601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650" dirty="0"/>
          </a:p>
        </p:txBody>
      </p:sp>
      <p:sp>
        <p:nvSpPr>
          <p:cNvPr id="110" name="Shape 95"/>
          <p:cNvSpPr/>
          <p:nvPr/>
        </p:nvSpPr>
        <p:spPr>
          <a:xfrm>
            <a:off x="2879446" y="4144061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11" name="Text 96"/>
          <p:cNvSpPr txBox="1"/>
          <p:nvPr/>
        </p:nvSpPr>
        <p:spPr>
          <a:xfrm>
            <a:off x="2961742" y="4102913"/>
            <a:ext cx="953719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90" dirty="0"/>
          </a:p>
        </p:txBody>
      </p:sp>
      <p:sp>
        <p:nvSpPr>
          <p:cNvPr id="112" name="Shape 97"/>
          <p:cNvSpPr/>
          <p:nvPr/>
        </p:nvSpPr>
        <p:spPr>
          <a:xfrm>
            <a:off x="2879446" y="4270248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13" name="Text 98"/>
          <p:cNvSpPr txBox="1"/>
          <p:nvPr/>
        </p:nvSpPr>
        <p:spPr>
          <a:xfrm>
            <a:off x="2961742" y="4229100"/>
            <a:ext cx="953719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90" dirty="0"/>
          </a:p>
        </p:txBody>
      </p:sp>
      <p:sp>
        <p:nvSpPr>
          <p:cNvPr id="114" name="Shape 99"/>
          <p:cNvSpPr/>
          <p:nvPr/>
        </p:nvSpPr>
        <p:spPr>
          <a:xfrm>
            <a:off x="2879446" y="4396435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15" name="Text 100"/>
          <p:cNvSpPr txBox="1"/>
          <p:nvPr/>
        </p:nvSpPr>
        <p:spPr>
          <a:xfrm>
            <a:off x="2961742" y="4355287"/>
            <a:ext cx="953719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90" dirty="0"/>
          </a:p>
        </p:txBody>
      </p:sp>
      <p:sp>
        <p:nvSpPr>
          <p:cNvPr id="117" name="Text 101"/>
          <p:cNvSpPr txBox="1"/>
          <p:nvPr/>
        </p:nvSpPr>
        <p:spPr>
          <a:xfrm>
            <a:off x="4091940" y="3942893"/>
            <a:ext cx="106710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650" dirty="0"/>
          </a:p>
        </p:txBody>
      </p:sp>
      <p:sp>
        <p:nvSpPr>
          <p:cNvPr id="118" name="Shape 102"/>
          <p:cNvSpPr/>
          <p:nvPr/>
        </p:nvSpPr>
        <p:spPr>
          <a:xfrm>
            <a:off x="4091940" y="4144061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19" name="Text 103"/>
          <p:cNvSpPr txBox="1"/>
          <p:nvPr/>
        </p:nvSpPr>
        <p:spPr>
          <a:xfrm>
            <a:off x="4174236" y="4102913"/>
            <a:ext cx="984809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90" dirty="0"/>
          </a:p>
        </p:txBody>
      </p:sp>
      <p:sp>
        <p:nvSpPr>
          <p:cNvPr id="120" name="Shape 104"/>
          <p:cNvSpPr/>
          <p:nvPr/>
        </p:nvSpPr>
        <p:spPr>
          <a:xfrm>
            <a:off x="4091940" y="4270248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21" name="Text 105"/>
          <p:cNvSpPr txBox="1"/>
          <p:nvPr/>
        </p:nvSpPr>
        <p:spPr>
          <a:xfrm>
            <a:off x="4174236" y="4229100"/>
            <a:ext cx="984809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90" dirty="0"/>
          </a:p>
        </p:txBody>
      </p:sp>
      <p:sp>
        <p:nvSpPr>
          <p:cNvPr id="122" name="Shape 106"/>
          <p:cNvSpPr/>
          <p:nvPr/>
        </p:nvSpPr>
        <p:spPr>
          <a:xfrm>
            <a:off x="4091940" y="4396435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23" name="Text 107"/>
          <p:cNvSpPr txBox="1"/>
          <p:nvPr/>
        </p:nvSpPr>
        <p:spPr>
          <a:xfrm>
            <a:off x="4174236" y="4355287"/>
            <a:ext cx="984809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90" dirty="0"/>
          </a:p>
        </p:txBody>
      </p:sp>
      <p:sp>
        <p:nvSpPr>
          <p:cNvPr id="125" name="Text 108"/>
          <p:cNvSpPr txBox="1"/>
          <p:nvPr/>
        </p:nvSpPr>
        <p:spPr>
          <a:xfrm>
            <a:off x="5336438" y="3942893"/>
            <a:ext cx="137708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650" dirty="0"/>
          </a:p>
        </p:txBody>
      </p:sp>
      <p:sp>
        <p:nvSpPr>
          <p:cNvPr id="126" name="Shape 109"/>
          <p:cNvSpPr/>
          <p:nvPr/>
        </p:nvSpPr>
        <p:spPr>
          <a:xfrm>
            <a:off x="5336438" y="4144061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27" name="Text 110"/>
          <p:cNvSpPr txBox="1"/>
          <p:nvPr/>
        </p:nvSpPr>
        <p:spPr>
          <a:xfrm>
            <a:off x="5418734" y="4102913"/>
            <a:ext cx="129479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90" dirty="0"/>
          </a:p>
        </p:txBody>
      </p:sp>
      <p:sp>
        <p:nvSpPr>
          <p:cNvPr id="128" name="Shape 111"/>
          <p:cNvSpPr/>
          <p:nvPr/>
        </p:nvSpPr>
        <p:spPr>
          <a:xfrm>
            <a:off x="5336438" y="4270248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29" name="Text 112"/>
          <p:cNvSpPr txBox="1"/>
          <p:nvPr/>
        </p:nvSpPr>
        <p:spPr>
          <a:xfrm>
            <a:off x="5418734" y="4229100"/>
            <a:ext cx="129479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90" dirty="0"/>
          </a:p>
        </p:txBody>
      </p:sp>
      <p:sp>
        <p:nvSpPr>
          <p:cNvPr id="130" name="Shape 113"/>
          <p:cNvSpPr/>
          <p:nvPr/>
        </p:nvSpPr>
        <p:spPr>
          <a:xfrm>
            <a:off x="5336438" y="4396435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31" name="Text 114"/>
          <p:cNvSpPr txBox="1"/>
          <p:nvPr/>
        </p:nvSpPr>
        <p:spPr>
          <a:xfrm>
            <a:off x="5418734" y="4355287"/>
            <a:ext cx="129479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90" dirty="0"/>
          </a:p>
        </p:txBody>
      </p:sp>
      <p:sp>
        <p:nvSpPr>
          <p:cNvPr id="132" name="Shape 115"/>
          <p:cNvSpPr/>
          <p:nvPr/>
        </p:nvSpPr>
        <p:spPr>
          <a:xfrm>
            <a:off x="297180" y="4651553"/>
            <a:ext cx="6416345" cy="9509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B47A"/>
            </a:solidFill>
            <a:prstDash val="solid"/>
          </a:ln>
        </p:spPr>
      </p:sp>
      <p:sp>
        <p:nvSpPr>
          <p:cNvPr id="133" name="Shape 116"/>
          <p:cNvSpPr/>
          <p:nvPr/>
        </p:nvSpPr>
        <p:spPr>
          <a:xfrm>
            <a:off x="297180" y="4651553"/>
            <a:ext cx="1155802" cy="950976"/>
          </a:xfrm>
          <a:prstGeom prst="roundRect">
            <a:avLst/>
          </a:prstGeom>
          <a:solidFill>
            <a:srgbClr val="3B0D2D"/>
          </a:solidFill>
          <a:ln w="12700">
            <a:solidFill>
              <a:srgbClr val="3B0D2D">
                <a:alpha val="0"/>
              </a:srgbClr>
            </a:solidFill>
            <a:prstDash val="solid"/>
          </a:ln>
        </p:spPr>
      </p:sp>
      <p:sp>
        <p:nvSpPr>
          <p:cNvPr id="134" name="Shape 117"/>
          <p:cNvSpPr/>
          <p:nvPr/>
        </p:nvSpPr>
        <p:spPr>
          <a:xfrm>
            <a:off x="1338682" y="4651553"/>
            <a:ext cx="113386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5" name="Shape 118"/>
          <p:cNvSpPr/>
          <p:nvPr/>
        </p:nvSpPr>
        <p:spPr>
          <a:xfrm>
            <a:off x="404165" y="4715561"/>
            <a:ext cx="173736" cy="173736"/>
          </a:xfrm>
          <a:prstGeom prst="round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36" name="Text 119"/>
          <p:cNvSpPr txBox="1"/>
          <p:nvPr/>
        </p:nvSpPr>
        <p:spPr>
          <a:xfrm>
            <a:off x="436169" y="4747565"/>
            <a:ext cx="1097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670" dirty="0"/>
          </a:p>
        </p:txBody>
      </p:sp>
      <p:sp>
        <p:nvSpPr>
          <p:cNvPr id="138" name="Text 120"/>
          <p:cNvSpPr txBox="1"/>
          <p:nvPr/>
        </p:nvSpPr>
        <p:spPr>
          <a:xfrm>
            <a:off x="372161" y="5149901"/>
            <a:ext cx="100401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070" dirty="0"/>
          </a:p>
        </p:txBody>
      </p:sp>
      <p:sp>
        <p:nvSpPr>
          <p:cNvPr id="139" name="Text 121"/>
          <p:cNvSpPr txBox="1"/>
          <p:nvPr/>
        </p:nvSpPr>
        <p:spPr>
          <a:xfrm>
            <a:off x="391363" y="5373929"/>
            <a:ext cx="966521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dirty="0">
                <a:solidFill>
                  <a:srgbClr val="C9B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10" dirty="0"/>
          </a:p>
        </p:txBody>
      </p:sp>
      <p:sp>
        <p:nvSpPr>
          <p:cNvPr id="140" name="Shape 122"/>
          <p:cNvSpPr/>
          <p:nvPr/>
        </p:nvSpPr>
        <p:spPr>
          <a:xfrm>
            <a:off x="2702966" y="4756709"/>
            <a:ext cx="0" cy="740664"/>
          </a:xfrm>
          <a:prstGeom prst="line">
            <a:avLst/>
          </a:prstGeom>
          <a:noFill/>
          <a:ln w="8255">
            <a:solidFill>
              <a:srgbClr val="E5DED6"/>
            </a:solidFill>
            <a:prstDash val="solid"/>
            <a:headEnd type="none"/>
            <a:tailEnd type="none"/>
          </a:ln>
        </p:spPr>
      </p:sp>
      <p:sp>
        <p:nvSpPr>
          <p:cNvPr id="141" name="Shape 123"/>
          <p:cNvSpPr/>
          <p:nvPr/>
        </p:nvSpPr>
        <p:spPr>
          <a:xfrm>
            <a:off x="3915461" y="4756709"/>
            <a:ext cx="0" cy="740664"/>
          </a:xfrm>
          <a:prstGeom prst="line">
            <a:avLst/>
          </a:prstGeom>
          <a:noFill/>
          <a:ln w="8255">
            <a:solidFill>
              <a:srgbClr val="E5DED6"/>
            </a:solidFill>
            <a:prstDash val="solid"/>
            <a:headEnd type="none"/>
            <a:tailEnd type="none"/>
          </a:ln>
        </p:spPr>
      </p:sp>
      <p:sp>
        <p:nvSpPr>
          <p:cNvPr id="142" name="Shape 124"/>
          <p:cNvSpPr/>
          <p:nvPr/>
        </p:nvSpPr>
        <p:spPr>
          <a:xfrm>
            <a:off x="5159045" y="4756709"/>
            <a:ext cx="0" cy="740664"/>
          </a:xfrm>
          <a:prstGeom prst="line">
            <a:avLst/>
          </a:prstGeom>
          <a:noFill/>
          <a:ln w="8255">
            <a:solidFill>
              <a:srgbClr val="E5DED6"/>
            </a:solidFill>
            <a:prstDash val="solid"/>
            <a:headEnd type="none"/>
            <a:tailEnd type="none"/>
          </a:ln>
        </p:spPr>
      </p:sp>
      <p:sp>
        <p:nvSpPr>
          <p:cNvPr id="144" name="Text 125"/>
          <p:cNvSpPr txBox="1"/>
          <p:nvPr/>
        </p:nvSpPr>
        <p:spPr>
          <a:xfrm>
            <a:off x="1629461" y="4939589"/>
            <a:ext cx="107350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650" dirty="0"/>
          </a:p>
        </p:txBody>
      </p:sp>
      <p:sp>
        <p:nvSpPr>
          <p:cNvPr id="145" name="Shape 126"/>
          <p:cNvSpPr/>
          <p:nvPr/>
        </p:nvSpPr>
        <p:spPr>
          <a:xfrm>
            <a:off x="1629461" y="5140757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46" name="Text 127"/>
          <p:cNvSpPr txBox="1"/>
          <p:nvPr/>
        </p:nvSpPr>
        <p:spPr>
          <a:xfrm>
            <a:off x="1711757" y="5099609"/>
            <a:ext cx="99121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90" dirty="0"/>
          </a:p>
        </p:txBody>
      </p:sp>
      <p:sp>
        <p:nvSpPr>
          <p:cNvPr id="147" name="Shape 128"/>
          <p:cNvSpPr/>
          <p:nvPr/>
        </p:nvSpPr>
        <p:spPr>
          <a:xfrm>
            <a:off x="1629461" y="5266944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48" name="Text 129"/>
          <p:cNvSpPr txBox="1"/>
          <p:nvPr/>
        </p:nvSpPr>
        <p:spPr>
          <a:xfrm>
            <a:off x="1711757" y="5225796"/>
            <a:ext cx="99121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90" dirty="0"/>
          </a:p>
        </p:txBody>
      </p:sp>
      <p:sp>
        <p:nvSpPr>
          <p:cNvPr id="149" name="Shape 130"/>
          <p:cNvSpPr/>
          <p:nvPr/>
        </p:nvSpPr>
        <p:spPr>
          <a:xfrm>
            <a:off x="1629461" y="5393131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50" name="Text 131"/>
          <p:cNvSpPr txBox="1"/>
          <p:nvPr/>
        </p:nvSpPr>
        <p:spPr>
          <a:xfrm>
            <a:off x="1711757" y="5351983"/>
            <a:ext cx="99121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90" dirty="0"/>
          </a:p>
        </p:txBody>
      </p:sp>
      <p:sp>
        <p:nvSpPr>
          <p:cNvPr id="152" name="Text 132"/>
          <p:cNvSpPr txBox="1"/>
          <p:nvPr/>
        </p:nvSpPr>
        <p:spPr>
          <a:xfrm>
            <a:off x="2879446" y="4939589"/>
            <a:ext cx="103601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650" dirty="0"/>
          </a:p>
        </p:txBody>
      </p:sp>
      <p:sp>
        <p:nvSpPr>
          <p:cNvPr id="153" name="Shape 133"/>
          <p:cNvSpPr/>
          <p:nvPr/>
        </p:nvSpPr>
        <p:spPr>
          <a:xfrm>
            <a:off x="2879446" y="5140757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54" name="Text 134"/>
          <p:cNvSpPr txBox="1"/>
          <p:nvPr/>
        </p:nvSpPr>
        <p:spPr>
          <a:xfrm>
            <a:off x="2961742" y="5099609"/>
            <a:ext cx="953719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90" dirty="0"/>
          </a:p>
        </p:txBody>
      </p:sp>
      <p:sp>
        <p:nvSpPr>
          <p:cNvPr id="155" name="Shape 135"/>
          <p:cNvSpPr/>
          <p:nvPr/>
        </p:nvSpPr>
        <p:spPr>
          <a:xfrm>
            <a:off x="2879446" y="5266944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56" name="Text 136"/>
          <p:cNvSpPr txBox="1"/>
          <p:nvPr/>
        </p:nvSpPr>
        <p:spPr>
          <a:xfrm>
            <a:off x="2961742" y="5225796"/>
            <a:ext cx="953719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90" dirty="0"/>
          </a:p>
        </p:txBody>
      </p:sp>
      <p:sp>
        <p:nvSpPr>
          <p:cNvPr id="157" name="Shape 137"/>
          <p:cNvSpPr/>
          <p:nvPr/>
        </p:nvSpPr>
        <p:spPr>
          <a:xfrm>
            <a:off x="2879446" y="5393131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58" name="Text 138"/>
          <p:cNvSpPr txBox="1"/>
          <p:nvPr/>
        </p:nvSpPr>
        <p:spPr>
          <a:xfrm>
            <a:off x="2961742" y="5351983"/>
            <a:ext cx="953719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90" dirty="0"/>
          </a:p>
        </p:txBody>
      </p:sp>
      <p:sp>
        <p:nvSpPr>
          <p:cNvPr id="160" name="Text 139"/>
          <p:cNvSpPr txBox="1"/>
          <p:nvPr/>
        </p:nvSpPr>
        <p:spPr>
          <a:xfrm>
            <a:off x="4091940" y="4939589"/>
            <a:ext cx="106710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650" dirty="0"/>
          </a:p>
        </p:txBody>
      </p:sp>
      <p:sp>
        <p:nvSpPr>
          <p:cNvPr id="161" name="Shape 140"/>
          <p:cNvSpPr/>
          <p:nvPr/>
        </p:nvSpPr>
        <p:spPr>
          <a:xfrm>
            <a:off x="4091940" y="5140757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62" name="Text 141"/>
          <p:cNvSpPr txBox="1"/>
          <p:nvPr/>
        </p:nvSpPr>
        <p:spPr>
          <a:xfrm>
            <a:off x="4174236" y="5099609"/>
            <a:ext cx="984809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90" dirty="0"/>
          </a:p>
        </p:txBody>
      </p:sp>
      <p:sp>
        <p:nvSpPr>
          <p:cNvPr id="163" name="Shape 142"/>
          <p:cNvSpPr/>
          <p:nvPr/>
        </p:nvSpPr>
        <p:spPr>
          <a:xfrm>
            <a:off x="4091940" y="5266944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64" name="Text 143"/>
          <p:cNvSpPr txBox="1"/>
          <p:nvPr/>
        </p:nvSpPr>
        <p:spPr>
          <a:xfrm>
            <a:off x="4174236" y="5225796"/>
            <a:ext cx="984809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90" dirty="0"/>
          </a:p>
        </p:txBody>
      </p:sp>
      <p:sp>
        <p:nvSpPr>
          <p:cNvPr id="165" name="Shape 144"/>
          <p:cNvSpPr/>
          <p:nvPr/>
        </p:nvSpPr>
        <p:spPr>
          <a:xfrm>
            <a:off x="4091940" y="5393131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66" name="Text 145"/>
          <p:cNvSpPr txBox="1"/>
          <p:nvPr/>
        </p:nvSpPr>
        <p:spPr>
          <a:xfrm>
            <a:off x="4174236" y="5351983"/>
            <a:ext cx="984809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90" dirty="0"/>
          </a:p>
        </p:txBody>
      </p:sp>
      <p:sp>
        <p:nvSpPr>
          <p:cNvPr id="168" name="Text 146"/>
          <p:cNvSpPr txBox="1"/>
          <p:nvPr/>
        </p:nvSpPr>
        <p:spPr>
          <a:xfrm>
            <a:off x="5336438" y="4939589"/>
            <a:ext cx="137708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650" dirty="0"/>
          </a:p>
        </p:txBody>
      </p:sp>
      <p:sp>
        <p:nvSpPr>
          <p:cNvPr id="169" name="Shape 147"/>
          <p:cNvSpPr/>
          <p:nvPr/>
        </p:nvSpPr>
        <p:spPr>
          <a:xfrm>
            <a:off x="5336438" y="5140757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70" name="Text 148"/>
          <p:cNvSpPr txBox="1"/>
          <p:nvPr/>
        </p:nvSpPr>
        <p:spPr>
          <a:xfrm>
            <a:off x="5418734" y="5099609"/>
            <a:ext cx="129479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90" dirty="0"/>
          </a:p>
        </p:txBody>
      </p:sp>
      <p:sp>
        <p:nvSpPr>
          <p:cNvPr id="171" name="Shape 149"/>
          <p:cNvSpPr/>
          <p:nvPr/>
        </p:nvSpPr>
        <p:spPr>
          <a:xfrm>
            <a:off x="5336438" y="5266944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72" name="Text 150"/>
          <p:cNvSpPr txBox="1"/>
          <p:nvPr/>
        </p:nvSpPr>
        <p:spPr>
          <a:xfrm>
            <a:off x="5418734" y="5225796"/>
            <a:ext cx="129479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90" dirty="0"/>
          </a:p>
        </p:txBody>
      </p:sp>
      <p:sp>
        <p:nvSpPr>
          <p:cNvPr id="173" name="Shape 151"/>
          <p:cNvSpPr/>
          <p:nvPr/>
        </p:nvSpPr>
        <p:spPr>
          <a:xfrm>
            <a:off x="5336438" y="5393131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74" name="Text 152"/>
          <p:cNvSpPr txBox="1"/>
          <p:nvPr/>
        </p:nvSpPr>
        <p:spPr>
          <a:xfrm>
            <a:off x="5418734" y="5351983"/>
            <a:ext cx="129479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90" dirty="0"/>
          </a:p>
        </p:txBody>
      </p:sp>
      <p:sp>
        <p:nvSpPr>
          <p:cNvPr id="175" name="Shape 153"/>
          <p:cNvSpPr/>
          <p:nvPr/>
        </p:nvSpPr>
        <p:spPr>
          <a:xfrm>
            <a:off x="6895490" y="2588666"/>
            <a:ext cx="1932127" cy="31135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B47A"/>
            </a:solidFill>
            <a:prstDash val="solid"/>
          </a:ln>
        </p:spPr>
      </p:sp>
      <p:sp>
        <p:nvSpPr>
          <p:cNvPr id="176" name="Shape 154"/>
          <p:cNvSpPr/>
          <p:nvPr/>
        </p:nvSpPr>
        <p:spPr>
          <a:xfrm>
            <a:off x="6984187" y="2683764"/>
            <a:ext cx="195682" cy="195682"/>
          </a:xfrm>
          <a:prstGeom prst="round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77" name="Text 155"/>
          <p:cNvSpPr txBox="1"/>
          <p:nvPr/>
        </p:nvSpPr>
        <p:spPr>
          <a:xfrm>
            <a:off x="7016191" y="2715768"/>
            <a:ext cx="13167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00" dirty="0"/>
          </a:p>
        </p:txBody>
      </p:sp>
      <p:sp>
        <p:nvSpPr>
          <p:cNvPr id="179" name="Text 156"/>
          <p:cNvSpPr txBox="1"/>
          <p:nvPr/>
        </p:nvSpPr>
        <p:spPr>
          <a:xfrm>
            <a:off x="7603236" y="2785262"/>
            <a:ext cx="1110996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920" dirty="0"/>
          </a:p>
        </p:txBody>
      </p:sp>
      <p:sp>
        <p:nvSpPr>
          <p:cNvPr id="180" name="Text 157"/>
          <p:cNvSpPr txBox="1"/>
          <p:nvPr/>
        </p:nvSpPr>
        <p:spPr>
          <a:xfrm>
            <a:off x="7603236" y="2987345"/>
            <a:ext cx="103327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A3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810" dirty="0"/>
          </a:p>
        </p:txBody>
      </p:sp>
      <p:sp>
        <p:nvSpPr>
          <p:cNvPr id="181" name="Shape 158"/>
          <p:cNvSpPr/>
          <p:nvPr/>
        </p:nvSpPr>
        <p:spPr>
          <a:xfrm>
            <a:off x="7129577" y="3270809"/>
            <a:ext cx="27432" cy="27432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82" name="Text 159"/>
          <p:cNvSpPr txBox="1"/>
          <p:nvPr/>
        </p:nvSpPr>
        <p:spPr>
          <a:xfrm>
            <a:off x="7236562" y="3226918"/>
            <a:ext cx="1515161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690" dirty="0"/>
          </a:p>
        </p:txBody>
      </p:sp>
      <p:sp>
        <p:nvSpPr>
          <p:cNvPr id="183" name="Shape 160"/>
          <p:cNvSpPr/>
          <p:nvPr/>
        </p:nvSpPr>
        <p:spPr>
          <a:xfrm>
            <a:off x="7129577" y="3417113"/>
            <a:ext cx="27432" cy="27432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84" name="Text 161"/>
          <p:cNvSpPr txBox="1"/>
          <p:nvPr/>
        </p:nvSpPr>
        <p:spPr>
          <a:xfrm>
            <a:off x="7236562" y="3373222"/>
            <a:ext cx="1515161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690" dirty="0"/>
          </a:p>
        </p:txBody>
      </p:sp>
      <p:sp>
        <p:nvSpPr>
          <p:cNvPr id="185" name="Shape 162"/>
          <p:cNvSpPr/>
          <p:nvPr/>
        </p:nvSpPr>
        <p:spPr>
          <a:xfrm>
            <a:off x="7129577" y="3563417"/>
            <a:ext cx="27432" cy="27432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86" name="Text 163"/>
          <p:cNvSpPr txBox="1"/>
          <p:nvPr/>
        </p:nvSpPr>
        <p:spPr>
          <a:xfrm>
            <a:off x="7236562" y="3519526"/>
            <a:ext cx="1515161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690" dirty="0"/>
          </a:p>
        </p:txBody>
      </p:sp>
      <p:sp>
        <p:nvSpPr>
          <p:cNvPr id="187" name="Shape 164"/>
          <p:cNvSpPr/>
          <p:nvPr/>
        </p:nvSpPr>
        <p:spPr>
          <a:xfrm>
            <a:off x="7129577" y="3709721"/>
            <a:ext cx="27432" cy="27432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88" name="Text 165"/>
          <p:cNvSpPr txBox="1"/>
          <p:nvPr/>
        </p:nvSpPr>
        <p:spPr>
          <a:xfrm>
            <a:off x="7236562" y="3665830"/>
            <a:ext cx="1515161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690" dirty="0"/>
          </a:p>
        </p:txBody>
      </p:sp>
      <p:sp>
        <p:nvSpPr>
          <p:cNvPr id="189" name="Shape 166"/>
          <p:cNvSpPr/>
          <p:nvPr/>
        </p:nvSpPr>
        <p:spPr>
          <a:xfrm>
            <a:off x="6984187" y="4293108"/>
            <a:ext cx="1755648" cy="0"/>
          </a:xfrm>
          <a:prstGeom prst="line">
            <a:avLst/>
          </a:prstGeom>
          <a:noFill/>
          <a:ln w="8255">
            <a:solidFill>
              <a:srgbClr val="D7D0C7"/>
            </a:solidFill>
            <a:prstDash val="solid"/>
            <a:headEnd type="none"/>
            <a:tailEnd type="none"/>
          </a:ln>
        </p:spPr>
      </p:sp>
      <p:sp>
        <p:nvSpPr>
          <p:cNvPr id="190" name="Shape 167"/>
          <p:cNvSpPr/>
          <p:nvPr/>
        </p:nvSpPr>
        <p:spPr>
          <a:xfrm>
            <a:off x="6984187" y="4426610"/>
            <a:ext cx="195682" cy="195682"/>
          </a:xfrm>
          <a:prstGeom prst="round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91" name="Text 168"/>
          <p:cNvSpPr txBox="1"/>
          <p:nvPr/>
        </p:nvSpPr>
        <p:spPr>
          <a:xfrm>
            <a:off x="7016191" y="4458614"/>
            <a:ext cx="13167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00" dirty="0"/>
          </a:p>
        </p:txBody>
      </p:sp>
      <p:sp>
        <p:nvSpPr>
          <p:cNvPr id="193" name="Text 169"/>
          <p:cNvSpPr txBox="1"/>
          <p:nvPr/>
        </p:nvSpPr>
        <p:spPr>
          <a:xfrm>
            <a:off x="7603236" y="4528109"/>
            <a:ext cx="1110996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920" dirty="0"/>
          </a:p>
        </p:txBody>
      </p:sp>
      <p:sp>
        <p:nvSpPr>
          <p:cNvPr id="194" name="Text 170"/>
          <p:cNvSpPr txBox="1"/>
          <p:nvPr/>
        </p:nvSpPr>
        <p:spPr>
          <a:xfrm>
            <a:off x="7603236" y="4730191"/>
            <a:ext cx="103327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A3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810" dirty="0"/>
          </a:p>
        </p:txBody>
      </p:sp>
      <p:sp>
        <p:nvSpPr>
          <p:cNvPr id="195" name="Shape 171"/>
          <p:cNvSpPr/>
          <p:nvPr/>
        </p:nvSpPr>
        <p:spPr>
          <a:xfrm>
            <a:off x="7129577" y="5013655"/>
            <a:ext cx="27432" cy="27432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96" name="Text 172"/>
          <p:cNvSpPr txBox="1"/>
          <p:nvPr/>
        </p:nvSpPr>
        <p:spPr>
          <a:xfrm>
            <a:off x="7236562" y="4969764"/>
            <a:ext cx="1515161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680" dirty="0"/>
          </a:p>
        </p:txBody>
      </p:sp>
      <p:sp>
        <p:nvSpPr>
          <p:cNvPr id="197" name="Shape 173"/>
          <p:cNvSpPr/>
          <p:nvPr/>
        </p:nvSpPr>
        <p:spPr>
          <a:xfrm>
            <a:off x="7129577" y="5158130"/>
            <a:ext cx="27432" cy="27432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98" name="Text 174"/>
          <p:cNvSpPr txBox="1"/>
          <p:nvPr/>
        </p:nvSpPr>
        <p:spPr>
          <a:xfrm>
            <a:off x="7236562" y="5114239"/>
            <a:ext cx="1515161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680" dirty="0"/>
          </a:p>
        </p:txBody>
      </p:sp>
      <p:sp>
        <p:nvSpPr>
          <p:cNvPr id="199" name="Shape 175"/>
          <p:cNvSpPr/>
          <p:nvPr/>
        </p:nvSpPr>
        <p:spPr>
          <a:xfrm>
            <a:off x="7129577" y="5302606"/>
            <a:ext cx="27432" cy="27432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200" name="Text 176"/>
          <p:cNvSpPr txBox="1"/>
          <p:nvPr/>
        </p:nvSpPr>
        <p:spPr>
          <a:xfrm>
            <a:off x="7236562" y="5258714"/>
            <a:ext cx="1515161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680" dirty="0"/>
          </a:p>
        </p:txBody>
      </p:sp>
      <p:sp>
        <p:nvSpPr>
          <p:cNvPr id="201" name="Shape 177"/>
          <p:cNvSpPr/>
          <p:nvPr/>
        </p:nvSpPr>
        <p:spPr>
          <a:xfrm>
            <a:off x="7129577" y="5447081"/>
            <a:ext cx="27432" cy="27432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202" name="Text 178"/>
          <p:cNvSpPr txBox="1"/>
          <p:nvPr/>
        </p:nvSpPr>
        <p:spPr>
          <a:xfrm>
            <a:off x="7236562" y="5403190"/>
            <a:ext cx="1515161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680" dirty="0"/>
          </a:p>
        </p:txBody>
      </p:sp>
      <p:sp>
        <p:nvSpPr>
          <p:cNvPr id="203" name="Shape 179"/>
          <p:cNvSpPr/>
          <p:nvPr/>
        </p:nvSpPr>
        <p:spPr>
          <a:xfrm>
            <a:off x="297180" y="5891479"/>
            <a:ext cx="8272577" cy="6126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D0C7"/>
            </a:solidFill>
            <a:prstDash val="solid"/>
          </a:ln>
        </p:spPr>
      </p:sp>
      <p:sp>
        <p:nvSpPr>
          <p:cNvPr id="204" name="Shape 180"/>
          <p:cNvSpPr/>
          <p:nvPr/>
        </p:nvSpPr>
        <p:spPr>
          <a:xfrm>
            <a:off x="297180" y="5891479"/>
            <a:ext cx="1553566" cy="612648"/>
          </a:xfrm>
          <a:prstGeom prst="roundRect">
            <a:avLst/>
          </a:prstGeom>
          <a:solidFill>
            <a:srgbClr val="3B0D2D"/>
          </a:solidFill>
          <a:ln w="12700">
            <a:solidFill>
              <a:srgbClr val="3B0D2D">
                <a:alpha val="0"/>
              </a:srgbClr>
            </a:solidFill>
            <a:prstDash val="solid"/>
          </a:ln>
        </p:spPr>
      </p:sp>
      <p:sp>
        <p:nvSpPr>
          <p:cNvPr id="205" name="Shape 181"/>
          <p:cNvSpPr/>
          <p:nvPr/>
        </p:nvSpPr>
        <p:spPr>
          <a:xfrm>
            <a:off x="1717243" y="5891479"/>
            <a:ext cx="132588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7" name="Text 182"/>
          <p:cNvSpPr txBox="1"/>
          <p:nvPr/>
        </p:nvSpPr>
        <p:spPr>
          <a:xfrm>
            <a:off x="865022" y="6043270"/>
            <a:ext cx="821131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920" dirty="0"/>
          </a:p>
          <a:p>
            <a:pPr algn="l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920" dirty="0"/>
          </a:p>
        </p:txBody>
      </p:sp>
      <p:sp>
        <p:nvSpPr>
          <p:cNvPr id="208" name="Shape 183"/>
          <p:cNvSpPr/>
          <p:nvPr/>
        </p:nvSpPr>
        <p:spPr>
          <a:xfrm>
            <a:off x="3524098" y="6030468"/>
            <a:ext cx="0" cy="334670"/>
          </a:xfrm>
          <a:prstGeom prst="line">
            <a:avLst/>
          </a:prstGeom>
          <a:noFill/>
          <a:ln w="9525">
            <a:solidFill>
              <a:srgbClr val="E5DED6"/>
            </a:solidFill>
            <a:prstDash val="solid"/>
            <a:headEnd type="none"/>
            <a:tailEnd type="none"/>
          </a:ln>
        </p:spPr>
      </p:sp>
      <p:sp>
        <p:nvSpPr>
          <p:cNvPr id="209" name="Shape 184"/>
          <p:cNvSpPr/>
          <p:nvPr/>
        </p:nvSpPr>
        <p:spPr>
          <a:xfrm>
            <a:off x="5241341" y="6030468"/>
            <a:ext cx="0" cy="334670"/>
          </a:xfrm>
          <a:prstGeom prst="line">
            <a:avLst/>
          </a:prstGeom>
          <a:noFill/>
          <a:ln w="9525">
            <a:solidFill>
              <a:srgbClr val="E5DED6"/>
            </a:solidFill>
            <a:prstDash val="solid"/>
            <a:headEnd type="none"/>
            <a:tailEnd type="none"/>
          </a:ln>
        </p:spPr>
      </p:sp>
      <p:sp>
        <p:nvSpPr>
          <p:cNvPr id="210" name="Shape 185"/>
          <p:cNvSpPr/>
          <p:nvPr/>
        </p:nvSpPr>
        <p:spPr>
          <a:xfrm>
            <a:off x="6933895" y="6030468"/>
            <a:ext cx="0" cy="334670"/>
          </a:xfrm>
          <a:prstGeom prst="line">
            <a:avLst/>
          </a:prstGeom>
          <a:noFill/>
          <a:ln w="9525">
            <a:solidFill>
              <a:srgbClr val="E5DED6"/>
            </a:solidFill>
            <a:prstDash val="solid"/>
            <a:headEnd type="none"/>
            <a:tailEnd type="none"/>
          </a:ln>
        </p:spPr>
      </p:sp>
      <p:sp>
        <p:nvSpPr>
          <p:cNvPr id="212" name="Text 186"/>
          <p:cNvSpPr txBox="1"/>
          <p:nvPr/>
        </p:nvSpPr>
        <p:spPr>
          <a:xfrm>
            <a:off x="2607869" y="6068873"/>
            <a:ext cx="821131" cy="2843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5" b="1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845" dirty="0"/>
          </a:p>
          <a:p>
            <a:pPr algn="l" indent="0" marL="0">
              <a:buNone/>
            </a:pPr>
            <a:r>
              <a:rPr lang="en-US" sz="845" b="1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845" dirty="0"/>
          </a:p>
        </p:txBody>
      </p:sp>
      <p:sp>
        <p:nvSpPr>
          <p:cNvPr id="214" name="Text 187"/>
          <p:cNvSpPr txBox="1"/>
          <p:nvPr/>
        </p:nvSpPr>
        <p:spPr>
          <a:xfrm>
            <a:off x="4319626" y="6068873"/>
            <a:ext cx="758038" cy="2843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5" b="1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845" dirty="0"/>
          </a:p>
          <a:p>
            <a:pPr algn="l" indent="0" marL="0">
              <a:buNone/>
            </a:pPr>
            <a:r>
              <a:rPr lang="en-US" sz="845" b="1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845" dirty="0"/>
          </a:p>
        </p:txBody>
      </p:sp>
      <p:sp>
        <p:nvSpPr>
          <p:cNvPr id="216" name="Text 188"/>
          <p:cNvSpPr txBox="1"/>
          <p:nvPr/>
        </p:nvSpPr>
        <p:spPr>
          <a:xfrm>
            <a:off x="5973775" y="6068873"/>
            <a:ext cx="821131" cy="2843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5" b="1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845" dirty="0"/>
          </a:p>
          <a:p>
            <a:pPr algn="l" indent="0" marL="0">
              <a:buNone/>
            </a:pPr>
            <a:r>
              <a:rPr lang="en-US" sz="845" b="1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845" dirty="0"/>
          </a:p>
        </p:txBody>
      </p:sp>
      <p:sp>
        <p:nvSpPr>
          <p:cNvPr id="218" name="Text 189"/>
          <p:cNvSpPr txBox="1"/>
          <p:nvPr/>
        </p:nvSpPr>
        <p:spPr>
          <a:xfrm>
            <a:off x="7666330" y="6049670"/>
            <a:ext cx="758038" cy="2843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5" b="1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845" dirty="0"/>
          </a:p>
          <a:p>
            <a:pPr algn="l" indent="0" marL="0">
              <a:buNone/>
            </a:pPr>
            <a:r>
              <a:rPr lang="en-US" sz="845" b="1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845" dirty="0"/>
          </a:p>
        </p:txBody>
      </p:sp>
      <p:sp>
        <p:nvSpPr>
          <p:cNvPr id="219" name="Text 190"/>
          <p:cNvSpPr txBox="1"/>
          <p:nvPr/>
        </p:nvSpPr>
        <p:spPr>
          <a:xfrm>
            <a:off x="297180" y="6655918"/>
            <a:ext cx="5349240" cy="950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8B9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590" dirty="0"/>
          </a:p>
        </p:txBody>
      </p:sp>
      <p:sp>
        <p:nvSpPr>
          <p:cNvPr id="220" name="Text 191"/>
          <p:cNvSpPr txBox="1"/>
          <p:nvPr/>
        </p:nvSpPr>
        <p:spPr>
          <a:xfrm>
            <a:off x="8487461" y="6655918"/>
            <a:ext cx="88697" cy="950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8B9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40" dirty="0"/>
          </a:p>
        </p:txBody>
      </p:sp>
      <p:pic>
        <p:nvPicPr>
          <p:cNvPr id="221" name="Professional Icon 01" descr="faSitemap-whit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74254" y="1745270"/>
            <a:ext cx="176204" cy="176204"/>
          </a:xfrm>
          <a:prstGeom prst="rect">
            <a:avLst/>
          </a:prstGeom>
        </p:spPr>
      </p:pic>
      <p:pic>
        <p:nvPicPr>
          <p:cNvPr id="222" name="Professional Icon 02" descr="faFileContract-whit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087347" y="1749019"/>
            <a:ext cx="168706" cy="168706"/>
          </a:xfrm>
          <a:prstGeom prst="rect">
            <a:avLst/>
          </a:prstGeom>
        </p:spPr>
      </p:pic>
      <p:pic>
        <p:nvPicPr>
          <p:cNvPr id="223" name="Professional Icon 03" descr="faTags-whit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696691" y="1749019"/>
            <a:ext cx="168706" cy="168706"/>
          </a:xfrm>
          <a:prstGeom prst="rect">
            <a:avLst/>
          </a:prstGeom>
        </p:spPr>
      </p:pic>
      <p:pic>
        <p:nvPicPr>
          <p:cNvPr id="224" name="Professional Icon 04" descr="faDiagramProject-whit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306035" y="1749019"/>
            <a:ext cx="168706" cy="168706"/>
          </a:xfrm>
          <a:prstGeom prst="rect">
            <a:avLst/>
          </a:prstGeom>
        </p:spPr>
      </p:pic>
      <p:pic>
        <p:nvPicPr>
          <p:cNvPr id="225" name="Professional Icon 05" descr="faShareNodes-whit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915379" y="1749019"/>
            <a:ext cx="168706" cy="168706"/>
          </a:xfrm>
          <a:prstGeom prst="rect">
            <a:avLst/>
          </a:prstGeom>
        </p:spPr>
      </p:pic>
      <p:pic>
        <p:nvPicPr>
          <p:cNvPr id="226" name="Professional Icon 06" descr="faFileContract-whit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48345" y="2853751"/>
            <a:ext cx="253471" cy="253471"/>
          </a:xfrm>
          <a:prstGeom prst="rect">
            <a:avLst/>
          </a:prstGeom>
        </p:spPr>
      </p:pic>
      <p:pic>
        <p:nvPicPr>
          <p:cNvPr id="227" name="Professional Icon 07" descr="faIdCard-gol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2075780" y="2725461"/>
            <a:ext cx="180868" cy="180868"/>
          </a:xfrm>
          <a:prstGeom prst="rect">
            <a:avLst/>
          </a:prstGeom>
        </p:spPr>
      </p:pic>
      <p:pic>
        <p:nvPicPr>
          <p:cNvPr id="228" name="Professional Icon 08" descr="faCalendarDays-gold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307019" y="2725461"/>
            <a:ext cx="180868" cy="180868"/>
          </a:xfrm>
          <a:prstGeom prst="rect">
            <a:avLst/>
          </a:prstGeom>
        </p:spPr>
      </p:pic>
      <p:pic>
        <p:nvPicPr>
          <p:cNvPr id="229" name="Professional Icon 09" descr="faShieldHalved-gol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4535058" y="2725461"/>
            <a:ext cx="180868" cy="180868"/>
          </a:xfrm>
          <a:prstGeom prst="rect">
            <a:avLst/>
          </a:prstGeom>
        </p:spPr>
      </p:pic>
      <p:pic>
        <p:nvPicPr>
          <p:cNvPr id="230" name="Professional Icon 10" descr="faChartColumn-gol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5934548" y="2725461"/>
            <a:ext cx="180868" cy="180868"/>
          </a:xfrm>
          <a:prstGeom prst="rect">
            <a:avLst/>
          </a:prstGeom>
        </p:spPr>
      </p:pic>
      <p:pic>
        <p:nvPicPr>
          <p:cNvPr id="231" name="Professional Icon 11" descr="faTags-whit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48345" y="3850447"/>
            <a:ext cx="253471" cy="253471"/>
          </a:xfrm>
          <a:prstGeom prst="rect">
            <a:avLst/>
          </a:prstGeom>
        </p:spPr>
      </p:pic>
      <p:pic>
        <p:nvPicPr>
          <p:cNvPr id="232" name="Professional Icon 12" descr="faTags-gold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2075780" y="3722157"/>
            <a:ext cx="180868" cy="180868"/>
          </a:xfrm>
          <a:prstGeom prst="rect">
            <a:avLst/>
          </a:prstGeom>
        </p:spPr>
      </p:pic>
      <p:pic>
        <p:nvPicPr>
          <p:cNvPr id="233" name="Professional Icon 13" descr="faMoneyBillTrendUp-gold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3307019" y="3722157"/>
            <a:ext cx="180868" cy="180868"/>
          </a:xfrm>
          <a:prstGeom prst="rect">
            <a:avLst/>
          </a:prstGeom>
        </p:spPr>
      </p:pic>
      <p:pic>
        <p:nvPicPr>
          <p:cNvPr id="234" name="Professional Icon 14" descr="faArrowTrendUp-gold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4535058" y="3722157"/>
            <a:ext cx="180868" cy="180868"/>
          </a:xfrm>
          <a:prstGeom prst="rect">
            <a:avLst/>
          </a:prstGeom>
        </p:spPr>
      </p:pic>
      <p:pic>
        <p:nvPicPr>
          <p:cNvPr id="235" name="Professional Icon 15" descr="faChartColumn-gol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5934548" y="3722157"/>
            <a:ext cx="180868" cy="180868"/>
          </a:xfrm>
          <a:prstGeom prst="rect">
            <a:avLst/>
          </a:prstGeom>
        </p:spPr>
      </p:pic>
      <p:pic>
        <p:nvPicPr>
          <p:cNvPr id="236" name="Professional Icon 16" descr="faDiagramProject-whit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48345" y="4847143"/>
            <a:ext cx="253471" cy="253471"/>
          </a:xfrm>
          <a:prstGeom prst="rect">
            <a:avLst/>
          </a:prstGeom>
        </p:spPr>
      </p:pic>
      <p:pic>
        <p:nvPicPr>
          <p:cNvPr id="237" name="Professional Icon 17" descr="faLink-gold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2075780" y="4718853"/>
            <a:ext cx="180868" cy="180868"/>
          </a:xfrm>
          <a:prstGeom prst="rect">
            <a:avLst/>
          </a:prstGeom>
        </p:spPr>
      </p:pic>
      <p:pic>
        <p:nvPicPr>
          <p:cNvPr id="238" name="Professional Icon 18" descr="faLocationDot-gold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307019" y="4718853"/>
            <a:ext cx="180868" cy="180868"/>
          </a:xfrm>
          <a:prstGeom prst="rect">
            <a:avLst/>
          </a:prstGeom>
        </p:spPr>
      </p:pic>
      <p:pic>
        <p:nvPicPr>
          <p:cNvPr id="239" name="Professional Icon 19" descr="faLayerGroup-gold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535058" y="4718853"/>
            <a:ext cx="180868" cy="180868"/>
          </a:xfrm>
          <a:prstGeom prst="rect">
            <a:avLst/>
          </a:prstGeom>
        </p:spPr>
      </p:pic>
      <p:pic>
        <p:nvPicPr>
          <p:cNvPr id="240" name="Professional Icon 20" descr="faCalendarDays-gold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934548" y="4718853"/>
            <a:ext cx="180868" cy="180868"/>
          </a:xfrm>
          <a:prstGeom prst="rect">
            <a:avLst/>
          </a:prstGeom>
        </p:spPr>
      </p:pic>
      <p:pic>
        <p:nvPicPr>
          <p:cNvPr id="241" name="Professional Icon 21" descr="faFolderTree-gold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266600" y="2808900"/>
            <a:ext cx="273679" cy="273679"/>
          </a:xfrm>
          <a:prstGeom prst="rect">
            <a:avLst/>
          </a:prstGeom>
        </p:spPr>
      </p:pic>
      <p:pic>
        <p:nvPicPr>
          <p:cNvPr id="242" name="Professional Icon 22" descr="faClipboardCheck-gold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266600" y="4551746"/>
            <a:ext cx="273679" cy="273679"/>
          </a:xfrm>
          <a:prstGeom prst="rect">
            <a:avLst/>
          </a:prstGeom>
        </p:spPr>
      </p:pic>
      <p:pic>
        <p:nvPicPr>
          <p:cNvPr id="243" name="Professional Icon 23" descr="faChartLine-white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472114" y="6035324"/>
            <a:ext cx="300270" cy="300270"/>
          </a:xfrm>
          <a:prstGeom prst="rect">
            <a:avLst/>
          </a:prstGeom>
        </p:spPr>
      </p:pic>
      <p:pic>
        <p:nvPicPr>
          <p:cNvPr id="244" name="Professional Icon 24" descr="faChartColumn-gol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2145525" y="6041784"/>
            <a:ext cx="331241" cy="331241"/>
          </a:xfrm>
          <a:prstGeom prst="rect">
            <a:avLst/>
          </a:prstGeom>
        </p:spPr>
      </p:pic>
      <p:pic>
        <p:nvPicPr>
          <p:cNvPr id="245" name="Professional Icon 25" descr="faChartPie-gold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3885286" y="6057900"/>
            <a:ext cx="312724" cy="312724"/>
          </a:xfrm>
          <a:prstGeom prst="rect">
            <a:avLst/>
          </a:prstGeom>
        </p:spPr>
      </p:pic>
      <p:pic>
        <p:nvPicPr>
          <p:cNvPr id="246" name="Professional Icon 26" descr="faArrowTrendUp-gold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5536121" y="6035383"/>
            <a:ext cx="331241" cy="331241"/>
          </a:xfrm>
          <a:prstGeom prst="rect">
            <a:avLst/>
          </a:prstGeom>
        </p:spPr>
      </p:pic>
      <p:pic>
        <p:nvPicPr>
          <p:cNvPr id="247" name="Professional Icon 27" descr="faBullseye-gold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246438" y="6059546"/>
            <a:ext cx="309432" cy="3094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0078" y="106985"/>
            <a:ext cx="8802929" cy="32004"/>
          </a:xfrm>
          <a:prstGeom prst="rect">
            <a:avLst/>
          </a:prstGeom>
          <a:solidFill>
            <a:srgbClr val="3B0D2D"/>
          </a:solidFill>
          <a:ln w="12700">
            <a:solidFill>
              <a:srgbClr val="3B0D2D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97180" y="284378"/>
            <a:ext cx="694944" cy="1764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70" b="1" spc="260" kern="0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70" dirty="0"/>
          </a:p>
        </p:txBody>
      </p:sp>
      <p:sp>
        <p:nvSpPr>
          <p:cNvPr id="4" name="Text 2"/>
          <p:cNvSpPr txBox="1"/>
          <p:nvPr/>
        </p:nvSpPr>
        <p:spPr>
          <a:xfrm>
            <a:off x="297180" y="504749"/>
            <a:ext cx="2926080" cy="1133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spc="125" kern="0" dirty="0">
                <a:solidFill>
                  <a:srgbClr val="66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710" dirty="0"/>
          </a:p>
        </p:txBody>
      </p:sp>
      <p:sp>
        <p:nvSpPr>
          <p:cNvPr id="5" name="Shape 3"/>
          <p:cNvSpPr/>
          <p:nvPr/>
        </p:nvSpPr>
        <p:spPr>
          <a:xfrm>
            <a:off x="297180" y="675742"/>
            <a:ext cx="454457" cy="19202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60920" y="372161"/>
            <a:ext cx="1426464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spc="52" kern="0" dirty="0">
                <a:solidFill>
                  <a:srgbClr val="66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297180" y="808330"/>
            <a:ext cx="580644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20" b="1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720" dirty="0"/>
          </a:p>
        </p:txBody>
      </p:sp>
      <p:sp>
        <p:nvSpPr>
          <p:cNvPr id="8" name="Text 6"/>
          <p:cNvSpPr txBox="1"/>
          <p:nvPr/>
        </p:nvSpPr>
        <p:spPr>
          <a:xfrm>
            <a:off x="297180" y="1206094"/>
            <a:ext cx="7406640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5" dirty="0">
                <a:solidFill>
                  <a:srgbClr val="66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965" dirty="0"/>
          </a:p>
        </p:txBody>
      </p:sp>
      <p:sp>
        <p:nvSpPr>
          <p:cNvPr id="9" name="Text 7"/>
          <p:cNvSpPr txBox="1"/>
          <p:nvPr/>
        </p:nvSpPr>
        <p:spPr>
          <a:xfrm>
            <a:off x="302666" y="1445666"/>
            <a:ext cx="1547165" cy="1133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spc="65" kern="0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740" dirty="0"/>
          </a:p>
        </p:txBody>
      </p:sp>
      <p:sp>
        <p:nvSpPr>
          <p:cNvPr id="10" name="Shape 8"/>
          <p:cNvSpPr/>
          <p:nvPr/>
        </p:nvSpPr>
        <p:spPr>
          <a:xfrm>
            <a:off x="297180" y="1584655"/>
            <a:ext cx="1627632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B4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1673352"/>
            <a:ext cx="347472" cy="347472"/>
          </a:xfrm>
          <a:prstGeom prst="ellipse">
            <a:avLst/>
          </a:prstGeom>
          <a:solidFill>
            <a:srgbClr val="3B0D2D"/>
          </a:solidFill>
          <a:ln w="12700">
            <a:solidFill>
              <a:srgbClr val="3B0D2D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4108" y="1736446"/>
            <a:ext cx="960120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810" dirty="0"/>
          </a:p>
        </p:txBody>
      </p:sp>
      <p:sp>
        <p:nvSpPr>
          <p:cNvPr id="14" name="Text 11"/>
          <p:cNvSpPr txBox="1"/>
          <p:nvPr/>
        </p:nvSpPr>
        <p:spPr>
          <a:xfrm>
            <a:off x="864108" y="1907438"/>
            <a:ext cx="960120" cy="1133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6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720" dirty="0"/>
          </a:p>
        </p:txBody>
      </p:sp>
      <p:sp>
        <p:nvSpPr>
          <p:cNvPr id="15" name="Text 12"/>
          <p:cNvSpPr txBox="1"/>
          <p:nvPr/>
        </p:nvSpPr>
        <p:spPr>
          <a:xfrm>
            <a:off x="388620" y="2179015"/>
            <a:ext cx="14447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i="1" dirty="0">
                <a:solidFill>
                  <a:srgbClr val="66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560" dirty="0"/>
          </a:p>
        </p:txBody>
      </p:sp>
      <p:sp>
        <p:nvSpPr>
          <p:cNvPr id="16" name="Shape 13"/>
          <p:cNvSpPr/>
          <p:nvPr/>
        </p:nvSpPr>
        <p:spPr>
          <a:xfrm>
            <a:off x="1984248" y="1811426"/>
            <a:ext cx="155448" cy="96012"/>
          </a:xfrm>
          <a:prstGeom prst="rightArrow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217420" y="1584655"/>
            <a:ext cx="4133088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B47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350008" y="1653235"/>
            <a:ext cx="12344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0" b="1" spc="55" kern="0" dirty="0">
                <a:solidFill>
                  <a:srgbClr val="A3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90" dirty="0"/>
          </a:p>
        </p:txBody>
      </p:sp>
      <p:sp>
        <p:nvSpPr>
          <p:cNvPr id="19" name="Shape 16"/>
          <p:cNvSpPr/>
          <p:nvPr/>
        </p:nvSpPr>
        <p:spPr>
          <a:xfrm>
            <a:off x="2350008" y="1776679"/>
            <a:ext cx="854964" cy="233172"/>
          </a:xfrm>
          <a:prstGeom prst="roundRect">
            <a:avLst/>
          </a:prstGeom>
          <a:solidFill>
            <a:srgbClr val="F8F2E7"/>
          </a:solidFill>
          <a:ln w="5715">
            <a:solidFill>
              <a:srgbClr val="D7D0C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400300" y="1810512"/>
            <a:ext cx="164592" cy="164592"/>
          </a:xfrm>
          <a:prstGeom prst="ellipse">
            <a:avLst/>
          </a:prstGeom>
          <a:solidFill>
            <a:srgbClr val="3B0D2D"/>
          </a:solidFill>
          <a:ln w="12700">
            <a:solidFill>
              <a:srgbClr val="3B0D2D">
                <a:alpha val="0"/>
              </a:srgbClr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2610612" y="1837030"/>
            <a:ext cx="53492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600" dirty="0"/>
          </a:p>
        </p:txBody>
      </p:sp>
      <p:sp>
        <p:nvSpPr>
          <p:cNvPr id="23" name="Shape 19"/>
          <p:cNvSpPr/>
          <p:nvPr/>
        </p:nvSpPr>
        <p:spPr>
          <a:xfrm>
            <a:off x="3218688" y="1858975"/>
            <a:ext cx="96012" cy="68580"/>
          </a:xfrm>
          <a:prstGeom prst="rightArrow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337560" y="1776679"/>
            <a:ext cx="854964" cy="233172"/>
          </a:xfrm>
          <a:prstGeom prst="roundRect">
            <a:avLst/>
          </a:prstGeom>
          <a:solidFill>
            <a:srgbClr val="F8F2E7"/>
          </a:solidFill>
          <a:ln w="5715">
            <a:solidFill>
              <a:srgbClr val="D7D0C7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3387852" y="1810512"/>
            <a:ext cx="164592" cy="164592"/>
          </a:xfrm>
          <a:prstGeom prst="ellipse">
            <a:avLst/>
          </a:prstGeom>
          <a:solidFill>
            <a:srgbClr val="3B0D2D"/>
          </a:solidFill>
          <a:ln w="12700">
            <a:solidFill>
              <a:srgbClr val="3B0D2D">
                <a:alpha val="0"/>
              </a:srgbClr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3598164" y="1837030"/>
            <a:ext cx="53492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600" dirty="0"/>
          </a:p>
        </p:txBody>
      </p:sp>
      <p:sp>
        <p:nvSpPr>
          <p:cNvPr id="28" name="Shape 23"/>
          <p:cNvSpPr/>
          <p:nvPr/>
        </p:nvSpPr>
        <p:spPr>
          <a:xfrm>
            <a:off x="4206240" y="1858975"/>
            <a:ext cx="96012" cy="68580"/>
          </a:xfrm>
          <a:prstGeom prst="rightArrow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4325112" y="1776679"/>
            <a:ext cx="854964" cy="233172"/>
          </a:xfrm>
          <a:prstGeom prst="roundRect">
            <a:avLst/>
          </a:prstGeom>
          <a:solidFill>
            <a:srgbClr val="F8F2E7"/>
          </a:solidFill>
          <a:ln w="5715">
            <a:solidFill>
              <a:srgbClr val="D7D0C7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4375404" y="1810512"/>
            <a:ext cx="164592" cy="164592"/>
          </a:xfrm>
          <a:prstGeom prst="ellipse">
            <a:avLst/>
          </a:prstGeom>
          <a:solidFill>
            <a:srgbClr val="3B0D2D"/>
          </a:solidFill>
          <a:ln w="12700">
            <a:solidFill>
              <a:srgbClr val="3B0D2D">
                <a:alpha val="0"/>
              </a:srgbClr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4585716" y="1837030"/>
            <a:ext cx="53492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600" dirty="0"/>
          </a:p>
        </p:txBody>
      </p:sp>
      <p:sp>
        <p:nvSpPr>
          <p:cNvPr id="33" name="Shape 27"/>
          <p:cNvSpPr/>
          <p:nvPr/>
        </p:nvSpPr>
        <p:spPr>
          <a:xfrm>
            <a:off x="5193792" y="1858975"/>
            <a:ext cx="96012" cy="68580"/>
          </a:xfrm>
          <a:prstGeom prst="rightArrow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5312664" y="1776679"/>
            <a:ext cx="854964" cy="233172"/>
          </a:xfrm>
          <a:prstGeom prst="roundRect">
            <a:avLst/>
          </a:prstGeom>
          <a:solidFill>
            <a:srgbClr val="F8F2E7"/>
          </a:solidFill>
          <a:ln w="5715">
            <a:solidFill>
              <a:srgbClr val="D7D0C7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5362956" y="1810512"/>
            <a:ext cx="164592" cy="164592"/>
          </a:xfrm>
          <a:prstGeom prst="ellipse">
            <a:avLst/>
          </a:prstGeom>
          <a:solidFill>
            <a:srgbClr val="3B0D2D"/>
          </a:solidFill>
          <a:ln w="12700">
            <a:solidFill>
              <a:srgbClr val="3B0D2D">
                <a:alpha val="0"/>
              </a:srgbClr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5573268" y="1837030"/>
            <a:ext cx="53492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600" dirty="0"/>
          </a:p>
        </p:txBody>
      </p:sp>
      <p:sp>
        <p:nvSpPr>
          <p:cNvPr id="38" name="Text 31"/>
          <p:cNvSpPr txBox="1"/>
          <p:nvPr/>
        </p:nvSpPr>
        <p:spPr>
          <a:xfrm>
            <a:off x="2350008" y="2179015"/>
            <a:ext cx="386791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i="1" dirty="0">
                <a:solidFill>
                  <a:srgbClr val="66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570" dirty="0"/>
          </a:p>
        </p:txBody>
      </p:sp>
      <p:sp>
        <p:nvSpPr>
          <p:cNvPr id="39" name="Shape 32"/>
          <p:cNvSpPr/>
          <p:nvPr/>
        </p:nvSpPr>
        <p:spPr>
          <a:xfrm>
            <a:off x="6423660" y="1811426"/>
            <a:ext cx="155448" cy="96012"/>
          </a:xfrm>
          <a:prstGeom prst="rightArrow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6656832" y="1584655"/>
            <a:ext cx="1912925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B47A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6789420" y="1673352"/>
            <a:ext cx="347472" cy="347472"/>
          </a:xfrm>
          <a:prstGeom prst="ellipse">
            <a:avLst/>
          </a:prstGeom>
          <a:solidFill>
            <a:srgbClr val="3B0D2D"/>
          </a:solidFill>
          <a:ln w="12700">
            <a:solidFill>
              <a:srgbClr val="3B0D2D">
                <a:alpha val="0"/>
              </a:srgbClr>
            </a:solidFill>
            <a:prstDash val="solid"/>
          </a:ln>
        </p:spPr>
      </p:sp>
      <p:sp>
        <p:nvSpPr>
          <p:cNvPr id="43" name="Text 35"/>
          <p:cNvSpPr txBox="1"/>
          <p:nvPr/>
        </p:nvSpPr>
        <p:spPr>
          <a:xfrm>
            <a:off x="7223760" y="1736446"/>
            <a:ext cx="1245413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810" dirty="0"/>
          </a:p>
        </p:txBody>
      </p:sp>
      <p:sp>
        <p:nvSpPr>
          <p:cNvPr id="44" name="Text 36"/>
          <p:cNvSpPr txBox="1"/>
          <p:nvPr/>
        </p:nvSpPr>
        <p:spPr>
          <a:xfrm>
            <a:off x="7223760" y="1907438"/>
            <a:ext cx="1245413" cy="1133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6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720" dirty="0"/>
          </a:p>
        </p:txBody>
      </p:sp>
      <p:sp>
        <p:nvSpPr>
          <p:cNvPr id="45" name="Text 37"/>
          <p:cNvSpPr txBox="1"/>
          <p:nvPr/>
        </p:nvSpPr>
        <p:spPr>
          <a:xfrm>
            <a:off x="6748272" y="2179015"/>
            <a:ext cx="1730045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i="1" dirty="0">
                <a:solidFill>
                  <a:srgbClr val="66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560" dirty="0"/>
          </a:p>
        </p:txBody>
      </p:sp>
      <p:sp>
        <p:nvSpPr>
          <p:cNvPr id="46" name="Text 38"/>
          <p:cNvSpPr txBox="1"/>
          <p:nvPr/>
        </p:nvSpPr>
        <p:spPr>
          <a:xfrm>
            <a:off x="297180" y="2437790"/>
            <a:ext cx="1388974" cy="1133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5" b="1" spc="60" kern="0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745" dirty="0"/>
          </a:p>
        </p:txBody>
      </p:sp>
      <p:sp>
        <p:nvSpPr>
          <p:cNvPr id="47" name="Text 39"/>
          <p:cNvSpPr txBox="1"/>
          <p:nvPr/>
        </p:nvSpPr>
        <p:spPr>
          <a:xfrm>
            <a:off x="6895490" y="2437790"/>
            <a:ext cx="1554480" cy="1133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5" b="1" spc="60" kern="0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745" dirty="0"/>
          </a:p>
        </p:txBody>
      </p:sp>
      <p:sp>
        <p:nvSpPr>
          <p:cNvPr id="48" name="Shape 40"/>
          <p:cNvSpPr/>
          <p:nvPr/>
        </p:nvSpPr>
        <p:spPr>
          <a:xfrm>
            <a:off x="297180" y="2658161"/>
            <a:ext cx="6416345" cy="7223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B47A"/>
            </a:solidFill>
            <a:prstDash val="solid"/>
          </a:ln>
        </p:spPr>
      </p:sp>
      <p:sp>
        <p:nvSpPr>
          <p:cNvPr id="49" name="Shape 41"/>
          <p:cNvSpPr/>
          <p:nvPr/>
        </p:nvSpPr>
        <p:spPr>
          <a:xfrm>
            <a:off x="297180" y="2658161"/>
            <a:ext cx="1155802" cy="722376"/>
          </a:xfrm>
          <a:prstGeom prst="roundRect">
            <a:avLst/>
          </a:prstGeom>
          <a:solidFill>
            <a:srgbClr val="3B0D2D"/>
          </a:solidFill>
          <a:ln w="12700">
            <a:solidFill>
              <a:srgbClr val="3B0D2D">
                <a:alpha val="0"/>
              </a:srgbClr>
            </a:solidFill>
            <a:prstDash val="solid"/>
          </a:ln>
        </p:spPr>
      </p:sp>
      <p:sp>
        <p:nvSpPr>
          <p:cNvPr id="50" name="Shape 42"/>
          <p:cNvSpPr/>
          <p:nvPr/>
        </p:nvSpPr>
        <p:spPr>
          <a:xfrm>
            <a:off x="1338682" y="2658161"/>
            <a:ext cx="113386" cy="7223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3"/>
          <p:cNvSpPr/>
          <p:nvPr/>
        </p:nvSpPr>
        <p:spPr>
          <a:xfrm>
            <a:off x="404165" y="2713025"/>
            <a:ext cx="160020" cy="160020"/>
          </a:xfrm>
          <a:prstGeom prst="round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52" name="Text 44"/>
          <p:cNvSpPr txBox="1"/>
          <p:nvPr/>
        </p:nvSpPr>
        <p:spPr>
          <a:xfrm>
            <a:off x="436169" y="2745029"/>
            <a:ext cx="9601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580" dirty="0"/>
          </a:p>
        </p:txBody>
      </p:sp>
      <p:sp>
        <p:nvSpPr>
          <p:cNvPr id="54" name="Text 45"/>
          <p:cNvSpPr txBox="1"/>
          <p:nvPr/>
        </p:nvSpPr>
        <p:spPr>
          <a:xfrm>
            <a:off x="372161" y="2991917"/>
            <a:ext cx="100401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800" dirty="0"/>
          </a:p>
        </p:txBody>
      </p:sp>
      <p:sp>
        <p:nvSpPr>
          <p:cNvPr id="55" name="Text 46"/>
          <p:cNvSpPr txBox="1"/>
          <p:nvPr/>
        </p:nvSpPr>
        <p:spPr>
          <a:xfrm>
            <a:off x="391363" y="3220517"/>
            <a:ext cx="966521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70" dirty="0">
                <a:solidFill>
                  <a:srgbClr val="C9B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70" dirty="0"/>
          </a:p>
        </p:txBody>
      </p:sp>
      <p:sp>
        <p:nvSpPr>
          <p:cNvPr id="56" name="Shape 47"/>
          <p:cNvSpPr/>
          <p:nvPr/>
        </p:nvSpPr>
        <p:spPr>
          <a:xfrm>
            <a:off x="2702966" y="2740457"/>
            <a:ext cx="0" cy="557784"/>
          </a:xfrm>
          <a:prstGeom prst="line">
            <a:avLst/>
          </a:prstGeom>
          <a:noFill/>
          <a:ln w="8255">
            <a:solidFill>
              <a:srgbClr val="E5DED6"/>
            </a:solidFill>
            <a:prstDash val="solid"/>
            <a:headEnd type="none"/>
            <a:tailEnd type="none"/>
          </a:ln>
        </p:spPr>
      </p:sp>
      <p:sp>
        <p:nvSpPr>
          <p:cNvPr id="57" name="Shape 48"/>
          <p:cNvSpPr/>
          <p:nvPr/>
        </p:nvSpPr>
        <p:spPr>
          <a:xfrm>
            <a:off x="3915461" y="2740457"/>
            <a:ext cx="0" cy="557784"/>
          </a:xfrm>
          <a:prstGeom prst="line">
            <a:avLst/>
          </a:prstGeom>
          <a:noFill/>
          <a:ln w="8255">
            <a:solidFill>
              <a:srgbClr val="E5DED6"/>
            </a:solidFill>
            <a:prstDash val="solid"/>
            <a:headEnd type="none"/>
            <a:tailEnd type="none"/>
          </a:ln>
        </p:spPr>
      </p:sp>
      <p:sp>
        <p:nvSpPr>
          <p:cNvPr id="58" name="Shape 49"/>
          <p:cNvSpPr/>
          <p:nvPr/>
        </p:nvSpPr>
        <p:spPr>
          <a:xfrm>
            <a:off x="5159045" y="2740457"/>
            <a:ext cx="0" cy="557784"/>
          </a:xfrm>
          <a:prstGeom prst="line">
            <a:avLst/>
          </a:prstGeom>
          <a:noFill/>
          <a:ln w="8255">
            <a:solidFill>
              <a:srgbClr val="E5DED6"/>
            </a:solidFill>
            <a:prstDash val="solid"/>
            <a:headEnd type="none"/>
            <a:tailEnd type="none"/>
          </a:ln>
        </p:spPr>
      </p:sp>
      <p:sp>
        <p:nvSpPr>
          <p:cNvPr id="60" name="Text 50"/>
          <p:cNvSpPr txBox="1"/>
          <p:nvPr/>
        </p:nvSpPr>
        <p:spPr>
          <a:xfrm>
            <a:off x="1629461" y="2859329"/>
            <a:ext cx="1073506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5" b="1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65" dirty="0"/>
          </a:p>
        </p:txBody>
      </p:sp>
      <p:sp>
        <p:nvSpPr>
          <p:cNvPr id="61" name="Shape 51"/>
          <p:cNvSpPr/>
          <p:nvPr/>
        </p:nvSpPr>
        <p:spPr>
          <a:xfrm>
            <a:off x="1629461" y="3049524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62" name="Text 52"/>
          <p:cNvSpPr txBox="1"/>
          <p:nvPr/>
        </p:nvSpPr>
        <p:spPr>
          <a:xfrm>
            <a:off x="1711757" y="3014777"/>
            <a:ext cx="99121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35" dirty="0"/>
          </a:p>
        </p:txBody>
      </p:sp>
      <p:sp>
        <p:nvSpPr>
          <p:cNvPr id="63" name="Shape 53"/>
          <p:cNvSpPr/>
          <p:nvPr/>
        </p:nvSpPr>
        <p:spPr>
          <a:xfrm>
            <a:off x="1629461" y="3182112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64" name="Text 54"/>
          <p:cNvSpPr txBox="1"/>
          <p:nvPr/>
        </p:nvSpPr>
        <p:spPr>
          <a:xfrm>
            <a:off x="1711757" y="3147365"/>
            <a:ext cx="99121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35" dirty="0"/>
          </a:p>
        </p:txBody>
      </p:sp>
      <p:sp>
        <p:nvSpPr>
          <p:cNvPr id="66" name="Text 55"/>
          <p:cNvSpPr txBox="1"/>
          <p:nvPr/>
        </p:nvSpPr>
        <p:spPr>
          <a:xfrm>
            <a:off x="2879446" y="2859329"/>
            <a:ext cx="1036015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5" b="1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65" dirty="0"/>
          </a:p>
        </p:txBody>
      </p:sp>
      <p:sp>
        <p:nvSpPr>
          <p:cNvPr id="67" name="Shape 56"/>
          <p:cNvSpPr/>
          <p:nvPr/>
        </p:nvSpPr>
        <p:spPr>
          <a:xfrm>
            <a:off x="2879446" y="3049524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68" name="Text 57"/>
          <p:cNvSpPr txBox="1"/>
          <p:nvPr/>
        </p:nvSpPr>
        <p:spPr>
          <a:xfrm>
            <a:off x="2961742" y="3014777"/>
            <a:ext cx="953719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35" dirty="0"/>
          </a:p>
        </p:txBody>
      </p:sp>
      <p:sp>
        <p:nvSpPr>
          <p:cNvPr id="69" name="Shape 58"/>
          <p:cNvSpPr/>
          <p:nvPr/>
        </p:nvSpPr>
        <p:spPr>
          <a:xfrm>
            <a:off x="2879446" y="3182112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70" name="Text 59"/>
          <p:cNvSpPr txBox="1"/>
          <p:nvPr/>
        </p:nvSpPr>
        <p:spPr>
          <a:xfrm>
            <a:off x="2961742" y="3147365"/>
            <a:ext cx="953719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35" dirty="0"/>
          </a:p>
        </p:txBody>
      </p:sp>
      <p:sp>
        <p:nvSpPr>
          <p:cNvPr id="72" name="Text 60"/>
          <p:cNvSpPr txBox="1"/>
          <p:nvPr/>
        </p:nvSpPr>
        <p:spPr>
          <a:xfrm>
            <a:off x="4091940" y="2859329"/>
            <a:ext cx="1067105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5" b="1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65" dirty="0"/>
          </a:p>
        </p:txBody>
      </p:sp>
      <p:sp>
        <p:nvSpPr>
          <p:cNvPr id="73" name="Shape 61"/>
          <p:cNvSpPr/>
          <p:nvPr/>
        </p:nvSpPr>
        <p:spPr>
          <a:xfrm>
            <a:off x="4091940" y="3049524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74" name="Text 62"/>
          <p:cNvSpPr txBox="1"/>
          <p:nvPr/>
        </p:nvSpPr>
        <p:spPr>
          <a:xfrm>
            <a:off x="4174236" y="3014777"/>
            <a:ext cx="984809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35" dirty="0"/>
          </a:p>
        </p:txBody>
      </p:sp>
      <p:sp>
        <p:nvSpPr>
          <p:cNvPr id="75" name="Shape 63"/>
          <p:cNvSpPr/>
          <p:nvPr/>
        </p:nvSpPr>
        <p:spPr>
          <a:xfrm>
            <a:off x="4091940" y="3182112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76" name="Text 64"/>
          <p:cNvSpPr txBox="1"/>
          <p:nvPr/>
        </p:nvSpPr>
        <p:spPr>
          <a:xfrm>
            <a:off x="4174236" y="3147365"/>
            <a:ext cx="984809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35" dirty="0"/>
          </a:p>
        </p:txBody>
      </p:sp>
      <p:sp>
        <p:nvSpPr>
          <p:cNvPr id="78" name="Text 65"/>
          <p:cNvSpPr txBox="1"/>
          <p:nvPr/>
        </p:nvSpPr>
        <p:spPr>
          <a:xfrm>
            <a:off x="5336438" y="2859329"/>
            <a:ext cx="1377086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5" b="1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65" dirty="0"/>
          </a:p>
        </p:txBody>
      </p:sp>
      <p:sp>
        <p:nvSpPr>
          <p:cNvPr id="79" name="Shape 66"/>
          <p:cNvSpPr/>
          <p:nvPr/>
        </p:nvSpPr>
        <p:spPr>
          <a:xfrm>
            <a:off x="5336438" y="3049524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80" name="Text 67"/>
          <p:cNvSpPr txBox="1"/>
          <p:nvPr/>
        </p:nvSpPr>
        <p:spPr>
          <a:xfrm>
            <a:off x="5418734" y="3014777"/>
            <a:ext cx="129479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35" dirty="0"/>
          </a:p>
        </p:txBody>
      </p:sp>
      <p:sp>
        <p:nvSpPr>
          <p:cNvPr id="81" name="Shape 68"/>
          <p:cNvSpPr/>
          <p:nvPr/>
        </p:nvSpPr>
        <p:spPr>
          <a:xfrm>
            <a:off x="5336438" y="3182112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82" name="Text 69"/>
          <p:cNvSpPr txBox="1"/>
          <p:nvPr/>
        </p:nvSpPr>
        <p:spPr>
          <a:xfrm>
            <a:off x="5418734" y="3147365"/>
            <a:ext cx="129479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35" dirty="0"/>
          </a:p>
        </p:txBody>
      </p:sp>
      <p:sp>
        <p:nvSpPr>
          <p:cNvPr id="83" name="Shape 70"/>
          <p:cNvSpPr/>
          <p:nvPr/>
        </p:nvSpPr>
        <p:spPr>
          <a:xfrm>
            <a:off x="297180" y="3426257"/>
            <a:ext cx="6416345" cy="7223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B47A"/>
            </a:solidFill>
            <a:prstDash val="solid"/>
          </a:ln>
        </p:spPr>
      </p:sp>
      <p:sp>
        <p:nvSpPr>
          <p:cNvPr id="84" name="Shape 71"/>
          <p:cNvSpPr/>
          <p:nvPr/>
        </p:nvSpPr>
        <p:spPr>
          <a:xfrm>
            <a:off x="297180" y="3426257"/>
            <a:ext cx="1155802" cy="722376"/>
          </a:xfrm>
          <a:prstGeom prst="roundRect">
            <a:avLst/>
          </a:prstGeom>
          <a:solidFill>
            <a:srgbClr val="3B0D2D"/>
          </a:solidFill>
          <a:ln w="12700">
            <a:solidFill>
              <a:srgbClr val="3B0D2D">
                <a:alpha val="0"/>
              </a:srgbClr>
            </a:solidFill>
            <a:prstDash val="solid"/>
          </a:ln>
        </p:spPr>
      </p:sp>
      <p:sp>
        <p:nvSpPr>
          <p:cNvPr id="85" name="Shape 72"/>
          <p:cNvSpPr/>
          <p:nvPr/>
        </p:nvSpPr>
        <p:spPr>
          <a:xfrm>
            <a:off x="1338682" y="3426257"/>
            <a:ext cx="113386" cy="7223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73"/>
          <p:cNvSpPr/>
          <p:nvPr/>
        </p:nvSpPr>
        <p:spPr>
          <a:xfrm>
            <a:off x="404165" y="3481121"/>
            <a:ext cx="160020" cy="160020"/>
          </a:xfrm>
          <a:prstGeom prst="round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87" name="Text 74"/>
          <p:cNvSpPr txBox="1"/>
          <p:nvPr/>
        </p:nvSpPr>
        <p:spPr>
          <a:xfrm>
            <a:off x="436169" y="3513125"/>
            <a:ext cx="9601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580" dirty="0"/>
          </a:p>
        </p:txBody>
      </p:sp>
      <p:sp>
        <p:nvSpPr>
          <p:cNvPr id="89" name="Text 75"/>
          <p:cNvSpPr txBox="1"/>
          <p:nvPr/>
        </p:nvSpPr>
        <p:spPr>
          <a:xfrm>
            <a:off x="372161" y="3760013"/>
            <a:ext cx="100401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800" dirty="0"/>
          </a:p>
        </p:txBody>
      </p:sp>
      <p:sp>
        <p:nvSpPr>
          <p:cNvPr id="90" name="Text 76"/>
          <p:cNvSpPr txBox="1"/>
          <p:nvPr/>
        </p:nvSpPr>
        <p:spPr>
          <a:xfrm>
            <a:off x="391363" y="3988613"/>
            <a:ext cx="966521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70" dirty="0">
                <a:solidFill>
                  <a:srgbClr val="C9B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70" dirty="0"/>
          </a:p>
        </p:txBody>
      </p:sp>
      <p:sp>
        <p:nvSpPr>
          <p:cNvPr id="91" name="Shape 77"/>
          <p:cNvSpPr/>
          <p:nvPr/>
        </p:nvSpPr>
        <p:spPr>
          <a:xfrm>
            <a:off x="2702966" y="3508553"/>
            <a:ext cx="0" cy="557784"/>
          </a:xfrm>
          <a:prstGeom prst="line">
            <a:avLst/>
          </a:prstGeom>
          <a:noFill/>
          <a:ln w="8255">
            <a:solidFill>
              <a:srgbClr val="E5DED6"/>
            </a:solidFill>
            <a:prstDash val="solid"/>
            <a:headEnd type="none"/>
            <a:tailEnd type="none"/>
          </a:ln>
        </p:spPr>
      </p:sp>
      <p:sp>
        <p:nvSpPr>
          <p:cNvPr id="92" name="Shape 78"/>
          <p:cNvSpPr/>
          <p:nvPr/>
        </p:nvSpPr>
        <p:spPr>
          <a:xfrm>
            <a:off x="3915461" y="3508553"/>
            <a:ext cx="0" cy="557784"/>
          </a:xfrm>
          <a:prstGeom prst="line">
            <a:avLst/>
          </a:prstGeom>
          <a:noFill/>
          <a:ln w="8255">
            <a:solidFill>
              <a:srgbClr val="E5DED6"/>
            </a:solidFill>
            <a:prstDash val="solid"/>
            <a:headEnd type="none"/>
            <a:tailEnd type="none"/>
          </a:ln>
        </p:spPr>
      </p:sp>
      <p:sp>
        <p:nvSpPr>
          <p:cNvPr id="93" name="Shape 79"/>
          <p:cNvSpPr/>
          <p:nvPr/>
        </p:nvSpPr>
        <p:spPr>
          <a:xfrm>
            <a:off x="5159045" y="3508553"/>
            <a:ext cx="0" cy="557784"/>
          </a:xfrm>
          <a:prstGeom prst="line">
            <a:avLst/>
          </a:prstGeom>
          <a:noFill/>
          <a:ln w="8255">
            <a:solidFill>
              <a:srgbClr val="E5DED6"/>
            </a:solidFill>
            <a:prstDash val="solid"/>
            <a:headEnd type="none"/>
            <a:tailEnd type="none"/>
          </a:ln>
        </p:spPr>
      </p:sp>
      <p:sp>
        <p:nvSpPr>
          <p:cNvPr id="95" name="Text 80"/>
          <p:cNvSpPr txBox="1"/>
          <p:nvPr/>
        </p:nvSpPr>
        <p:spPr>
          <a:xfrm>
            <a:off x="1629461" y="3627425"/>
            <a:ext cx="1073506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5" b="1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65" dirty="0"/>
          </a:p>
        </p:txBody>
      </p:sp>
      <p:sp>
        <p:nvSpPr>
          <p:cNvPr id="96" name="Shape 81"/>
          <p:cNvSpPr/>
          <p:nvPr/>
        </p:nvSpPr>
        <p:spPr>
          <a:xfrm>
            <a:off x="1629461" y="3817620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97" name="Text 82"/>
          <p:cNvSpPr txBox="1"/>
          <p:nvPr/>
        </p:nvSpPr>
        <p:spPr>
          <a:xfrm>
            <a:off x="1711757" y="3782873"/>
            <a:ext cx="99121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35" dirty="0"/>
          </a:p>
        </p:txBody>
      </p:sp>
      <p:sp>
        <p:nvSpPr>
          <p:cNvPr id="98" name="Shape 83"/>
          <p:cNvSpPr/>
          <p:nvPr/>
        </p:nvSpPr>
        <p:spPr>
          <a:xfrm>
            <a:off x="1629461" y="3950208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99" name="Text 84"/>
          <p:cNvSpPr txBox="1"/>
          <p:nvPr/>
        </p:nvSpPr>
        <p:spPr>
          <a:xfrm>
            <a:off x="1711757" y="3915461"/>
            <a:ext cx="99121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35" dirty="0"/>
          </a:p>
        </p:txBody>
      </p:sp>
      <p:sp>
        <p:nvSpPr>
          <p:cNvPr id="101" name="Text 85"/>
          <p:cNvSpPr txBox="1"/>
          <p:nvPr/>
        </p:nvSpPr>
        <p:spPr>
          <a:xfrm>
            <a:off x="2879446" y="3627425"/>
            <a:ext cx="1036015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5" b="1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65" dirty="0"/>
          </a:p>
        </p:txBody>
      </p:sp>
      <p:sp>
        <p:nvSpPr>
          <p:cNvPr id="102" name="Shape 86"/>
          <p:cNvSpPr/>
          <p:nvPr/>
        </p:nvSpPr>
        <p:spPr>
          <a:xfrm>
            <a:off x="2879446" y="3817620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03" name="Text 87"/>
          <p:cNvSpPr txBox="1"/>
          <p:nvPr/>
        </p:nvSpPr>
        <p:spPr>
          <a:xfrm>
            <a:off x="2961742" y="3782873"/>
            <a:ext cx="953719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35" dirty="0"/>
          </a:p>
        </p:txBody>
      </p:sp>
      <p:sp>
        <p:nvSpPr>
          <p:cNvPr id="104" name="Shape 88"/>
          <p:cNvSpPr/>
          <p:nvPr/>
        </p:nvSpPr>
        <p:spPr>
          <a:xfrm>
            <a:off x="2879446" y="3950208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05" name="Text 89"/>
          <p:cNvSpPr txBox="1"/>
          <p:nvPr/>
        </p:nvSpPr>
        <p:spPr>
          <a:xfrm>
            <a:off x="2961742" y="3915461"/>
            <a:ext cx="953719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35" dirty="0"/>
          </a:p>
        </p:txBody>
      </p:sp>
      <p:sp>
        <p:nvSpPr>
          <p:cNvPr id="107" name="Text 90"/>
          <p:cNvSpPr txBox="1"/>
          <p:nvPr/>
        </p:nvSpPr>
        <p:spPr>
          <a:xfrm>
            <a:off x="4091940" y="3627425"/>
            <a:ext cx="1067105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5" b="1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65" dirty="0"/>
          </a:p>
        </p:txBody>
      </p:sp>
      <p:sp>
        <p:nvSpPr>
          <p:cNvPr id="108" name="Shape 91"/>
          <p:cNvSpPr/>
          <p:nvPr/>
        </p:nvSpPr>
        <p:spPr>
          <a:xfrm>
            <a:off x="4091940" y="3817620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09" name="Text 92"/>
          <p:cNvSpPr txBox="1"/>
          <p:nvPr/>
        </p:nvSpPr>
        <p:spPr>
          <a:xfrm>
            <a:off x="4174236" y="3782873"/>
            <a:ext cx="984809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35" dirty="0"/>
          </a:p>
        </p:txBody>
      </p:sp>
      <p:sp>
        <p:nvSpPr>
          <p:cNvPr id="110" name="Shape 93"/>
          <p:cNvSpPr/>
          <p:nvPr/>
        </p:nvSpPr>
        <p:spPr>
          <a:xfrm>
            <a:off x="4091940" y="3950208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11" name="Text 94"/>
          <p:cNvSpPr txBox="1"/>
          <p:nvPr/>
        </p:nvSpPr>
        <p:spPr>
          <a:xfrm>
            <a:off x="4174236" y="3915461"/>
            <a:ext cx="984809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35" dirty="0"/>
          </a:p>
        </p:txBody>
      </p:sp>
      <p:sp>
        <p:nvSpPr>
          <p:cNvPr id="113" name="Text 95"/>
          <p:cNvSpPr txBox="1"/>
          <p:nvPr/>
        </p:nvSpPr>
        <p:spPr>
          <a:xfrm>
            <a:off x="5336438" y="3627425"/>
            <a:ext cx="1377086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5" b="1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65" dirty="0"/>
          </a:p>
        </p:txBody>
      </p:sp>
      <p:sp>
        <p:nvSpPr>
          <p:cNvPr id="114" name="Shape 96"/>
          <p:cNvSpPr/>
          <p:nvPr/>
        </p:nvSpPr>
        <p:spPr>
          <a:xfrm>
            <a:off x="5336438" y="3817620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15" name="Text 97"/>
          <p:cNvSpPr txBox="1"/>
          <p:nvPr/>
        </p:nvSpPr>
        <p:spPr>
          <a:xfrm>
            <a:off x="5418734" y="3782873"/>
            <a:ext cx="129479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35" dirty="0"/>
          </a:p>
        </p:txBody>
      </p:sp>
      <p:sp>
        <p:nvSpPr>
          <p:cNvPr id="116" name="Shape 98"/>
          <p:cNvSpPr/>
          <p:nvPr/>
        </p:nvSpPr>
        <p:spPr>
          <a:xfrm>
            <a:off x="5336438" y="3950208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17" name="Text 99"/>
          <p:cNvSpPr txBox="1"/>
          <p:nvPr/>
        </p:nvSpPr>
        <p:spPr>
          <a:xfrm>
            <a:off x="5418734" y="3915461"/>
            <a:ext cx="129479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35" dirty="0"/>
          </a:p>
        </p:txBody>
      </p:sp>
      <p:sp>
        <p:nvSpPr>
          <p:cNvPr id="118" name="Shape 100"/>
          <p:cNvSpPr/>
          <p:nvPr/>
        </p:nvSpPr>
        <p:spPr>
          <a:xfrm>
            <a:off x="297180" y="4194353"/>
            <a:ext cx="6416345" cy="7223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B47A"/>
            </a:solidFill>
            <a:prstDash val="solid"/>
          </a:ln>
        </p:spPr>
      </p:sp>
      <p:sp>
        <p:nvSpPr>
          <p:cNvPr id="119" name="Shape 101"/>
          <p:cNvSpPr/>
          <p:nvPr/>
        </p:nvSpPr>
        <p:spPr>
          <a:xfrm>
            <a:off x="297180" y="4194353"/>
            <a:ext cx="1155802" cy="722376"/>
          </a:xfrm>
          <a:prstGeom prst="roundRect">
            <a:avLst/>
          </a:prstGeom>
          <a:solidFill>
            <a:srgbClr val="3B0D2D"/>
          </a:solidFill>
          <a:ln w="12700">
            <a:solidFill>
              <a:srgbClr val="3B0D2D">
                <a:alpha val="0"/>
              </a:srgbClr>
            </a:solidFill>
            <a:prstDash val="solid"/>
          </a:ln>
        </p:spPr>
      </p:sp>
      <p:sp>
        <p:nvSpPr>
          <p:cNvPr id="120" name="Shape 102"/>
          <p:cNvSpPr/>
          <p:nvPr/>
        </p:nvSpPr>
        <p:spPr>
          <a:xfrm>
            <a:off x="1338682" y="4194353"/>
            <a:ext cx="113386" cy="7223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1" name="Shape 103"/>
          <p:cNvSpPr/>
          <p:nvPr/>
        </p:nvSpPr>
        <p:spPr>
          <a:xfrm>
            <a:off x="404165" y="4249217"/>
            <a:ext cx="160020" cy="160020"/>
          </a:xfrm>
          <a:prstGeom prst="round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22" name="Text 104"/>
          <p:cNvSpPr txBox="1"/>
          <p:nvPr/>
        </p:nvSpPr>
        <p:spPr>
          <a:xfrm>
            <a:off x="436169" y="4281221"/>
            <a:ext cx="9601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580" dirty="0"/>
          </a:p>
        </p:txBody>
      </p:sp>
      <p:sp>
        <p:nvSpPr>
          <p:cNvPr id="124" name="Text 105"/>
          <p:cNvSpPr txBox="1"/>
          <p:nvPr/>
        </p:nvSpPr>
        <p:spPr>
          <a:xfrm>
            <a:off x="372161" y="4528109"/>
            <a:ext cx="100401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800" dirty="0"/>
          </a:p>
        </p:txBody>
      </p:sp>
      <p:sp>
        <p:nvSpPr>
          <p:cNvPr id="125" name="Text 106"/>
          <p:cNvSpPr txBox="1"/>
          <p:nvPr/>
        </p:nvSpPr>
        <p:spPr>
          <a:xfrm>
            <a:off x="391363" y="4756709"/>
            <a:ext cx="966521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70" dirty="0">
                <a:solidFill>
                  <a:srgbClr val="C9B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70" dirty="0"/>
          </a:p>
        </p:txBody>
      </p:sp>
      <p:sp>
        <p:nvSpPr>
          <p:cNvPr id="126" name="Shape 107"/>
          <p:cNvSpPr/>
          <p:nvPr/>
        </p:nvSpPr>
        <p:spPr>
          <a:xfrm>
            <a:off x="2702966" y="4276649"/>
            <a:ext cx="0" cy="557784"/>
          </a:xfrm>
          <a:prstGeom prst="line">
            <a:avLst/>
          </a:prstGeom>
          <a:noFill/>
          <a:ln w="8255">
            <a:solidFill>
              <a:srgbClr val="E5DED6"/>
            </a:solidFill>
            <a:prstDash val="solid"/>
            <a:headEnd type="none"/>
            <a:tailEnd type="none"/>
          </a:ln>
        </p:spPr>
      </p:sp>
      <p:sp>
        <p:nvSpPr>
          <p:cNvPr id="127" name="Shape 108"/>
          <p:cNvSpPr/>
          <p:nvPr/>
        </p:nvSpPr>
        <p:spPr>
          <a:xfrm>
            <a:off x="3915461" y="4276649"/>
            <a:ext cx="0" cy="557784"/>
          </a:xfrm>
          <a:prstGeom prst="line">
            <a:avLst/>
          </a:prstGeom>
          <a:noFill/>
          <a:ln w="8255">
            <a:solidFill>
              <a:srgbClr val="E5DED6"/>
            </a:solidFill>
            <a:prstDash val="solid"/>
            <a:headEnd type="none"/>
            <a:tailEnd type="none"/>
          </a:ln>
        </p:spPr>
      </p:sp>
      <p:sp>
        <p:nvSpPr>
          <p:cNvPr id="128" name="Shape 109"/>
          <p:cNvSpPr/>
          <p:nvPr/>
        </p:nvSpPr>
        <p:spPr>
          <a:xfrm>
            <a:off x="5159045" y="4276649"/>
            <a:ext cx="0" cy="557784"/>
          </a:xfrm>
          <a:prstGeom prst="line">
            <a:avLst/>
          </a:prstGeom>
          <a:noFill/>
          <a:ln w="8255">
            <a:solidFill>
              <a:srgbClr val="E5DED6"/>
            </a:solidFill>
            <a:prstDash val="solid"/>
            <a:headEnd type="none"/>
            <a:tailEnd type="none"/>
          </a:ln>
        </p:spPr>
      </p:sp>
      <p:sp>
        <p:nvSpPr>
          <p:cNvPr id="130" name="Text 110"/>
          <p:cNvSpPr txBox="1"/>
          <p:nvPr/>
        </p:nvSpPr>
        <p:spPr>
          <a:xfrm>
            <a:off x="1629461" y="4395521"/>
            <a:ext cx="1073506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5" b="1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65" dirty="0"/>
          </a:p>
        </p:txBody>
      </p:sp>
      <p:sp>
        <p:nvSpPr>
          <p:cNvPr id="131" name="Shape 111"/>
          <p:cNvSpPr/>
          <p:nvPr/>
        </p:nvSpPr>
        <p:spPr>
          <a:xfrm>
            <a:off x="1629461" y="4585716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32" name="Text 112"/>
          <p:cNvSpPr txBox="1"/>
          <p:nvPr/>
        </p:nvSpPr>
        <p:spPr>
          <a:xfrm>
            <a:off x="1711757" y="4550969"/>
            <a:ext cx="99121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35" dirty="0"/>
          </a:p>
        </p:txBody>
      </p:sp>
      <p:sp>
        <p:nvSpPr>
          <p:cNvPr id="133" name="Shape 113"/>
          <p:cNvSpPr/>
          <p:nvPr/>
        </p:nvSpPr>
        <p:spPr>
          <a:xfrm>
            <a:off x="1629461" y="4718304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34" name="Text 114"/>
          <p:cNvSpPr txBox="1"/>
          <p:nvPr/>
        </p:nvSpPr>
        <p:spPr>
          <a:xfrm>
            <a:off x="1711757" y="4683557"/>
            <a:ext cx="99121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35" dirty="0"/>
          </a:p>
        </p:txBody>
      </p:sp>
      <p:sp>
        <p:nvSpPr>
          <p:cNvPr id="136" name="Text 115"/>
          <p:cNvSpPr txBox="1"/>
          <p:nvPr/>
        </p:nvSpPr>
        <p:spPr>
          <a:xfrm>
            <a:off x="2879446" y="4395521"/>
            <a:ext cx="1036015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5" b="1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65" dirty="0"/>
          </a:p>
        </p:txBody>
      </p:sp>
      <p:sp>
        <p:nvSpPr>
          <p:cNvPr id="137" name="Shape 116"/>
          <p:cNvSpPr/>
          <p:nvPr/>
        </p:nvSpPr>
        <p:spPr>
          <a:xfrm>
            <a:off x="2879446" y="4585716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38" name="Text 117"/>
          <p:cNvSpPr txBox="1"/>
          <p:nvPr/>
        </p:nvSpPr>
        <p:spPr>
          <a:xfrm>
            <a:off x="2961742" y="4550969"/>
            <a:ext cx="953719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35" dirty="0"/>
          </a:p>
        </p:txBody>
      </p:sp>
      <p:sp>
        <p:nvSpPr>
          <p:cNvPr id="139" name="Shape 118"/>
          <p:cNvSpPr/>
          <p:nvPr/>
        </p:nvSpPr>
        <p:spPr>
          <a:xfrm>
            <a:off x="2879446" y="4718304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40" name="Text 119"/>
          <p:cNvSpPr txBox="1"/>
          <p:nvPr/>
        </p:nvSpPr>
        <p:spPr>
          <a:xfrm>
            <a:off x="2961742" y="4683557"/>
            <a:ext cx="953719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35" dirty="0"/>
          </a:p>
        </p:txBody>
      </p:sp>
      <p:sp>
        <p:nvSpPr>
          <p:cNvPr id="142" name="Text 120"/>
          <p:cNvSpPr txBox="1"/>
          <p:nvPr/>
        </p:nvSpPr>
        <p:spPr>
          <a:xfrm>
            <a:off x="4091940" y="4395521"/>
            <a:ext cx="1067105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5" b="1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65" dirty="0"/>
          </a:p>
        </p:txBody>
      </p:sp>
      <p:sp>
        <p:nvSpPr>
          <p:cNvPr id="143" name="Shape 121"/>
          <p:cNvSpPr/>
          <p:nvPr/>
        </p:nvSpPr>
        <p:spPr>
          <a:xfrm>
            <a:off x="4091940" y="4585716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44" name="Text 122"/>
          <p:cNvSpPr txBox="1"/>
          <p:nvPr/>
        </p:nvSpPr>
        <p:spPr>
          <a:xfrm>
            <a:off x="4174236" y="4550969"/>
            <a:ext cx="984809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35" dirty="0"/>
          </a:p>
        </p:txBody>
      </p:sp>
      <p:sp>
        <p:nvSpPr>
          <p:cNvPr id="145" name="Shape 123"/>
          <p:cNvSpPr/>
          <p:nvPr/>
        </p:nvSpPr>
        <p:spPr>
          <a:xfrm>
            <a:off x="4091940" y="4718304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46" name="Text 124"/>
          <p:cNvSpPr txBox="1"/>
          <p:nvPr/>
        </p:nvSpPr>
        <p:spPr>
          <a:xfrm>
            <a:off x="4174236" y="4683557"/>
            <a:ext cx="984809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35" dirty="0"/>
          </a:p>
        </p:txBody>
      </p:sp>
      <p:sp>
        <p:nvSpPr>
          <p:cNvPr id="148" name="Text 125"/>
          <p:cNvSpPr txBox="1"/>
          <p:nvPr/>
        </p:nvSpPr>
        <p:spPr>
          <a:xfrm>
            <a:off x="5336438" y="4395521"/>
            <a:ext cx="1377086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5" b="1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65" dirty="0"/>
          </a:p>
        </p:txBody>
      </p:sp>
      <p:sp>
        <p:nvSpPr>
          <p:cNvPr id="149" name="Shape 126"/>
          <p:cNvSpPr/>
          <p:nvPr/>
        </p:nvSpPr>
        <p:spPr>
          <a:xfrm>
            <a:off x="5336438" y="4585716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50" name="Text 127"/>
          <p:cNvSpPr txBox="1"/>
          <p:nvPr/>
        </p:nvSpPr>
        <p:spPr>
          <a:xfrm>
            <a:off x="5418734" y="4550969"/>
            <a:ext cx="129479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35" dirty="0"/>
          </a:p>
        </p:txBody>
      </p:sp>
      <p:sp>
        <p:nvSpPr>
          <p:cNvPr id="151" name="Shape 128"/>
          <p:cNvSpPr/>
          <p:nvPr/>
        </p:nvSpPr>
        <p:spPr>
          <a:xfrm>
            <a:off x="5336438" y="4718304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52" name="Text 129"/>
          <p:cNvSpPr txBox="1"/>
          <p:nvPr/>
        </p:nvSpPr>
        <p:spPr>
          <a:xfrm>
            <a:off x="5418734" y="4683557"/>
            <a:ext cx="129479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35" dirty="0"/>
          </a:p>
        </p:txBody>
      </p:sp>
      <p:sp>
        <p:nvSpPr>
          <p:cNvPr id="153" name="Shape 130"/>
          <p:cNvSpPr/>
          <p:nvPr/>
        </p:nvSpPr>
        <p:spPr>
          <a:xfrm>
            <a:off x="297180" y="4962449"/>
            <a:ext cx="6416345" cy="7223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B47A"/>
            </a:solidFill>
            <a:prstDash val="solid"/>
          </a:ln>
        </p:spPr>
      </p:sp>
      <p:sp>
        <p:nvSpPr>
          <p:cNvPr id="154" name="Shape 131"/>
          <p:cNvSpPr/>
          <p:nvPr/>
        </p:nvSpPr>
        <p:spPr>
          <a:xfrm>
            <a:off x="297180" y="4962449"/>
            <a:ext cx="1155802" cy="722376"/>
          </a:xfrm>
          <a:prstGeom prst="roundRect">
            <a:avLst/>
          </a:prstGeom>
          <a:solidFill>
            <a:srgbClr val="3B0D2D"/>
          </a:solidFill>
          <a:ln w="12700">
            <a:solidFill>
              <a:srgbClr val="3B0D2D">
                <a:alpha val="0"/>
              </a:srgbClr>
            </a:solidFill>
            <a:prstDash val="solid"/>
          </a:ln>
        </p:spPr>
      </p:sp>
      <p:sp>
        <p:nvSpPr>
          <p:cNvPr id="155" name="Shape 132"/>
          <p:cNvSpPr/>
          <p:nvPr/>
        </p:nvSpPr>
        <p:spPr>
          <a:xfrm>
            <a:off x="1338682" y="4962449"/>
            <a:ext cx="113386" cy="7223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6" name="Shape 133"/>
          <p:cNvSpPr/>
          <p:nvPr/>
        </p:nvSpPr>
        <p:spPr>
          <a:xfrm>
            <a:off x="404165" y="5017313"/>
            <a:ext cx="160020" cy="160020"/>
          </a:xfrm>
          <a:prstGeom prst="round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57" name="Text 134"/>
          <p:cNvSpPr txBox="1"/>
          <p:nvPr/>
        </p:nvSpPr>
        <p:spPr>
          <a:xfrm>
            <a:off x="436169" y="5049317"/>
            <a:ext cx="9601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580" dirty="0"/>
          </a:p>
        </p:txBody>
      </p:sp>
      <p:sp>
        <p:nvSpPr>
          <p:cNvPr id="159" name="Text 135"/>
          <p:cNvSpPr txBox="1"/>
          <p:nvPr/>
        </p:nvSpPr>
        <p:spPr>
          <a:xfrm>
            <a:off x="372161" y="5296205"/>
            <a:ext cx="100401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800" dirty="0"/>
          </a:p>
        </p:txBody>
      </p:sp>
      <p:sp>
        <p:nvSpPr>
          <p:cNvPr id="160" name="Text 136"/>
          <p:cNvSpPr txBox="1"/>
          <p:nvPr/>
        </p:nvSpPr>
        <p:spPr>
          <a:xfrm>
            <a:off x="391363" y="5524805"/>
            <a:ext cx="966521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70" dirty="0">
                <a:solidFill>
                  <a:srgbClr val="C9B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70" dirty="0"/>
          </a:p>
        </p:txBody>
      </p:sp>
      <p:sp>
        <p:nvSpPr>
          <p:cNvPr id="161" name="Shape 137"/>
          <p:cNvSpPr/>
          <p:nvPr/>
        </p:nvSpPr>
        <p:spPr>
          <a:xfrm>
            <a:off x="2702966" y="5044745"/>
            <a:ext cx="0" cy="557784"/>
          </a:xfrm>
          <a:prstGeom prst="line">
            <a:avLst/>
          </a:prstGeom>
          <a:noFill/>
          <a:ln w="8255">
            <a:solidFill>
              <a:srgbClr val="E5DED6"/>
            </a:solidFill>
            <a:prstDash val="solid"/>
            <a:headEnd type="none"/>
            <a:tailEnd type="none"/>
          </a:ln>
        </p:spPr>
      </p:sp>
      <p:sp>
        <p:nvSpPr>
          <p:cNvPr id="162" name="Shape 138"/>
          <p:cNvSpPr/>
          <p:nvPr/>
        </p:nvSpPr>
        <p:spPr>
          <a:xfrm>
            <a:off x="3915461" y="5044745"/>
            <a:ext cx="0" cy="557784"/>
          </a:xfrm>
          <a:prstGeom prst="line">
            <a:avLst/>
          </a:prstGeom>
          <a:noFill/>
          <a:ln w="8255">
            <a:solidFill>
              <a:srgbClr val="E5DED6"/>
            </a:solidFill>
            <a:prstDash val="solid"/>
            <a:headEnd type="none"/>
            <a:tailEnd type="none"/>
          </a:ln>
        </p:spPr>
      </p:sp>
      <p:sp>
        <p:nvSpPr>
          <p:cNvPr id="163" name="Shape 139"/>
          <p:cNvSpPr/>
          <p:nvPr/>
        </p:nvSpPr>
        <p:spPr>
          <a:xfrm>
            <a:off x="5159045" y="5044745"/>
            <a:ext cx="0" cy="557784"/>
          </a:xfrm>
          <a:prstGeom prst="line">
            <a:avLst/>
          </a:prstGeom>
          <a:noFill/>
          <a:ln w="8255">
            <a:solidFill>
              <a:srgbClr val="E5DED6"/>
            </a:solidFill>
            <a:prstDash val="solid"/>
            <a:headEnd type="none"/>
            <a:tailEnd type="none"/>
          </a:ln>
        </p:spPr>
      </p:sp>
      <p:sp>
        <p:nvSpPr>
          <p:cNvPr id="165" name="Text 140"/>
          <p:cNvSpPr txBox="1"/>
          <p:nvPr/>
        </p:nvSpPr>
        <p:spPr>
          <a:xfrm>
            <a:off x="1629461" y="5163617"/>
            <a:ext cx="1073506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5" b="1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65" dirty="0"/>
          </a:p>
        </p:txBody>
      </p:sp>
      <p:sp>
        <p:nvSpPr>
          <p:cNvPr id="166" name="Shape 141"/>
          <p:cNvSpPr/>
          <p:nvPr/>
        </p:nvSpPr>
        <p:spPr>
          <a:xfrm>
            <a:off x="1629461" y="5353812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67" name="Text 142"/>
          <p:cNvSpPr txBox="1"/>
          <p:nvPr/>
        </p:nvSpPr>
        <p:spPr>
          <a:xfrm>
            <a:off x="1711757" y="5319065"/>
            <a:ext cx="99121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35" dirty="0"/>
          </a:p>
        </p:txBody>
      </p:sp>
      <p:sp>
        <p:nvSpPr>
          <p:cNvPr id="168" name="Shape 143"/>
          <p:cNvSpPr/>
          <p:nvPr/>
        </p:nvSpPr>
        <p:spPr>
          <a:xfrm>
            <a:off x="1629461" y="5486400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69" name="Text 144"/>
          <p:cNvSpPr txBox="1"/>
          <p:nvPr/>
        </p:nvSpPr>
        <p:spPr>
          <a:xfrm>
            <a:off x="1711757" y="5451653"/>
            <a:ext cx="99121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35" dirty="0"/>
          </a:p>
        </p:txBody>
      </p:sp>
      <p:sp>
        <p:nvSpPr>
          <p:cNvPr id="171" name="Text 145"/>
          <p:cNvSpPr txBox="1"/>
          <p:nvPr/>
        </p:nvSpPr>
        <p:spPr>
          <a:xfrm>
            <a:off x="2879446" y="5163617"/>
            <a:ext cx="1036015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5" b="1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65" dirty="0"/>
          </a:p>
        </p:txBody>
      </p:sp>
      <p:sp>
        <p:nvSpPr>
          <p:cNvPr id="172" name="Shape 146"/>
          <p:cNvSpPr/>
          <p:nvPr/>
        </p:nvSpPr>
        <p:spPr>
          <a:xfrm>
            <a:off x="2879446" y="5353812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73" name="Text 147"/>
          <p:cNvSpPr txBox="1"/>
          <p:nvPr/>
        </p:nvSpPr>
        <p:spPr>
          <a:xfrm>
            <a:off x="2961742" y="5319065"/>
            <a:ext cx="953719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35" dirty="0"/>
          </a:p>
        </p:txBody>
      </p:sp>
      <p:sp>
        <p:nvSpPr>
          <p:cNvPr id="174" name="Shape 148"/>
          <p:cNvSpPr/>
          <p:nvPr/>
        </p:nvSpPr>
        <p:spPr>
          <a:xfrm>
            <a:off x="2879446" y="5486400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75" name="Text 149"/>
          <p:cNvSpPr txBox="1"/>
          <p:nvPr/>
        </p:nvSpPr>
        <p:spPr>
          <a:xfrm>
            <a:off x="2961742" y="5451653"/>
            <a:ext cx="953719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35" dirty="0"/>
          </a:p>
        </p:txBody>
      </p:sp>
      <p:sp>
        <p:nvSpPr>
          <p:cNvPr id="177" name="Text 150"/>
          <p:cNvSpPr txBox="1"/>
          <p:nvPr/>
        </p:nvSpPr>
        <p:spPr>
          <a:xfrm>
            <a:off x="4091940" y="5163617"/>
            <a:ext cx="1067105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5" b="1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65" dirty="0"/>
          </a:p>
        </p:txBody>
      </p:sp>
      <p:sp>
        <p:nvSpPr>
          <p:cNvPr id="178" name="Shape 151"/>
          <p:cNvSpPr/>
          <p:nvPr/>
        </p:nvSpPr>
        <p:spPr>
          <a:xfrm>
            <a:off x="4091940" y="5353812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79" name="Text 152"/>
          <p:cNvSpPr txBox="1"/>
          <p:nvPr/>
        </p:nvSpPr>
        <p:spPr>
          <a:xfrm>
            <a:off x="4174236" y="5319065"/>
            <a:ext cx="984809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35" dirty="0"/>
          </a:p>
        </p:txBody>
      </p:sp>
      <p:sp>
        <p:nvSpPr>
          <p:cNvPr id="180" name="Shape 153"/>
          <p:cNvSpPr/>
          <p:nvPr/>
        </p:nvSpPr>
        <p:spPr>
          <a:xfrm>
            <a:off x="4091940" y="5486400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81" name="Text 154"/>
          <p:cNvSpPr txBox="1"/>
          <p:nvPr/>
        </p:nvSpPr>
        <p:spPr>
          <a:xfrm>
            <a:off x="4174236" y="5451653"/>
            <a:ext cx="984809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35" dirty="0"/>
          </a:p>
        </p:txBody>
      </p:sp>
      <p:sp>
        <p:nvSpPr>
          <p:cNvPr id="183" name="Text 155"/>
          <p:cNvSpPr txBox="1"/>
          <p:nvPr/>
        </p:nvSpPr>
        <p:spPr>
          <a:xfrm>
            <a:off x="5336438" y="5163617"/>
            <a:ext cx="1377086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5" b="1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65" dirty="0"/>
          </a:p>
        </p:txBody>
      </p:sp>
      <p:sp>
        <p:nvSpPr>
          <p:cNvPr id="184" name="Shape 156"/>
          <p:cNvSpPr/>
          <p:nvPr/>
        </p:nvSpPr>
        <p:spPr>
          <a:xfrm>
            <a:off x="5336438" y="5353812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85" name="Text 157"/>
          <p:cNvSpPr txBox="1"/>
          <p:nvPr/>
        </p:nvSpPr>
        <p:spPr>
          <a:xfrm>
            <a:off x="5418734" y="5319065"/>
            <a:ext cx="129479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35" dirty="0"/>
          </a:p>
        </p:txBody>
      </p:sp>
      <p:sp>
        <p:nvSpPr>
          <p:cNvPr id="186" name="Shape 158"/>
          <p:cNvSpPr/>
          <p:nvPr/>
        </p:nvSpPr>
        <p:spPr>
          <a:xfrm>
            <a:off x="5336438" y="5486400"/>
            <a:ext cx="20117" cy="20117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87" name="Text 159"/>
          <p:cNvSpPr txBox="1"/>
          <p:nvPr/>
        </p:nvSpPr>
        <p:spPr>
          <a:xfrm>
            <a:off x="5418734" y="5451653"/>
            <a:ext cx="129479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35" dirty="0"/>
          </a:p>
        </p:txBody>
      </p:sp>
      <p:sp>
        <p:nvSpPr>
          <p:cNvPr id="188" name="Shape 160"/>
          <p:cNvSpPr/>
          <p:nvPr/>
        </p:nvSpPr>
        <p:spPr>
          <a:xfrm>
            <a:off x="6895490" y="2588666"/>
            <a:ext cx="1932127" cy="31135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B47A"/>
            </a:solidFill>
            <a:prstDash val="solid"/>
          </a:ln>
        </p:spPr>
      </p:sp>
      <p:sp>
        <p:nvSpPr>
          <p:cNvPr id="189" name="Shape 161"/>
          <p:cNvSpPr/>
          <p:nvPr/>
        </p:nvSpPr>
        <p:spPr>
          <a:xfrm>
            <a:off x="6984187" y="2683764"/>
            <a:ext cx="195682" cy="195682"/>
          </a:xfrm>
          <a:prstGeom prst="round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90" name="Text 162"/>
          <p:cNvSpPr txBox="1"/>
          <p:nvPr/>
        </p:nvSpPr>
        <p:spPr>
          <a:xfrm>
            <a:off x="7016191" y="2715768"/>
            <a:ext cx="13167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00" dirty="0"/>
          </a:p>
        </p:txBody>
      </p:sp>
      <p:sp>
        <p:nvSpPr>
          <p:cNvPr id="192" name="Text 163"/>
          <p:cNvSpPr txBox="1"/>
          <p:nvPr/>
        </p:nvSpPr>
        <p:spPr>
          <a:xfrm>
            <a:off x="7603236" y="2785262"/>
            <a:ext cx="1110996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3B0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920" dirty="0"/>
          </a:p>
        </p:txBody>
      </p:sp>
      <p:sp>
        <p:nvSpPr>
          <p:cNvPr id="193" name="Text 164"/>
          <p:cNvSpPr txBox="1"/>
          <p:nvPr/>
        </p:nvSpPr>
        <p:spPr>
          <a:xfrm>
            <a:off x="7603236" y="2987345"/>
            <a:ext cx="103327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A3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810" dirty="0"/>
          </a:p>
        </p:txBody>
      </p:sp>
      <p:sp>
        <p:nvSpPr>
          <p:cNvPr id="194" name="Text 165"/>
          <p:cNvSpPr txBox="1"/>
          <p:nvPr/>
        </p:nvSpPr>
        <p:spPr>
          <a:xfrm>
            <a:off x="7129577" y="3355848"/>
            <a:ext cx="150876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0" b="1" spc="45" kern="0" dirty="0">
                <a:solidFill>
                  <a:srgbClr val="A3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600" dirty="0"/>
          </a:p>
        </p:txBody>
      </p:sp>
      <p:sp>
        <p:nvSpPr>
          <p:cNvPr id="195" name="Shape 166"/>
          <p:cNvSpPr/>
          <p:nvPr/>
        </p:nvSpPr>
        <p:spPr>
          <a:xfrm>
            <a:off x="7129577" y="3546043"/>
            <a:ext cx="25603" cy="25603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96" name="Text 167"/>
          <p:cNvSpPr txBox="1"/>
          <p:nvPr/>
        </p:nvSpPr>
        <p:spPr>
          <a:xfrm>
            <a:off x="7230161" y="3502152"/>
            <a:ext cx="1521562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685" dirty="0"/>
          </a:p>
        </p:txBody>
      </p:sp>
      <p:sp>
        <p:nvSpPr>
          <p:cNvPr id="197" name="Shape 168"/>
          <p:cNvSpPr/>
          <p:nvPr/>
        </p:nvSpPr>
        <p:spPr>
          <a:xfrm>
            <a:off x="7129577" y="3696919"/>
            <a:ext cx="25603" cy="25603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198" name="Text 169"/>
          <p:cNvSpPr txBox="1"/>
          <p:nvPr/>
        </p:nvSpPr>
        <p:spPr>
          <a:xfrm>
            <a:off x="7230161" y="3653028"/>
            <a:ext cx="1521562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685" dirty="0"/>
          </a:p>
        </p:txBody>
      </p:sp>
      <p:sp>
        <p:nvSpPr>
          <p:cNvPr id="199" name="Shape 170"/>
          <p:cNvSpPr/>
          <p:nvPr/>
        </p:nvSpPr>
        <p:spPr>
          <a:xfrm>
            <a:off x="7129577" y="3847795"/>
            <a:ext cx="25603" cy="25603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200" name="Text 171"/>
          <p:cNvSpPr txBox="1"/>
          <p:nvPr/>
        </p:nvSpPr>
        <p:spPr>
          <a:xfrm>
            <a:off x="7230161" y="3803904"/>
            <a:ext cx="1521562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685" dirty="0"/>
          </a:p>
        </p:txBody>
      </p:sp>
      <p:sp>
        <p:nvSpPr>
          <p:cNvPr id="201" name="Shape 172"/>
          <p:cNvSpPr/>
          <p:nvPr/>
        </p:nvSpPr>
        <p:spPr>
          <a:xfrm>
            <a:off x="6984187" y="4288536"/>
            <a:ext cx="1755648" cy="0"/>
          </a:xfrm>
          <a:prstGeom prst="line">
            <a:avLst/>
          </a:prstGeom>
          <a:noFill/>
          <a:ln w="8255">
            <a:solidFill>
              <a:srgbClr val="D7D0C7"/>
            </a:solidFill>
            <a:prstDash val="solid"/>
            <a:headEnd type="none"/>
            <a:tailEnd type="none"/>
          </a:ln>
        </p:spPr>
      </p:sp>
      <p:sp>
        <p:nvSpPr>
          <p:cNvPr id="202" name="Text 173"/>
          <p:cNvSpPr txBox="1"/>
          <p:nvPr/>
        </p:nvSpPr>
        <p:spPr>
          <a:xfrm>
            <a:off x="7129577" y="4443984"/>
            <a:ext cx="150876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0" b="1" spc="40" kern="0" dirty="0">
                <a:solidFill>
                  <a:srgbClr val="A3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600" dirty="0"/>
          </a:p>
        </p:txBody>
      </p:sp>
      <p:sp>
        <p:nvSpPr>
          <p:cNvPr id="203" name="Shape 174"/>
          <p:cNvSpPr/>
          <p:nvPr/>
        </p:nvSpPr>
        <p:spPr>
          <a:xfrm>
            <a:off x="7129577" y="4634179"/>
            <a:ext cx="25603" cy="25603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204" name="Text 175"/>
          <p:cNvSpPr txBox="1"/>
          <p:nvPr/>
        </p:nvSpPr>
        <p:spPr>
          <a:xfrm>
            <a:off x="7230161" y="4590288"/>
            <a:ext cx="1521562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685" dirty="0"/>
          </a:p>
        </p:txBody>
      </p:sp>
      <p:sp>
        <p:nvSpPr>
          <p:cNvPr id="205" name="Shape 176"/>
          <p:cNvSpPr/>
          <p:nvPr/>
        </p:nvSpPr>
        <p:spPr>
          <a:xfrm>
            <a:off x="7129577" y="4785055"/>
            <a:ext cx="25603" cy="25603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206" name="Text 177"/>
          <p:cNvSpPr txBox="1"/>
          <p:nvPr/>
        </p:nvSpPr>
        <p:spPr>
          <a:xfrm>
            <a:off x="7230161" y="4741164"/>
            <a:ext cx="1521562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685" dirty="0"/>
          </a:p>
        </p:txBody>
      </p:sp>
      <p:sp>
        <p:nvSpPr>
          <p:cNvPr id="207" name="Shape 178"/>
          <p:cNvSpPr/>
          <p:nvPr/>
        </p:nvSpPr>
        <p:spPr>
          <a:xfrm>
            <a:off x="7129577" y="4935931"/>
            <a:ext cx="25603" cy="25603"/>
          </a:xfrm>
          <a:prstGeom prst="rect">
            <a:avLst/>
          </a:prstGeom>
          <a:solidFill>
            <a:srgbClr val="A38449"/>
          </a:solidFill>
          <a:ln w="12700">
            <a:solidFill>
              <a:srgbClr val="A38449">
                <a:alpha val="0"/>
              </a:srgbClr>
            </a:solidFill>
            <a:prstDash val="solid"/>
          </a:ln>
        </p:spPr>
      </p:sp>
      <p:sp>
        <p:nvSpPr>
          <p:cNvPr id="208" name="Text 179"/>
          <p:cNvSpPr txBox="1"/>
          <p:nvPr/>
        </p:nvSpPr>
        <p:spPr>
          <a:xfrm>
            <a:off x="7230161" y="4892040"/>
            <a:ext cx="1521562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5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685" dirty="0"/>
          </a:p>
        </p:txBody>
      </p:sp>
      <p:sp>
        <p:nvSpPr>
          <p:cNvPr id="209" name="Shape 180"/>
          <p:cNvSpPr/>
          <p:nvPr/>
        </p:nvSpPr>
        <p:spPr>
          <a:xfrm>
            <a:off x="297180" y="5891479"/>
            <a:ext cx="8272577" cy="6126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D0C7"/>
            </a:solidFill>
            <a:prstDash val="solid"/>
          </a:ln>
        </p:spPr>
      </p:sp>
      <p:sp>
        <p:nvSpPr>
          <p:cNvPr id="210" name="Shape 181"/>
          <p:cNvSpPr/>
          <p:nvPr/>
        </p:nvSpPr>
        <p:spPr>
          <a:xfrm>
            <a:off x="297180" y="5891479"/>
            <a:ext cx="1553566" cy="612648"/>
          </a:xfrm>
          <a:prstGeom prst="roundRect">
            <a:avLst/>
          </a:prstGeom>
          <a:solidFill>
            <a:srgbClr val="3B0D2D"/>
          </a:solidFill>
          <a:ln w="12700">
            <a:solidFill>
              <a:srgbClr val="3B0D2D">
                <a:alpha val="0"/>
              </a:srgbClr>
            </a:solidFill>
            <a:prstDash val="solid"/>
          </a:ln>
        </p:spPr>
      </p:sp>
      <p:sp>
        <p:nvSpPr>
          <p:cNvPr id="211" name="Shape 182"/>
          <p:cNvSpPr/>
          <p:nvPr/>
        </p:nvSpPr>
        <p:spPr>
          <a:xfrm>
            <a:off x="1717243" y="5891479"/>
            <a:ext cx="132588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3" name="Text 183"/>
          <p:cNvSpPr txBox="1"/>
          <p:nvPr/>
        </p:nvSpPr>
        <p:spPr>
          <a:xfrm>
            <a:off x="865022" y="6043270"/>
            <a:ext cx="821131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920" dirty="0"/>
          </a:p>
          <a:p>
            <a:pPr algn="l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920" dirty="0"/>
          </a:p>
        </p:txBody>
      </p:sp>
      <p:sp>
        <p:nvSpPr>
          <p:cNvPr id="214" name="Shape 184"/>
          <p:cNvSpPr/>
          <p:nvPr/>
        </p:nvSpPr>
        <p:spPr>
          <a:xfrm>
            <a:off x="3524098" y="6030468"/>
            <a:ext cx="0" cy="334670"/>
          </a:xfrm>
          <a:prstGeom prst="line">
            <a:avLst/>
          </a:prstGeom>
          <a:noFill/>
          <a:ln w="9525">
            <a:solidFill>
              <a:srgbClr val="E5DED6"/>
            </a:solidFill>
            <a:prstDash val="solid"/>
            <a:headEnd type="none"/>
            <a:tailEnd type="none"/>
          </a:ln>
        </p:spPr>
      </p:sp>
      <p:sp>
        <p:nvSpPr>
          <p:cNvPr id="215" name="Shape 185"/>
          <p:cNvSpPr/>
          <p:nvPr/>
        </p:nvSpPr>
        <p:spPr>
          <a:xfrm>
            <a:off x="5241341" y="6030468"/>
            <a:ext cx="0" cy="334670"/>
          </a:xfrm>
          <a:prstGeom prst="line">
            <a:avLst/>
          </a:prstGeom>
          <a:noFill/>
          <a:ln w="9525">
            <a:solidFill>
              <a:srgbClr val="E5DED6"/>
            </a:solidFill>
            <a:prstDash val="solid"/>
            <a:headEnd type="none"/>
            <a:tailEnd type="none"/>
          </a:ln>
        </p:spPr>
      </p:sp>
      <p:sp>
        <p:nvSpPr>
          <p:cNvPr id="216" name="Shape 186"/>
          <p:cNvSpPr/>
          <p:nvPr/>
        </p:nvSpPr>
        <p:spPr>
          <a:xfrm>
            <a:off x="6933895" y="6030468"/>
            <a:ext cx="0" cy="334670"/>
          </a:xfrm>
          <a:prstGeom prst="line">
            <a:avLst/>
          </a:prstGeom>
          <a:noFill/>
          <a:ln w="9525">
            <a:solidFill>
              <a:srgbClr val="E5DED6"/>
            </a:solidFill>
            <a:prstDash val="solid"/>
            <a:headEnd type="none"/>
            <a:tailEnd type="none"/>
          </a:ln>
        </p:spPr>
      </p:sp>
      <p:sp>
        <p:nvSpPr>
          <p:cNvPr id="218" name="Text 187"/>
          <p:cNvSpPr txBox="1"/>
          <p:nvPr/>
        </p:nvSpPr>
        <p:spPr>
          <a:xfrm>
            <a:off x="2607869" y="6068873"/>
            <a:ext cx="821131" cy="2843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5" b="1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845" dirty="0"/>
          </a:p>
          <a:p>
            <a:pPr algn="l" indent="0" marL="0">
              <a:buNone/>
            </a:pPr>
            <a:r>
              <a:rPr lang="en-US" sz="845" b="1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845" dirty="0"/>
          </a:p>
        </p:txBody>
      </p:sp>
      <p:sp>
        <p:nvSpPr>
          <p:cNvPr id="220" name="Text 188"/>
          <p:cNvSpPr txBox="1"/>
          <p:nvPr/>
        </p:nvSpPr>
        <p:spPr>
          <a:xfrm>
            <a:off x="4319626" y="6068873"/>
            <a:ext cx="758038" cy="2843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5" b="1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845" dirty="0"/>
          </a:p>
          <a:p>
            <a:pPr algn="l" indent="0" marL="0">
              <a:buNone/>
            </a:pPr>
            <a:r>
              <a:rPr lang="en-US" sz="845" b="1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845" dirty="0"/>
          </a:p>
        </p:txBody>
      </p:sp>
      <p:sp>
        <p:nvSpPr>
          <p:cNvPr id="222" name="Text 189"/>
          <p:cNvSpPr txBox="1"/>
          <p:nvPr/>
        </p:nvSpPr>
        <p:spPr>
          <a:xfrm>
            <a:off x="5973775" y="6068873"/>
            <a:ext cx="821131" cy="2843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5" b="1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845" dirty="0"/>
          </a:p>
          <a:p>
            <a:pPr algn="l" indent="0" marL="0">
              <a:buNone/>
            </a:pPr>
            <a:r>
              <a:rPr lang="en-US" sz="845" b="1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845" dirty="0"/>
          </a:p>
        </p:txBody>
      </p:sp>
      <p:sp>
        <p:nvSpPr>
          <p:cNvPr id="224" name="Text 190"/>
          <p:cNvSpPr txBox="1"/>
          <p:nvPr/>
        </p:nvSpPr>
        <p:spPr>
          <a:xfrm>
            <a:off x="7666330" y="6049670"/>
            <a:ext cx="758038" cy="2843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5" b="1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845" dirty="0"/>
          </a:p>
          <a:p>
            <a:pPr algn="l" indent="0" marL="0">
              <a:buNone/>
            </a:pPr>
            <a:r>
              <a:rPr lang="en-US" sz="845" b="1" dirty="0">
                <a:solidFill>
                  <a:srgbClr val="2C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845" dirty="0"/>
          </a:p>
        </p:txBody>
      </p:sp>
      <p:sp>
        <p:nvSpPr>
          <p:cNvPr id="225" name="Text 191"/>
          <p:cNvSpPr txBox="1"/>
          <p:nvPr/>
        </p:nvSpPr>
        <p:spPr>
          <a:xfrm>
            <a:off x="297180" y="6655918"/>
            <a:ext cx="5349240" cy="950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8B9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590" dirty="0"/>
          </a:p>
        </p:txBody>
      </p:sp>
      <p:sp>
        <p:nvSpPr>
          <p:cNvPr id="226" name="Text 192"/>
          <p:cNvSpPr txBox="1"/>
          <p:nvPr/>
        </p:nvSpPr>
        <p:spPr>
          <a:xfrm>
            <a:off x="8487461" y="6655918"/>
            <a:ext cx="88697" cy="950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8B9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40" dirty="0"/>
          </a:p>
        </p:txBody>
      </p:sp>
      <p:pic>
        <p:nvPicPr>
          <p:cNvPr id="227" name="Professional Icon 01" descr="faSitemap-whit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06760" y="1750344"/>
            <a:ext cx="193487" cy="193487"/>
          </a:xfrm>
          <a:prstGeom prst="rect">
            <a:avLst/>
          </a:prstGeom>
        </p:spPr>
      </p:pic>
      <p:pic>
        <p:nvPicPr>
          <p:cNvPr id="228" name="Professional Icon 02" descr="faDatabase-white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2443606" y="1853818"/>
            <a:ext cx="77980" cy="77980"/>
          </a:xfrm>
          <a:prstGeom prst="rect">
            <a:avLst/>
          </a:prstGeom>
        </p:spPr>
      </p:pic>
      <p:pic>
        <p:nvPicPr>
          <p:cNvPr id="229" name="Professional Icon 03" descr="faClockRotateLeft-white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3431158" y="1853818"/>
            <a:ext cx="77980" cy="77980"/>
          </a:xfrm>
          <a:prstGeom prst="rect">
            <a:avLst/>
          </a:prstGeom>
        </p:spPr>
      </p:pic>
      <p:pic>
        <p:nvPicPr>
          <p:cNvPr id="230" name="Professional Icon 04" descr="faChartColumn-white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4418710" y="1853818"/>
            <a:ext cx="77980" cy="77980"/>
          </a:xfrm>
          <a:prstGeom prst="rect">
            <a:avLst/>
          </a:prstGeom>
        </p:spPr>
      </p:pic>
      <p:pic>
        <p:nvPicPr>
          <p:cNvPr id="231" name="Professional Icon 05" descr="faListCheck-white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5406262" y="1853818"/>
            <a:ext cx="77980" cy="77980"/>
          </a:xfrm>
          <a:prstGeom prst="rect">
            <a:avLst/>
          </a:prstGeom>
        </p:spPr>
      </p:pic>
      <p:pic>
        <p:nvPicPr>
          <p:cNvPr id="232" name="Professional Icon 06" descr="faShareNodes-white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6866412" y="1750344"/>
            <a:ext cx="193487" cy="193487"/>
          </a:xfrm>
          <a:prstGeom prst="rect">
            <a:avLst/>
          </a:prstGeom>
        </p:spPr>
      </p:pic>
      <p:pic>
        <p:nvPicPr>
          <p:cNvPr id="233" name="Professional Icon 07" descr="faDatabase-white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80441" y="2789835"/>
            <a:ext cx="189280" cy="189280"/>
          </a:xfrm>
          <a:prstGeom prst="rect">
            <a:avLst/>
          </a:prstGeom>
        </p:spPr>
      </p:pic>
      <p:pic>
        <p:nvPicPr>
          <p:cNvPr id="234" name="Professional Icon 08" descr="faIdCard-gold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2097634" y="2690165"/>
            <a:ext cx="137160" cy="137160"/>
          </a:xfrm>
          <a:prstGeom prst="rect">
            <a:avLst/>
          </a:prstGeom>
        </p:spPr>
      </p:pic>
      <p:pic>
        <p:nvPicPr>
          <p:cNvPr id="235" name="Professional Icon 09" descr="faTags-gold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3328873" y="2690165"/>
            <a:ext cx="137160" cy="137160"/>
          </a:xfrm>
          <a:prstGeom prst="rect">
            <a:avLst/>
          </a:prstGeom>
        </p:spPr>
      </p:pic>
      <p:pic>
        <p:nvPicPr>
          <p:cNvPr id="236" name="Professional Icon 10" descr="faCalendarDays-gold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4556912" y="2690165"/>
            <a:ext cx="137160" cy="137160"/>
          </a:xfrm>
          <a:prstGeom prst="rect">
            <a:avLst/>
          </a:prstGeom>
        </p:spPr>
      </p:pic>
      <p:pic>
        <p:nvPicPr>
          <p:cNvPr id="237" name="Professional Icon 11" descr="faChartColumn-gold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5956402" y="2690165"/>
            <a:ext cx="137160" cy="137160"/>
          </a:xfrm>
          <a:prstGeom prst="rect">
            <a:avLst/>
          </a:prstGeom>
        </p:spPr>
      </p:pic>
      <p:pic>
        <p:nvPicPr>
          <p:cNvPr id="238" name="Professional Icon 12" descr="faClockRotateLeft-white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80441" y="3557931"/>
            <a:ext cx="189280" cy="189280"/>
          </a:xfrm>
          <a:prstGeom prst="rect">
            <a:avLst/>
          </a:prstGeom>
        </p:spPr>
      </p:pic>
      <p:pic>
        <p:nvPicPr>
          <p:cNvPr id="239" name="Professional Icon 13" descr="faIdCard-gold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2097634" y="3458261"/>
            <a:ext cx="137160" cy="137160"/>
          </a:xfrm>
          <a:prstGeom prst="rect">
            <a:avLst/>
          </a:prstGeom>
        </p:spPr>
      </p:pic>
      <p:pic>
        <p:nvPicPr>
          <p:cNvPr id="240" name="Professional Icon 14" descr="faTags-gold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3328873" y="3458261"/>
            <a:ext cx="137160" cy="137160"/>
          </a:xfrm>
          <a:prstGeom prst="rect">
            <a:avLst/>
          </a:prstGeom>
        </p:spPr>
      </p:pic>
      <p:pic>
        <p:nvPicPr>
          <p:cNvPr id="241" name="Professional Icon 15" descr="faCalendarDays-gold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4556912" y="3458261"/>
            <a:ext cx="137160" cy="137160"/>
          </a:xfrm>
          <a:prstGeom prst="rect">
            <a:avLst/>
          </a:prstGeom>
        </p:spPr>
      </p:pic>
      <p:pic>
        <p:nvPicPr>
          <p:cNvPr id="242" name="Professional Icon 16" descr="faChartColumn-gold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5956402" y="3458261"/>
            <a:ext cx="137160" cy="137160"/>
          </a:xfrm>
          <a:prstGeom prst="rect">
            <a:avLst/>
          </a:prstGeom>
        </p:spPr>
      </p:pic>
      <p:pic>
        <p:nvPicPr>
          <p:cNvPr id="243" name="Professional Icon 17" descr="faChartColumn-white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80441" y="4326027"/>
            <a:ext cx="189280" cy="189280"/>
          </a:xfrm>
          <a:prstGeom prst="rect">
            <a:avLst/>
          </a:prstGeom>
        </p:spPr>
      </p:pic>
      <p:pic>
        <p:nvPicPr>
          <p:cNvPr id="244" name="Professional Icon 18" descr="faIdCard-gold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2097634" y="4226357"/>
            <a:ext cx="137160" cy="137160"/>
          </a:xfrm>
          <a:prstGeom prst="rect">
            <a:avLst/>
          </a:prstGeom>
        </p:spPr>
      </p:pic>
      <p:pic>
        <p:nvPicPr>
          <p:cNvPr id="245" name="Professional Icon 19" descr="faTags-gold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3328873" y="4226357"/>
            <a:ext cx="137160" cy="137160"/>
          </a:xfrm>
          <a:prstGeom prst="rect">
            <a:avLst/>
          </a:prstGeom>
        </p:spPr>
      </p:pic>
      <p:pic>
        <p:nvPicPr>
          <p:cNvPr id="246" name="Professional Icon 20" descr="faCalendarDays-gold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4556912" y="4226357"/>
            <a:ext cx="137160" cy="137160"/>
          </a:xfrm>
          <a:prstGeom prst="rect">
            <a:avLst/>
          </a:prstGeom>
        </p:spPr>
      </p:pic>
      <p:pic>
        <p:nvPicPr>
          <p:cNvPr id="247" name="Professional Icon 21" descr="faChartColumn-gold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5956402" y="4226357"/>
            <a:ext cx="137160" cy="137160"/>
          </a:xfrm>
          <a:prstGeom prst="rect">
            <a:avLst/>
          </a:prstGeom>
        </p:spPr>
      </p:pic>
      <p:pic>
        <p:nvPicPr>
          <p:cNvPr id="248" name="Professional Icon 22" descr="faListCheck-white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80441" y="5094123"/>
            <a:ext cx="189280" cy="189280"/>
          </a:xfrm>
          <a:prstGeom prst="rect">
            <a:avLst/>
          </a:prstGeom>
        </p:spPr>
      </p:pic>
      <p:pic>
        <p:nvPicPr>
          <p:cNvPr id="249" name="Professional Icon 23" descr="faIdCard-gold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2097634" y="4994453"/>
            <a:ext cx="137160" cy="137160"/>
          </a:xfrm>
          <a:prstGeom prst="rect">
            <a:avLst/>
          </a:prstGeom>
        </p:spPr>
      </p:pic>
      <p:pic>
        <p:nvPicPr>
          <p:cNvPr id="250" name="Professional Icon 24" descr="faTags-gold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3328873" y="4994453"/>
            <a:ext cx="137160" cy="137160"/>
          </a:xfrm>
          <a:prstGeom prst="rect">
            <a:avLst/>
          </a:prstGeom>
        </p:spPr>
      </p:pic>
      <p:pic>
        <p:nvPicPr>
          <p:cNvPr id="251" name="Professional Icon 25" descr="faCalendarDays-gold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4556912" y="4994453"/>
            <a:ext cx="137160" cy="137160"/>
          </a:xfrm>
          <a:prstGeom prst="rect">
            <a:avLst/>
          </a:prstGeom>
        </p:spPr>
      </p:pic>
      <p:pic>
        <p:nvPicPr>
          <p:cNvPr id="252" name="Professional Icon 26" descr="faChartColumn-gold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5956402" y="4994453"/>
            <a:ext cx="137160" cy="137160"/>
          </a:xfrm>
          <a:prstGeom prst="rect">
            <a:avLst/>
          </a:prstGeom>
        </p:spPr>
      </p:pic>
      <p:pic>
        <p:nvPicPr>
          <p:cNvPr id="253" name="Professional Icon 27" descr="faClipboardCheck-gold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266600" y="2808900"/>
            <a:ext cx="273679" cy="273679"/>
          </a:xfrm>
          <a:prstGeom prst="rect">
            <a:avLst/>
          </a:prstGeom>
        </p:spPr>
      </p:pic>
      <p:pic>
        <p:nvPicPr>
          <p:cNvPr id="254" name="Professional Icon 28" descr="faChartLine-white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472114" y="6035324"/>
            <a:ext cx="300270" cy="300270"/>
          </a:xfrm>
          <a:prstGeom prst="rect">
            <a:avLst/>
          </a:prstGeom>
        </p:spPr>
      </p:pic>
      <p:pic>
        <p:nvPicPr>
          <p:cNvPr id="255" name="Professional Icon 29" descr="faChartColumn-gold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2145525" y="6041784"/>
            <a:ext cx="331241" cy="331241"/>
          </a:xfrm>
          <a:prstGeom prst="rect">
            <a:avLst/>
          </a:prstGeom>
        </p:spPr>
      </p:pic>
      <p:pic>
        <p:nvPicPr>
          <p:cNvPr id="256" name="Professional Icon 30" descr="faChartPie-gold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3885286" y="6057900"/>
            <a:ext cx="312724" cy="312724"/>
          </a:xfrm>
          <a:prstGeom prst="rect">
            <a:avLst/>
          </a:prstGeom>
        </p:spPr>
      </p:pic>
      <p:pic>
        <p:nvPicPr>
          <p:cNvPr id="257" name="Professional Icon 31" descr="faArrowTrendUp-gold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5536121" y="6035383"/>
            <a:ext cx="331241" cy="331241"/>
          </a:xfrm>
          <a:prstGeom prst="rect">
            <a:avLst/>
          </a:prstGeom>
        </p:spPr>
      </p:pic>
      <p:pic>
        <p:nvPicPr>
          <p:cNvPr id="258" name="Professional Icon 32" descr="faBullseye-gold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246438" y="6059546"/>
            <a:ext cx="309432" cy="3094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4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109728"/>
            <a:ext cx="8641080" cy="27432"/>
          </a:xfrm>
          <a:prstGeom prst="rect">
            <a:avLst/>
          </a:prstGeom>
          <a:solidFill>
            <a:srgbClr val="3B0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01752"/>
            <a:ext cx="100584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3B0D2D"/>
                </a:solidFill>
                <a:latin typeface="Arial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12064"/>
            <a:ext cx="338328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40" b="1" i="0">
                <a:solidFill>
                  <a:srgbClr val="676F7A"/>
                </a:solidFill>
                <a:latin typeface="Arial"/>
              </a:rPr>
              <a:t>D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676656"/>
            <a:ext cx="475488" cy="16459"/>
          </a:xfrm>
          <a:prstGeom prst="rect">
            <a:avLst/>
          </a:prstGeom>
          <a:solidFill>
            <a:srgbClr val="A3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95160" y="384048"/>
            <a:ext cx="1755648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20" b="1" i="0">
                <a:solidFill>
                  <a:srgbClr val="676F7A"/>
                </a:solidFill>
                <a:latin typeface="Arial"/>
              </a:rPr>
              <a:t>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804672"/>
            <a:ext cx="521208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750" b="1" i="0">
                <a:solidFill>
                  <a:srgbClr val="3B0D2D"/>
                </a:solidFill>
                <a:latin typeface="Arial"/>
              </a:rPr>
              <a:t>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07008"/>
            <a:ext cx="7955279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69" b="0" i="0">
                <a:solidFill>
                  <a:srgbClr val="676F7A"/>
                </a:solidFill>
                <a:latin typeface="Arial"/>
              </a:rPr>
              <a:t>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444752"/>
            <a:ext cx="8193024" cy="310896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D8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faDatabase-gold" descr="faDatabase-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13332"/>
            <a:ext cx="128016" cy="1280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32104" y="1513332"/>
            <a:ext cx="214884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30" b="0" i="0">
                <a:solidFill>
                  <a:srgbClr val="2D2F32"/>
                </a:solidFill>
                <a:latin typeface="Arial"/>
              </a:rPr>
              <a:t>G</a:t>
            </a:r>
          </a:p>
        </p:txBody>
      </p:sp>
      <p:sp>
        <p:nvSpPr>
          <p:cNvPr id="12" name="Oval 11"/>
          <p:cNvSpPr/>
          <p:nvPr/>
        </p:nvSpPr>
        <p:spPr>
          <a:xfrm>
            <a:off x="3108960" y="1485900"/>
            <a:ext cx="192024" cy="192024"/>
          </a:xfrm>
          <a:prstGeom prst="ellipse">
            <a:avLst/>
          </a:prstGeom>
          <a:solidFill>
            <a:srgbClr val="3B0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faDatabase-white" descr="faDatabase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0108" y="1527048"/>
            <a:ext cx="109728" cy="1097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55848" y="1513332"/>
            <a:ext cx="269748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30" b="0" i="0">
                <a:solidFill>
                  <a:srgbClr val="2D2F32"/>
                </a:solidFill>
                <a:latin typeface="Arial"/>
              </a:rPr>
              <a:t>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71616" y="1513332"/>
            <a:ext cx="233172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610" b="0" i="1">
                <a:solidFill>
                  <a:srgbClr val="676F7A"/>
                </a:solidFill>
                <a:latin typeface="Arial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1901952"/>
            <a:ext cx="1938528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70" b="1" i="0">
                <a:solidFill>
                  <a:srgbClr val="3B0D2D"/>
                </a:solidFill>
                <a:latin typeface="Arial"/>
              </a:rPr>
              <a:t>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" y="2057400"/>
            <a:ext cx="420624" cy="16459"/>
          </a:xfrm>
          <a:prstGeom prst="rect">
            <a:avLst/>
          </a:prstGeom>
          <a:solidFill>
            <a:srgbClr val="A3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75488" y="2139696"/>
            <a:ext cx="1938528" cy="393192"/>
          </a:xfrm>
          <a:prstGeom prst="roundRect">
            <a:avLst/>
          </a:prstGeom>
          <a:solidFill>
            <a:srgbClr val="FFFFFF"/>
          </a:solidFill>
          <a:ln w="5715">
            <a:solidFill>
              <a:srgbClr val="D8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faSitemap-gold" descr="faSitemap-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2235708"/>
            <a:ext cx="164592" cy="16459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13816" y="2253996"/>
            <a:ext cx="987552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75" b="0" i="0">
                <a:solidFill>
                  <a:srgbClr val="2D2F32"/>
                </a:solidFill>
                <a:latin typeface="Arial"/>
              </a:rPr>
              <a:t>U</a:t>
            </a:r>
          </a:p>
        </p:txBody>
      </p:sp>
      <p:sp>
        <p:nvSpPr>
          <p:cNvPr id="21" name="Oval 20"/>
          <p:cNvSpPr/>
          <p:nvPr/>
        </p:nvSpPr>
        <p:spPr>
          <a:xfrm>
            <a:off x="2048256" y="2217420"/>
            <a:ext cx="228600" cy="228600"/>
          </a:xfrm>
          <a:prstGeom prst="ellipse">
            <a:avLst/>
          </a:prstGeom>
          <a:solidFill>
            <a:srgbClr val="3B0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faSitemap-white" descr="faSitemap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8548" y="2267712"/>
            <a:ext cx="128016" cy="128016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475488" y="2601468"/>
            <a:ext cx="1938528" cy="393192"/>
          </a:xfrm>
          <a:prstGeom prst="roundRect">
            <a:avLst/>
          </a:prstGeom>
          <a:solidFill>
            <a:srgbClr val="FFFFFF"/>
          </a:solidFill>
          <a:ln w="5715">
            <a:solidFill>
              <a:srgbClr val="D8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faUserTie-gold" descr="faUserTie-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" y="2697479"/>
            <a:ext cx="164592" cy="16459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13816" y="2715768"/>
            <a:ext cx="987552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75" b="0" i="0">
                <a:solidFill>
                  <a:srgbClr val="2D2F32"/>
                </a:solidFill>
                <a:latin typeface="Arial"/>
              </a:rPr>
              <a:t>A</a:t>
            </a:r>
          </a:p>
        </p:txBody>
      </p:sp>
      <p:sp>
        <p:nvSpPr>
          <p:cNvPr id="26" name="Oval 25"/>
          <p:cNvSpPr/>
          <p:nvPr/>
        </p:nvSpPr>
        <p:spPr>
          <a:xfrm>
            <a:off x="2048256" y="2679191"/>
            <a:ext cx="228600" cy="228600"/>
          </a:xfrm>
          <a:prstGeom prst="ellipse">
            <a:avLst/>
          </a:prstGeom>
          <a:solidFill>
            <a:srgbClr val="3B0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faUserTie-white" descr="faUserTie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98548" y="2729484"/>
            <a:ext cx="128016" cy="128016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475488" y="3063239"/>
            <a:ext cx="1938528" cy="393192"/>
          </a:xfrm>
          <a:prstGeom prst="roundRect">
            <a:avLst/>
          </a:prstGeom>
          <a:solidFill>
            <a:srgbClr val="FFFFFF"/>
          </a:solidFill>
          <a:ln w="5715">
            <a:solidFill>
              <a:srgbClr val="D8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faUsers-gold" descr="faUsers-gol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216" y="3159251"/>
            <a:ext cx="164592" cy="16459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13816" y="3177539"/>
            <a:ext cx="987552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75" b="0" i="0">
                <a:solidFill>
                  <a:srgbClr val="2D2F32"/>
                </a:solidFill>
                <a:latin typeface="Arial"/>
              </a:rPr>
              <a:t>C</a:t>
            </a:r>
          </a:p>
        </p:txBody>
      </p:sp>
      <p:sp>
        <p:nvSpPr>
          <p:cNvPr id="31" name="Oval 30"/>
          <p:cNvSpPr/>
          <p:nvPr/>
        </p:nvSpPr>
        <p:spPr>
          <a:xfrm>
            <a:off x="2048256" y="3140963"/>
            <a:ext cx="228600" cy="228600"/>
          </a:xfrm>
          <a:prstGeom prst="ellipse">
            <a:avLst/>
          </a:prstGeom>
          <a:solidFill>
            <a:srgbClr val="3B0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faUsers-white" descr="faUsers-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98548" y="3191256"/>
            <a:ext cx="128016" cy="128016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475488" y="3525012"/>
            <a:ext cx="1938528" cy="393192"/>
          </a:xfrm>
          <a:prstGeom prst="roundRect">
            <a:avLst/>
          </a:prstGeom>
          <a:solidFill>
            <a:srgbClr val="FFFFFF"/>
          </a:solidFill>
          <a:ln w="5715">
            <a:solidFill>
              <a:srgbClr val="D8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faLocationDot-gold" descr="faLocationDot-gol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5216" y="3621024"/>
            <a:ext cx="164592" cy="16459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13816" y="3639312"/>
            <a:ext cx="987552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75" b="0" i="0">
                <a:solidFill>
                  <a:srgbClr val="2D2F32"/>
                </a:solidFill>
                <a:latin typeface="Arial"/>
              </a:rPr>
              <a:t>S</a:t>
            </a:r>
          </a:p>
        </p:txBody>
      </p:sp>
      <p:sp>
        <p:nvSpPr>
          <p:cNvPr id="36" name="Oval 35"/>
          <p:cNvSpPr/>
          <p:nvPr/>
        </p:nvSpPr>
        <p:spPr>
          <a:xfrm>
            <a:off x="2048256" y="3602736"/>
            <a:ext cx="228600" cy="228600"/>
          </a:xfrm>
          <a:prstGeom prst="ellipse">
            <a:avLst/>
          </a:prstGeom>
          <a:solidFill>
            <a:srgbClr val="3B0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faLocationDot-white" descr="faLocationDot-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98548" y="3653028"/>
            <a:ext cx="128016" cy="128016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475488" y="3986783"/>
            <a:ext cx="1938528" cy="393192"/>
          </a:xfrm>
          <a:prstGeom prst="roundRect">
            <a:avLst/>
          </a:prstGeom>
          <a:solidFill>
            <a:srgbClr val="FFFFFF"/>
          </a:solidFill>
          <a:ln w="5715">
            <a:solidFill>
              <a:srgbClr val="D8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faMapLocationDot-gold" descr="faMapLocationDot-gol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5216" y="4082796"/>
            <a:ext cx="164592" cy="16459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13816" y="4101083"/>
            <a:ext cx="987552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75" b="0" i="0">
                <a:solidFill>
                  <a:srgbClr val="2D2F32"/>
                </a:solidFill>
                <a:latin typeface="Arial"/>
              </a:rPr>
              <a:t>M</a:t>
            </a:r>
          </a:p>
        </p:txBody>
      </p:sp>
      <p:sp>
        <p:nvSpPr>
          <p:cNvPr id="41" name="Oval 40"/>
          <p:cNvSpPr/>
          <p:nvPr/>
        </p:nvSpPr>
        <p:spPr>
          <a:xfrm>
            <a:off x="2048256" y="4064507"/>
            <a:ext cx="228600" cy="228600"/>
          </a:xfrm>
          <a:prstGeom prst="ellipse">
            <a:avLst/>
          </a:prstGeom>
          <a:solidFill>
            <a:srgbClr val="3B0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faMapLocationDot-white" descr="faMapLocationDot-whit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98548" y="4114799"/>
            <a:ext cx="128016" cy="128016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475488" y="4448556"/>
            <a:ext cx="1938528" cy="393192"/>
          </a:xfrm>
          <a:prstGeom prst="roundRect">
            <a:avLst/>
          </a:prstGeom>
          <a:solidFill>
            <a:srgbClr val="FFFFFF"/>
          </a:solidFill>
          <a:ln w="5715">
            <a:solidFill>
              <a:srgbClr val="D8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faRoute-gold" descr="faRoute-gol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5216" y="4544568"/>
            <a:ext cx="164592" cy="16459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13816" y="4562856"/>
            <a:ext cx="987552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75" b="0" i="0">
                <a:solidFill>
                  <a:srgbClr val="2D2F32"/>
                </a:solidFill>
                <a:latin typeface="Arial"/>
              </a:rPr>
              <a:t>S</a:t>
            </a:r>
          </a:p>
        </p:txBody>
      </p:sp>
      <p:sp>
        <p:nvSpPr>
          <p:cNvPr id="46" name="Oval 45"/>
          <p:cNvSpPr/>
          <p:nvPr/>
        </p:nvSpPr>
        <p:spPr>
          <a:xfrm>
            <a:off x="2048256" y="4526280"/>
            <a:ext cx="228600" cy="228600"/>
          </a:xfrm>
          <a:prstGeom prst="ellipse">
            <a:avLst/>
          </a:prstGeom>
          <a:solidFill>
            <a:srgbClr val="3B0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faRoute-white" descr="faRoute-whit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98548" y="4576572"/>
            <a:ext cx="128016" cy="128016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475488" y="4910328"/>
            <a:ext cx="1938528" cy="393192"/>
          </a:xfrm>
          <a:prstGeom prst="roundRect">
            <a:avLst/>
          </a:prstGeom>
          <a:solidFill>
            <a:srgbClr val="FFFFFF"/>
          </a:solidFill>
          <a:ln w="5715">
            <a:solidFill>
              <a:srgbClr val="D8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faWarehouse-gold" descr="faWarehouse-gol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85216" y="5006340"/>
            <a:ext cx="164592" cy="164592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13816" y="5024628"/>
            <a:ext cx="987552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75" b="0" i="0">
                <a:solidFill>
                  <a:srgbClr val="2D2F32"/>
                </a:solidFill>
                <a:latin typeface="Arial"/>
              </a:rPr>
              <a:t>B</a:t>
            </a:r>
          </a:p>
        </p:txBody>
      </p:sp>
      <p:sp>
        <p:nvSpPr>
          <p:cNvPr id="51" name="Oval 50"/>
          <p:cNvSpPr/>
          <p:nvPr/>
        </p:nvSpPr>
        <p:spPr>
          <a:xfrm>
            <a:off x="2048256" y="4988052"/>
            <a:ext cx="228600" cy="228600"/>
          </a:xfrm>
          <a:prstGeom prst="ellipse">
            <a:avLst/>
          </a:prstGeom>
          <a:solidFill>
            <a:srgbClr val="3B0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faWarehouse-white" descr="faWarehouse-whit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098548" y="5038344"/>
            <a:ext cx="128016" cy="128016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475488" y="5372100"/>
            <a:ext cx="1938528" cy="393192"/>
          </a:xfrm>
          <a:prstGeom prst="roundRect">
            <a:avLst/>
          </a:prstGeom>
          <a:solidFill>
            <a:srgbClr val="FFFFFF"/>
          </a:solidFill>
          <a:ln w="5715">
            <a:solidFill>
              <a:srgbClr val="D8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faIndustry-gold" descr="faIndustry-gol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85216" y="5468112"/>
            <a:ext cx="164592" cy="164592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813816" y="5486400"/>
            <a:ext cx="987552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75" b="0" i="0">
                <a:solidFill>
                  <a:srgbClr val="2D2F32"/>
                </a:solidFill>
                <a:latin typeface="Arial"/>
              </a:rPr>
              <a:t>E</a:t>
            </a:r>
          </a:p>
        </p:txBody>
      </p:sp>
      <p:sp>
        <p:nvSpPr>
          <p:cNvPr id="56" name="Oval 55"/>
          <p:cNvSpPr/>
          <p:nvPr/>
        </p:nvSpPr>
        <p:spPr>
          <a:xfrm>
            <a:off x="2048256" y="5449824"/>
            <a:ext cx="228600" cy="228600"/>
          </a:xfrm>
          <a:prstGeom prst="ellipse">
            <a:avLst/>
          </a:prstGeom>
          <a:solidFill>
            <a:srgbClr val="3B0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faIndustry-white" descr="faIndustry-whit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098548" y="5500116"/>
            <a:ext cx="128016" cy="128016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2615184" y="1901952"/>
            <a:ext cx="1938528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70" b="1" i="0">
                <a:solidFill>
                  <a:srgbClr val="3B0D2D"/>
                </a:solidFill>
                <a:latin typeface="Arial"/>
              </a:rPr>
              <a:t>C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615184" y="2057400"/>
            <a:ext cx="420624" cy="16459"/>
          </a:xfrm>
          <a:prstGeom prst="rect">
            <a:avLst/>
          </a:prstGeom>
          <a:solidFill>
            <a:srgbClr val="A3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2615184" y="2139696"/>
            <a:ext cx="1938528" cy="393192"/>
          </a:xfrm>
          <a:prstGeom prst="roundRect">
            <a:avLst/>
          </a:prstGeom>
          <a:solidFill>
            <a:srgbClr val="FFFFFF"/>
          </a:solidFill>
          <a:ln w="5715">
            <a:solidFill>
              <a:srgbClr val="D8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faFileContract-gold" descr="faFileContract-gol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724912" y="2235708"/>
            <a:ext cx="164592" cy="164592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2953512" y="2253996"/>
            <a:ext cx="987552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75" b="0" i="0">
                <a:solidFill>
                  <a:srgbClr val="2D2F32"/>
                </a:solidFill>
                <a:latin typeface="Arial"/>
              </a:rPr>
              <a:t>C</a:t>
            </a:r>
          </a:p>
        </p:txBody>
      </p:sp>
      <p:sp>
        <p:nvSpPr>
          <p:cNvPr id="63" name="Oval 62"/>
          <p:cNvSpPr/>
          <p:nvPr/>
        </p:nvSpPr>
        <p:spPr>
          <a:xfrm>
            <a:off x="4187952" y="2217420"/>
            <a:ext cx="228600" cy="228600"/>
          </a:xfrm>
          <a:prstGeom prst="ellipse">
            <a:avLst/>
          </a:prstGeom>
          <a:solidFill>
            <a:srgbClr val="3B0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faFileContract-white" descr="faFileContract-whit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238244" y="2267712"/>
            <a:ext cx="128016" cy="128016"/>
          </a:xfrm>
          <a:prstGeom prst="rect">
            <a:avLst/>
          </a:prstGeom>
        </p:spPr>
      </p:pic>
      <p:sp>
        <p:nvSpPr>
          <p:cNvPr id="65" name="Rounded Rectangle 64"/>
          <p:cNvSpPr/>
          <p:nvPr/>
        </p:nvSpPr>
        <p:spPr>
          <a:xfrm>
            <a:off x="2615184" y="2601468"/>
            <a:ext cx="1938528" cy="393192"/>
          </a:xfrm>
          <a:prstGeom prst="roundRect">
            <a:avLst/>
          </a:prstGeom>
          <a:solidFill>
            <a:srgbClr val="FFFFFF"/>
          </a:solidFill>
          <a:ln w="5715">
            <a:solidFill>
              <a:srgbClr val="D8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faFileSignature-gold" descr="faFileSignature-gol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724912" y="2697479"/>
            <a:ext cx="164592" cy="164592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2953512" y="2715768"/>
            <a:ext cx="987552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75" b="0" i="0">
                <a:solidFill>
                  <a:srgbClr val="2D2F32"/>
                </a:solidFill>
                <a:latin typeface="Arial"/>
              </a:rPr>
              <a:t>A</a:t>
            </a:r>
          </a:p>
        </p:txBody>
      </p:sp>
      <p:sp>
        <p:nvSpPr>
          <p:cNvPr id="68" name="Oval 67"/>
          <p:cNvSpPr/>
          <p:nvPr/>
        </p:nvSpPr>
        <p:spPr>
          <a:xfrm>
            <a:off x="4187952" y="2679191"/>
            <a:ext cx="228600" cy="228600"/>
          </a:xfrm>
          <a:prstGeom prst="ellipse">
            <a:avLst/>
          </a:prstGeom>
          <a:solidFill>
            <a:srgbClr val="3B0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faFileSignature-white" descr="faFileSignature-whit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238244" y="2729484"/>
            <a:ext cx="128016" cy="128016"/>
          </a:xfrm>
          <a:prstGeom prst="rect">
            <a:avLst/>
          </a:prstGeom>
        </p:spPr>
      </p:pic>
      <p:sp>
        <p:nvSpPr>
          <p:cNvPr id="70" name="Rounded Rectangle 69"/>
          <p:cNvSpPr/>
          <p:nvPr/>
        </p:nvSpPr>
        <p:spPr>
          <a:xfrm>
            <a:off x="2615184" y="3063239"/>
            <a:ext cx="1938528" cy="393192"/>
          </a:xfrm>
          <a:prstGeom prst="roundRect">
            <a:avLst/>
          </a:prstGeom>
          <a:solidFill>
            <a:srgbClr val="FFFFFF"/>
          </a:solidFill>
          <a:ln w="5715">
            <a:solidFill>
              <a:srgbClr val="D8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faFileInvoiceDollar-gold" descr="faFileInvoiceDollar-gol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724912" y="3159251"/>
            <a:ext cx="164592" cy="164592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2953512" y="3177539"/>
            <a:ext cx="987552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75" b="0" i="0">
                <a:solidFill>
                  <a:srgbClr val="2D2F32"/>
                </a:solidFill>
                <a:latin typeface="Arial"/>
              </a:rPr>
              <a:t>I</a:t>
            </a:r>
          </a:p>
        </p:txBody>
      </p:sp>
      <p:sp>
        <p:nvSpPr>
          <p:cNvPr id="73" name="Oval 72"/>
          <p:cNvSpPr/>
          <p:nvPr/>
        </p:nvSpPr>
        <p:spPr>
          <a:xfrm>
            <a:off x="4187952" y="3140963"/>
            <a:ext cx="228600" cy="228600"/>
          </a:xfrm>
          <a:prstGeom prst="ellipse">
            <a:avLst/>
          </a:prstGeom>
          <a:solidFill>
            <a:srgbClr val="3B0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faFileInvoiceDollar-white" descr="faFileInvoiceDollar-whit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238244" y="3191256"/>
            <a:ext cx="128016" cy="128016"/>
          </a:xfrm>
          <a:prstGeom prst="rect">
            <a:avLst/>
          </a:prstGeom>
        </p:spPr>
      </p:pic>
      <p:sp>
        <p:nvSpPr>
          <p:cNvPr id="75" name="Rounded Rectangle 74"/>
          <p:cNvSpPr/>
          <p:nvPr/>
        </p:nvSpPr>
        <p:spPr>
          <a:xfrm>
            <a:off x="2615184" y="3525012"/>
            <a:ext cx="1938528" cy="393192"/>
          </a:xfrm>
          <a:prstGeom prst="roundRect">
            <a:avLst/>
          </a:prstGeom>
          <a:solidFill>
            <a:srgbClr val="FFFFFF"/>
          </a:solidFill>
          <a:ln w="5715">
            <a:solidFill>
              <a:srgbClr val="D8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faReceipt-gold" descr="faReceipt-gol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724912" y="3621024"/>
            <a:ext cx="164592" cy="164592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2953512" y="3639312"/>
            <a:ext cx="987552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75" b="0" i="0">
                <a:solidFill>
                  <a:srgbClr val="2D2F32"/>
                </a:solidFill>
                <a:latin typeface="Arial"/>
              </a:rPr>
              <a:t>B</a:t>
            </a:r>
          </a:p>
        </p:txBody>
      </p:sp>
      <p:sp>
        <p:nvSpPr>
          <p:cNvPr id="78" name="Oval 77"/>
          <p:cNvSpPr/>
          <p:nvPr/>
        </p:nvSpPr>
        <p:spPr>
          <a:xfrm>
            <a:off x="4187952" y="3602736"/>
            <a:ext cx="228600" cy="228600"/>
          </a:xfrm>
          <a:prstGeom prst="ellipse">
            <a:avLst/>
          </a:prstGeom>
          <a:solidFill>
            <a:srgbClr val="3B0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faReceipt-white" descr="faReceipt-whit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238244" y="3653028"/>
            <a:ext cx="128016" cy="128016"/>
          </a:xfrm>
          <a:prstGeom prst="rect">
            <a:avLst/>
          </a:prstGeom>
        </p:spPr>
      </p:pic>
      <p:sp>
        <p:nvSpPr>
          <p:cNvPr id="80" name="Rounded Rectangle 79"/>
          <p:cNvSpPr/>
          <p:nvPr/>
        </p:nvSpPr>
        <p:spPr>
          <a:xfrm>
            <a:off x="2615184" y="3986783"/>
            <a:ext cx="1938528" cy="393192"/>
          </a:xfrm>
          <a:prstGeom prst="roundRect">
            <a:avLst/>
          </a:prstGeom>
          <a:solidFill>
            <a:srgbClr val="FFFFFF"/>
          </a:solidFill>
          <a:ln w="5715">
            <a:solidFill>
              <a:srgbClr val="D8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1" name="faTags-gold" descr="faTags-gol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724912" y="4082796"/>
            <a:ext cx="164592" cy="164592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2953512" y="4101083"/>
            <a:ext cx="987552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75" b="0" i="0">
                <a:solidFill>
                  <a:srgbClr val="2D2F32"/>
                </a:solidFill>
                <a:latin typeface="Arial"/>
              </a:rPr>
              <a:t>P</a:t>
            </a:r>
          </a:p>
        </p:txBody>
      </p:sp>
      <p:sp>
        <p:nvSpPr>
          <p:cNvPr id="83" name="Oval 82"/>
          <p:cNvSpPr/>
          <p:nvPr/>
        </p:nvSpPr>
        <p:spPr>
          <a:xfrm>
            <a:off x="4187952" y="4064507"/>
            <a:ext cx="228600" cy="228600"/>
          </a:xfrm>
          <a:prstGeom prst="ellipse">
            <a:avLst/>
          </a:prstGeom>
          <a:solidFill>
            <a:srgbClr val="3B0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faTags-white" descr="faTags-whit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238244" y="4114799"/>
            <a:ext cx="128016" cy="128016"/>
          </a:xfrm>
          <a:prstGeom prst="rect">
            <a:avLst/>
          </a:prstGeom>
        </p:spPr>
      </p:pic>
      <p:sp>
        <p:nvSpPr>
          <p:cNvPr id="85" name="Rounded Rectangle 84"/>
          <p:cNvSpPr/>
          <p:nvPr/>
        </p:nvSpPr>
        <p:spPr>
          <a:xfrm>
            <a:off x="2615184" y="4448556"/>
            <a:ext cx="1938528" cy="393192"/>
          </a:xfrm>
          <a:prstGeom prst="roundRect">
            <a:avLst/>
          </a:prstGeom>
          <a:solidFill>
            <a:srgbClr val="FFFFFF"/>
          </a:solidFill>
          <a:ln w="5715">
            <a:solidFill>
              <a:srgbClr val="D8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6" name="faArrowTrendUp-gold" descr="faArrowTrendUp-gol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724912" y="4544568"/>
            <a:ext cx="164592" cy="164592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2953512" y="4562856"/>
            <a:ext cx="987552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75" b="0" i="0">
                <a:solidFill>
                  <a:srgbClr val="2D2F32"/>
                </a:solidFill>
                <a:latin typeface="Arial"/>
              </a:rPr>
              <a:t>E</a:t>
            </a:r>
          </a:p>
        </p:txBody>
      </p:sp>
      <p:sp>
        <p:nvSpPr>
          <p:cNvPr id="88" name="Oval 87"/>
          <p:cNvSpPr/>
          <p:nvPr/>
        </p:nvSpPr>
        <p:spPr>
          <a:xfrm>
            <a:off x="4187952" y="4526280"/>
            <a:ext cx="228600" cy="228600"/>
          </a:xfrm>
          <a:prstGeom prst="ellipse">
            <a:avLst/>
          </a:prstGeom>
          <a:solidFill>
            <a:srgbClr val="3B0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9" name="faArrowTrendUp-white" descr="faArrowTrendUp-whit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238244" y="4576572"/>
            <a:ext cx="128016" cy="128016"/>
          </a:xfrm>
          <a:prstGeom prst="rect">
            <a:avLst/>
          </a:prstGeom>
        </p:spPr>
      </p:pic>
      <p:sp>
        <p:nvSpPr>
          <p:cNvPr id="90" name="Rounded Rectangle 89"/>
          <p:cNvSpPr/>
          <p:nvPr/>
        </p:nvSpPr>
        <p:spPr>
          <a:xfrm>
            <a:off x="2615184" y="4910328"/>
            <a:ext cx="1938528" cy="393192"/>
          </a:xfrm>
          <a:prstGeom prst="roundRect">
            <a:avLst/>
          </a:prstGeom>
          <a:solidFill>
            <a:srgbClr val="FFFFFF"/>
          </a:solidFill>
          <a:ln w="5715">
            <a:solidFill>
              <a:srgbClr val="D8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faRotate-gold" descr="faRotate-gol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724912" y="5006340"/>
            <a:ext cx="164592" cy="164592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2953512" y="5024628"/>
            <a:ext cx="987552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75" b="0" i="0">
                <a:solidFill>
                  <a:srgbClr val="2D2F32"/>
                </a:solidFill>
                <a:latin typeface="Arial"/>
              </a:rPr>
              <a:t>R</a:t>
            </a:r>
          </a:p>
        </p:txBody>
      </p:sp>
      <p:sp>
        <p:nvSpPr>
          <p:cNvPr id="93" name="Oval 92"/>
          <p:cNvSpPr/>
          <p:nvPr/>
        </p:nvSpPr>
        <p:spPr>
          <a:xfrm>
            <a:off x="4187952" y="4988052"/>
            <a:ext cx="228600" cy="228600"/>
          </a:xfrm>
          <a:prstGeom prst="ellipse">
            <a:avLst/>
          </a:prstGeom>
          <a:solidFill>
            <a:srgbClr val="3B0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4" name="faRotate-white" descr="faRotate-whit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238244" y="5038344"/>
            <a:ext cx="128016" cy="128016"/>
          </a:xfrm>
          <a:prstGeom prst="rect">
            <a:avLst/>
          </a:prstGeom>
        </p:spPr>
      </p:pic>
      <p:sp>
        <p:nvSpPr>
          <p:cNvPr id="95" name="Rounded Rectangle 94"/>
          <p:cNvSpPr/>
          <p:nvPr/>
        </p:nvSpPr>
        <p:spPr>
          <a:xfrm>
            <a:off x="2615184" y="5372100"/>
            <a:ext cx="1938528" cy="393192"/>
          </a:xfrm>
          <a:prstGeom prst="roundRect">
            <a:avLst/>
          </a:prstGeom>
          <a:solidFill>
            <a:srgbClr val="FFFFFF"/>
          </a:solidFill>
          <a:ln w="5715">
            <a:solidFill>
              <a:srgbClr val="D8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6" name="faScaleBalanced-gold" descr="faScaleBalanced-gol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2724912" y="5468112"/>
            <a:ext cx="164592" cy="164592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2953512" y="5486400"/>
            <a:ext cx="987552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75" b="0" i="0">
                <a:solidFill>
                  <a:srgbClr val="2D2F32"/>
                </a:solidFill>
                <a:latin typeface="Arial"/>
              </a:rPr>
              <a:t>L</a:t>
            </a:r>
          </a:p>
        </p:txBody>
      </p:sp>
      <p:sp>
        <p:nvSpPr>
          <p:cNvPr id="98" name="Oval 97"/>
          <p:cNvSpPr/>
          <p:nvPr/>
        </p:nvSpPr>
        <p:spPr>
          <a:xfrm>
            <a:off x="4187952" y="5449824"/>
            <a:ext cx="228600" cy="228600"/>
          </a:xfrm>
          <a:prstGeom prst="ellipse">
            <a:avLst/>
          </a:prstGeom>
          <a:solidFill>
            <a:srgbClr val="3B0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9" name="faScaleBalanced-white" descr="faScaleBalanced-whit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238244" y="5500116"/>
            <a:ext cx="128016" cy="128016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4754880" y="1901952"/>
            <a:ext cx="1938528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70" b="1" i="0">
                <a:solidFill>
                  <a:srgbClr val="3B0D2D"/>
                </a:solidFill>
                <a:latin typeface="Arial"/>
              </a:rPr>
              <a:t>A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754880" y="2057400"/>
            <a:ext cx="420624" cy="16459"/>
          </a:xfrm>
          <a:prstGeom prst="rect">
            <a:avLst/>
          </a:prstGeom>
          <a:solidFill>
            <a:srgbClr val="A3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4754880" y="2139696"/>
            <a:ext cx="1938528" cy="393192"/>
          </a:xfrm>
          <a:prstGeom prst="roundRect">
            <a:avLst/>
          </a:prstGeom>
          <a:solidFill>
            <a:srgbClr val="FFFFFF"/>
          </a:solidFill>
          <a:ln w="5715">
            <a:solidFill>
              <a:srgbClr val="D8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3" name="faDatabase-gold" descr="faDatabase-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2235708"/>
            <a:ext cx="164592" cy="164592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5093208" y="2253996"/>
            <a:ext cx="987552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75" b="0" i="0">
                <a:solidFill>
                  <a:srgbClr val="2D2F32"/>
                </a:solidFill>
                <a:latin typeface="Arial"/>
              </a:rPr>
              <a:t>A</a:t>
            </a:r>
          </a:p>
        </p:txBody>
      </p:sp>
      <p:sp>
        <p:nvSpPr>
          <p:cNvPr id="105" name="Oval 104"/>
          <p:cNvSpPr/>
          <p:nvPr/>
        </p:nvSpPr>
        <p:spPr>
          <a:xfrm>
            <a:off x="6327648" y="2217420"/>
            <a:ext cx="228600" cy="228600"/>
          </a:xfrm>
          <a:prstGeom prst="ellipse">
            <a:avLst/>
          </a:prstGeom>
          <a:solidFill>
            <a:srgbClr val="3B0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6" name="faDatabase-white" descr="faDatabase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940" y="2267712"/>
            <a:ext cx="128016" cy="128016"/>
          </a:xfrm>
          <a:prstGeom prst="rect">
            <a:avLst/>
          </a:prstGeom>
        </p:spPr>
      </p:pic>
      <p:sp>
        <p:nvSpPr>
          <p:cNvPr id="107" name="Rounded Rectangle 106"/>
          <p:cNvSpPr/>
          <p:nvPr/>
        </p:nvSpPr>
        <p:spPr>
          <a:xfrm>
            <a:off x="4754880" y="2601468"/>
            <a:ext cx="1938528" cy="393192"/>
          </a:xfrm>
          <a:prstGeom prst="roundRect">
            <a:avLst/>
          </a:prstGeom>
          <a:solidFill>
            <a:srgbClr val="FFFFFF"/>
          </a:solidFill>
          <a:ln w="5715">
            <a:solidFill>
              <a:srgbClr val="D8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8" name="faBoxOpen-gold" descr="faBoxOpen-gold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864608" y="2697479"/>
            <a:ext cx="164592" cy="164592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5093208" y="2715768"/>
            <a:ext cx="987552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75" b="0" i="0">
                <a:solidFill>
                  <a:srgbClr val="2D2F32"/>
                </a:solidFill>
                <a:latin typeface="Arial"/>
              </a:rPr>
              <a:t>E</a:t>
            </a:r>
          </a:p>
        </p:txBody>
      </p:sp>
      <p:sp>
        <p:nvSpPr>
          <p:cNvPr id="110" name="Oval 109"/>
          <p:cNvSpPr/>
          <p:nvPr/>
        </p:nvSpPr>
        <p:spPr>
          <a:xfrm>
            <a:off x="6327648" y="2679191"/>
            <a:ext cx="228600" cy="228600"/>
          </a:xfrm>
          <a:prstGeom prst="ellipse">
            <a:avLst/>
          </a:prstGeom>
          <a:solidFill>
            <a:srgbClr val="3B0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1" name="faBoxOpen-white" descr="faBoxOpen-white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377940" y="2729484"/>
            <a:ext cx="128016" cy="128016"/>
          </a:xfrm>
          <a:prstGeom prst="rect">
            <a:avLst/>
          </a:prstGeom>
        </p:spPr>
      </p:pic>
      <p:sp>
        <p:nvSpPr>
          <p:cNvPr id="112" name="Rounded Rectangle 111"/>
          <p:cNvSpPr/>
          <p:nvPr/>
        </p:nvSpPr>
        <p:spPr>
          <a:xfrm>
            <a:off x="4754880" y="3063239"/>
            <a:ext cx="1938528" cy="393192"/>
          </a:xfrm>
          <a:prstGeom prst="roundRect">
            <a:avLst/>
          </a:prstGeom>
          <a:solidFill>
            <a:srgbClr val="FFFFFF"/>
          </a:solidFill>
          <a:ln w="5715">
            <a:solidFill>
              <a:srgbClr val="D8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3" name="faBoxesStacked-gold" descr="faBoxesStacked-gol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4864608" y="3159251"/>
            <a:ext cx="164592" cy="164592"/>
          </a:xfrm>
          <a:prstGeom prst="rect">
            <a:avLst/>
          </a:prstGeom>
        </p:spPr>
      </p:pic>
      <p:sp>
        <p:nvSpPr>
          <p:cNvPr id="114" name="TextBox 113"/>
          <p:cNvSpPr txBox="1"/>
          <p:nvPr/>
        </p:nvSpPr>
        <p:spPr>
          <a:xfrm>
            <a:off x="5093208" y="3177539"/>
            <a:ext cx="987552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75" b="0" i="0">
                <a:solidFill>
                  <a:srgbClr val="2D2F32"/>
                </a:solidFill>
                <a:latin typeface="Arial"/>
              </a:rPr>
              <a:t>F</a:t>
            </a:r>
          </a:p>
        </p:txBody>
      </p:sp>
      <p:sp>
        <p:nvSpPr>
          <p:cNvPr id="115" name="Oval 114"/>
          <p:cNvSpPr/>
          <p:nvPr/>
        </p:nvSpPr>
        <p:spPr>
          <a:xfrm>
            <a:off x="6327648" y="3140963"/>
            <a:ext cx="228600" cy="228600"/>
          </a:xfrm>
          <a:prstGeom prst="ellipse">
            <a:avLst/>
          </a:prstGeom>
          <a:solidFill>
            <a:srgbClr val="3B0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6" name="faBoxesStacked-white" descr="faBoxesStacked-white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377940" y="3191256"/>
            <a:ext cx="128016" cy="128016"/>
          </a:xfrm>
          <a:prstGeom prst="rect">
            <a:avLst/>
          </a:prstGeom>
        </p:spPr>
      </p:pic>
      <p:sp>
        <p:nvSpPr>
          <p:cNvPr id="117" name="Rounded Rectangle 116"/>
          <p:cNvSpPr/>
          <p:nvPr/>
        </p:nvSpPr>
        <p:spPr>
          <a:xfrm>
            <a:off x="4754880" y="3525012"/>
            <a:ext cx="1938528" cy="393192"/>
          </a:xfrm>
          <a:prstGeom prst="roundRect">
            <a:avLst/>
          </a:prstGeom>
          <a:solidFill>
            <a:srgbClr val="FFFFFF"/>
          </a:solidFill>
          <a:ln w="5715">
            <a:solidFill>
              <a:srgbClr val="D8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8" name="faTruckFast-gold" descr="faTruckFast-gold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4864608" y="3621024"/>
            <a:ext cx="164592" cy="164592"/>
          </a:xfrm>
          <a:prstGeom prst="rect">
            <a:avLst/>
          </a:prstGeom>
        </p:spPr>
      </p:pic>
      <p:sp>
        <p:nvSpPr>
          <p:cNvPr id="119" name="TextBox 118"/>
          <p:cNvSpPr txBox="1"/>
          <p:nvPr/>
        </p:nvSpPr>
        <p:spPr>
          <a:xfrm>
            <a:off x="5093208" y="3639312"/>
            <a:ext cx="987552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75" b="0" i="0">
                <a:solidFill>
                  <a:srgbClr val="2D2F32"/>
                </a:solidFill>
                <a:latin typeface="Arial"/>
              </a:rPr>
              <a:t>I</a:t>
            </a:r>
          </a:p>
        </p:txBody>
      </p:sp>
      <p:sp>
        <p:nvSpPr>
          <p:cNvPr id="120" name="Oval 119"/>
          <p:cNvSpPr/>
          <p:nvPr/>
        </p:nvSpPr>
        <p:spPr>
          <a:xfrm>
            <a:off x="6327648" y="3602736"/>
            <a:ext cx="228600" cy="228600"/>
          </a:xfrm>
          <a:prstGeom prst="ellipse">
            <a:avLst/>
          </a:prstGeom>
          <a:solidFill>
            <a:srgbClr val="3B0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1" name="faTruckFast-white" descr="faTruckFast-white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377940" y="3653028"/>
            <a:ext cx="128016" cy="128016"/>
          </a:xfrm>
          <a:prstGeom prst="rect">
            <a:avLst/>
          </a:prstGeom>
        </p:spPr>
      </p:pic>
      <p:sp>
        <p:nvSpPr>
          <p:cNvPr id="122" name="Rounded Rectangle 121"/>
          <p:cNvSpPr/>
          <p:nvPr/>
        </p:nvSpPr>
        <p:spPr>
          <a:xfrm>
            <a:off x="4754880" y="3986783"/>
            <a:ext cx="1938528" cy="393192"/>
          </a:xfrm>
          <a:prstGeom prst="roundRect">
            <a:avLst/>
          </a:prstGeom>
          <a:solidFill>
            <a:srgbClr val="FFFFFF"/>
          </a:solidFill>
          <a:ln w="5715">
            <a:solidFill>
              <a:srgbClr val="D8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3" name="faTruck-gold" descr="faTruck-gold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4864608" y="4082796"/>
            <a:ext cx="164592" cy="164592"/>
          </a:xfrm>
          <a:prstGeom prst="rect">
            <a:avLst/>
          </a:prstGeom>
        </p:spPr>
      </p:pic>
      <p:sp>
        <p:nvSpPr>
          <p:cNvPr id="124" name="TextBox 123"/>
          <p:cNvSpPr txBox="1"/>
          <p:nvPr/>
        </p:nvSpPr>
        <p:spPr>
          <a:xfrm>
            <a:off x="5093208" y="4101083"/>
            <a:ext cx="987552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75" b="0" i="0">
                <a:solidFill>
                  <a:srgbClr val="2D2F32"/>
                </a:solidFill>
                <a:latin typeface="Arial"/>
              </a:rPr>
              <a:t>T</a:t>
            </a:r>
          </a:p>
        </p:txBody>
      </p:sp>
      <p:sp>
        <p:nvSpPr>
          <p:cNvPr id="125" name="Oval 124"/>
          <p:cNvSpPr/>
          <p:nvPr/>
        </p:nvSpPr>
        <p:spPr>
          <a:xfrm>
            <a:off x="6327648" y="4064507"/>
            <a:ext cx="228600" cy="228600"/>
          </a:xfrm>
          <a:prstGeom prst="ellipse">
            <a:avLst/>
          </a:prstGeom>
          <a:solidFill>
            <a:srgbClr val="3B0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6" name="faTruck-white" descr="faTruck-white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377940" y="4114799"/>
            <a:ext cx="128016" cy="128016"/>
          </a:xfrm>
          <a:prstGeom prst="rect">
            <a:avLst/>
          </a:prstGeom>
        </p:spPr>
      </p:pic>
      <p:sp>
        <p:nvSpPr>
          <p:cNvPr id="127" name="Rounded Rectangle 126"/>
          <p:cNvSpPr/>
          <p:nvPr/>
        </p:nvSpPr>
        <p:spPr>
          <a:xfrm>
            <a:off x="4754880" y="4448556"/>
            <a:ext cx="1938528" cy="393192"/>
          </a:xfrm>
          <a:prstGeom prst="roundRect">
            <a:avLst/>
          </a:prstGeom>
          <a:solidFill>
            <a:srgbClr val="FFFFFF"/>
          </a:solidFill>
          <a:ln w="5715">
            <a:solidFill>
              <a:srgbClr val="D8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8" name="faScrewdriverWrench-gold" descr="faScrewdriverWrench-gold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864608" y="4544568"/>
            <a:ext cx="164592" cy="164592"/>
          </a:xfrm>
          <a:prstGeom prst="rect">
            <a:avLst/>
          </a:prstGeom>
        </p:spPr>
      </p:pic>
      <p:sp>
        <p:nvSpPr>
          <p:cNvPr id="129" name="TextBox 128"/>
          <p:cNvSpPr txBox="1"/>
          <p:nvPr/>
        </p:nvSpPr>
        <p:spPr>
          <a:xfrm>
            <a:off x="5093208" y="4562856"/>
            <a:ext cx="987552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75" b="0" i="0">
                <a:solidFill>
                  <a:srgbClr val="2D2F32"/>
                </a:solidFill>
                <a:latin typeface="Arial"/>
              </a:rPr>
              <a:t>M</a:t>
            </a:r>
          </a:p>
        </p:txBody>
      </p:sp>
      <p:sp>
        <p:nvSpPr>
          <p:cNvPr id="130" name="Oval 129"/>
          <p:cNvSpPr/>
          <p:nvPr/>
        </p:nvSpPr>
        <p:spPr>
          <a:xfrm>
            <a:off x="6327648" y="4526280"/>
            <a:ext cx="228600" cy="228600"/>
          </a:xfrm>
          <a:prstGeom prst="ellipse">
            <a:avLst/>
          </a:prstGeom>
          <a:solidFill>
            <a:srgbClr val="3B0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1" name="faScrewdriverWrench-white" descr="faScrewdriverWrench-white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6377940" y="4576572"/>
            <a:ext cx="128016" cy="128016"/>
          </a:xfrm>
          <a:prstGeom prst="rect">
            <a:avLst/>
          </a:prstGeom>
        </p:spPr>
      </p:pic>
      <p:sp>
        <p:nvSpPr>
          <p:cNvPr id="132" name="Rounded Rectangle 131"/>
          <p:cNvSpPr/>
          <p:nvPr/>
        </p:nvSpPr>
        <p:spPr>
          <a:xfrm>
            <a:off x="4754880" y="4910328"/>
            <a:ext cx="1938528" cy="393192"/>
          </a:xfrm>
          <a:prstGeom prst="roundRect">
            <a:avLst/>
          </a:prstGeom>
          <a:solidFill>
            <a:srgbClr val="FFFFFF"/>
          </a:solidFill>
          <a:ln w="5715">
            <a:solidFill>
              <a:srgbClr val="D8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3" name="faWrench-gold" descr="faWrench-gold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4864608" y="5006340"/>
            <a:ext cx="164592" cy="164592"/>
          </a:xfrm>
          <a:prstGeom prst="rect">
            <a:avLst/>
          </a:prstGeom>
        </p:spPr>
      </p:pic>
      <p:sp>
        <p:nvSpPr>
          <p:cNvPr id="134" name="TextBox 133"/>
          <p:cNvSpPr txBox="1"/>
          <p:nvPr/>
        </p:nvSpPr>
        <p:spPr>
          <a:xfrm>
            <a:off x="5093208" y="5024628"/>
            <a:ext cx="987552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75" b="0" i="0">
                <a:solidFill>
                  <a:srgbClr val="2D2F32"/>
                </a:solidFill>
                <a:latin typeface="Arial"/>
              </a:rPr>
              <a:t>R</a:t>
            </a:r>
          </a:p>
        </p:txBody>
      </p:sp>
      <p:sp>
        <p:nvSpPr>
          <p:cNvPr id="135" name="Oval 134"/>
          <p:cNvSpPr/>
          <p:nvPr/>
        </p:nvSpPr>
        <p:spPr>
          <a:xfrm>
            <a:off x="6327648" y="4988052"/>
            <a:ext cx="228600" cy="228600"/>
          </a:xfrm>
          <a:prstGeom prst="ellipse">
            <a:avLst/>
          </a:prstGeom>
          <a:solidFill>
            <a:srgbClr val="3B0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6" name="faWrench-white" descr="faWrench-white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6377940" y="5038344"/>
            <a:ext cx="128016" cy="128016"/>
          </a:xfrm>
          <a:prstGeom prst="rect">
            <a:avLst/>
          </a:prstGeom>
        </p:spPr>
      </p:pic>
      <p:sp>
        <p:nvSpPr>
          <p:cNvPr id="137" name="Rounded Rectangle 136"/>
          <p:cNvSpPr/>
          <p:nvPr/>
        </p:nvSpPr>
        <p:spPr>
          <a:xfrm>
            <a:off x="4754880" y="5372100"/>
            <a:ext cx="1938528" cy="393192"/>
          </a:xfrm>
          <a:prstGeom prst="roundRect">
            <a:avLst/>
          </a:prstGeom>
          <a:solidFill>
            <a:srgbClr val="FFFFFF"/>
          </a:solidFill>
          <a:ln w="5715">
            <a:solidFill>
              <a:srgbClr val="D8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8" name="faGaugeHigh-gold" descr="faGaugeHigh-gold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4864608" y="5468112"/>
            <a:ext cx="164592" cy="164592"/>
          </a:xfrm>
          <a:prstGeom prst="rect">
            <a:avLst/>
          </a:prstGeom>
        </p:spPr>
      </p:pic>
      <p:sp>
        <p:nvSpPr>
          <p:cNvPr id="139" name="TextBox 138"/>
          <p:cNvSpPr txBox="1"/>
          <p:nvPr/>
        </p:nvSpPr>
        <p:spPr>
          <a:xfrm>
            <a:off x="5093208" y="5486400"/>
            <a:ext cx="987552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75" b="0" i="0">
                <a:solidFill>
                  <a:srgbClr val="2D2F32"/>
                </a:solidFill>
                <a:latin typeface="Arial"/>
              </a:rPr>
              <a:t>U</a:t>
            </a:r>
          </a:p>
        </p:txBody>
      </p:sp>
      <p:sp>
        <p:nvSpPr>
          <p:cNvPr id="140" name="Oval 139"/>
          <p:cNvSpPr/>
          <p:nvPr/>
        </p:nvSpPr>
        <p:spPr>
          <a:xfrm>
            <a:off x="6327648" y="5449824"/>
            <a:ext cx="228600" cy="228600"/>
          </a:xfrm>
          <a:prstGeom prst="ellipse">
            <a:avLst/>
          </a:prstGeom>
          <a:solidFill>
            <a:srgbClr val="3B0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1" name="faGaugeHigh-white" descr="faGaugeHigh-white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6377940" y="5500116"/>
            <a:ext cx="128016" cy="128016"/>
          </a:xfrm>
          <a:prstGeom prst="rect">
            <a:avLst/>
          </a:prstGeom>
        </p:spPr>
      </p:pic>
      <p:sp>
        <p:nvSpPr>
          <p:cNvPr id="142" name="TextBox 141"/>
          <p:cNvSpPr txBox="1"/>
          <p:nvPr/>
        </p:nvSpPr>
        <p:spPr>
          <a:xfrm>
            <a:off x="6894576" y="1901952"/>
            <a:ext cx="1938528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70" b="1" i="0">
                <a:solidFill>
                  <a:srgbClr val="3B0D2D"/>
                </a:solidFill>
                <a:latin typeface="Arial"/>
              </a:rPr>
              <a:t>A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894576" y="2057400"/>
            <a:ext cx="420624" cy="16459"/>
          </a:xfrm>
          <a:prstGeom prst="rect">
            <a:avLst/>
          </a:prstGeom>
          <a:solidFill>
            <a:srgbClr val="A3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6894576" y="2139696"/>
            <a:ext cx="1938528" cy="393192"/>
          </a:xfrm>
          <a:prstGeom prst="roundRect">
            <a:avLst/>
          </a:prstGeom>
          <a:solidFill>
            <a:srgbClr val="FFFFFF"/>
          </a:solidFill>
          <a:ln w="5715">
            <a:solidFill>
              <a:srgbClr val="D8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5" name="faHandshake-gold" descr="faHandshake-gold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7004304" y="2235708"/>
            <a:ext cx="164592" cy="164592"/>
          </a:xfrm>
          <a:prstGeom prst="rect">
            <a:avLst/>
          </a:prstGeom>
        </p:spPr>
      </p:pic>
      <p:sp>
        <p:nvSpPr>
          <p:cNvPr id="146" name="TextBox 145"/>
          <p:cNvSpPr txBox="1"/>
          <p:nvPr/>
        </p:nvSpPr>
        <p:spPr>
          <a:xfrm>
            <a:off x="7232904" y="2253996"/>
            <a:ext cx="987552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75" b="0" i="0">
                <a:solidFill>
                  <a:srgbClr val="2D2F32"/>
                </a:solidFill>
                <a:latin typeface="Arial"/>
              </a:rPr>
              <a:t>R</a:t>
            </a:r>
          </a:p>
        </p:txBody>
      </p:sp>
      <p:sp>
        <p:nvSpPr>
          <p:cNvPr id="147" name="Oval 146"/>
          <p:cNvSpPr/>
          <p:nvPr/>
        </p:nvSpPr>
        <p:spPr>
          <a:xfrm>
            <a:off x="8467344" y="2217420"/>
            <a:ext cx="228600" cy="228600"/>
          </a:xfrm>
          <a:prstGeom prst="ellipse">
            <a:avLst/>
          </a:prstGeom>
          <a:solidFill>
            <a:srgbClr val="3B0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8" name="faHandshake-white" descr="faHandshake-white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8517636" y="2267712"/>
            <a:ext cx="128016" cy="128016"/>
          </a:xfrm>
          <a:prstGeom prst="rect">
            <a:avLst/>
          </a:prstGeom>
        </p:spPr>
      </p:pic>
      <p:sp>
        <p:nvSpPr>
          <p:cNvPr id="149" name="Rounded Rectangle 148"/>
          <p:cNvSpPr/>
          <p:nvPr/>
        </p:nvSpPr>
        <p:spPr>
          <a:xfrm>
            <a:off x="6894576" y="2601468"/>
            <a:ext cx="1938528" cy="393192"/>
          </a:xfrm>
          <a:prstGeom prst="roundRect">
            <a:avLst/>
          </a:prstGeom>
          <a:solidFill>
            <a:srgbClr val="FFFFFF"/>
          </a:solidFill>
          <a:ln w="5715">
            <a:solidFill>
              <a:srgbClr val="D8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0" name="faTriangleExclamation-gold" descr="faTriangleExclamation-gold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7004304" y="2697479"/>
            <a:ext cx="164592" cy="164592"/>
          </a:xfrm>
          <a:prstGeom prst="rect">
            <a:avLst/>
          </a:prstGeom>
        </p:spPr>
      </p:pic>
      <p:sp>
        <p:nvSpPr>
          <p:cNvPr id="151" name="TextBox 150"/>
          <p:cNvSpPr txBox="1"/>
          <p:nvPr/>
        </p:nvSpPr>
        <p:spPr>
          <a:xfrm>
            <a:off x="7232904" y="2715768"/>
            <a:ext cx="987552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75" b="0" i="0">
                <a:solidFill>
                  <a:srgbClr val="2D2F32"/>
                </a:solidFill>
                <a:latin typeface="Arial"/>
              </a:rPr>
              <a:t>C</a:t>
            </a:r>
          </a:p>
        </p:txBody>
      </p:sp>
      <p:sp>
        <p:nvSpPr>
          <p:cNvPr id="152" name="Oval 151"/>
          <p:cNvSpPr/>
          <p:nvPr/>
        </p:nvSpPr>
        <p:spPr>
          <a:xfrm>
            <a:off x="8467344" y="2679191"/>
            <a:ext cx="228600" cy="228600"/>
          </a:xfrm>
          <a:prstGeom prst="ellipse">
            <a:avLst/>
          </a:prstGeom>
          <a:solidFill>
            <a:srgbClr val="3B0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" name="faTriangleExclamation-white" descr="faTriangleExclamation-white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8517636" y="2729484"/>
            <a:ext cx="128016" cy="128016"/>
          </a:xfrm>
          <a:prstGeom prst="rect">
            <a:avLst/>
          </a:prstGeom>
        </p:spPr>
      </p:pic>
      <p:sp>
        <p:nvSpPr>
          <p:cNvPr id="154" name="Rounded Rectangle 153"/>
          <p:cNvSpPr/>
          <p:nvPr/>
        </p:nvSpPr>
        <p:spPr>
          <a:xfrm>
            <a:off x="6894576" y="3063239"/>
            <a:ext cx="1938528" cy="393192"/>
          </a:xfrm>
          <a:prstGeom prst="roundRect">
            <a:avLst/>
          </a:prstGeom>
          <a:solidFill>
            <a:srgbClr val="FFFFFF"/>
          </a:solidFill>
          <a:ln w="5715">
            <a:solidFill>
              <a:srgbClr val="D8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5" name="faClockRotateLeft-gold" descr="faClockRotateLeft-gold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7004304" y="3159251"/>
            <a:ext cx="164592" cy="164592"/>
          </a:xfrm>
          <a:prstGeom prst="rect">
            <a:avLst/>
          </a:prstGeom>
        </p:spPr>
      </p:pic>
      <p:sp>
        <p:nvSpPr>
          <p:cNvPr id="156" name="TextBox 155"/>
          <p:cNvSpPr txBox="1"/>
          <p:nvPr/>
        </p:nvSpPr>
        <p:spPr>
          <a:xfrm>
            <a:off x="7232904" y="3177539"/>
            <a:ext cx="987552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75" b="0" i="0">
                <a:solidFill>
                  <a:srgbClr val="2D2F32"/>
                </a:solidFill>
                <a:latin typeface="Arial"/>
              </a:rPr>
              <a:t>C</a:t>
            </a:r>
          </a:p>
        </p:txBody>
      </p:sp>
      <p:sp>
        <p:nvSpPr>
          <p:cNvPr id="157" name="Oval 156"/>
          <p:cNvSpPr/>
          <p:nvPr/>
        </p:nvSpPr>
        <p:spPr>
          <a:xfrm>
            <a:off x="8467344" y="3140963"/>
            <a:ext cx="228600" cy="228600"/>
          </a:xfrm>
          <a:prstGeom prst="ellipse">
            <a:avLst/>
          </a:prstGeom>
          <a:solidFill>
            <a:srgbClr val="3B0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8" name="faClockRotateLeft-white" descr="faClockRotateLeft-white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8517636" y="3191256"/>
            <a:ext cx="128016" cy="128016"/>
          </a:xfrm>
          <a:prstGeom prst="rect">
            <a:avLst/>
          </a:prstGeom>
        </p:spPr>
      </p:pic>
      <p:sp>
        <p:nvSpPr>
          <p:cNvPr id="159" name="Rounded Rectangle 158"/>
          <p:cNvSpPr/>
          <p:nvPr/>
        </p:nvSpPr>
        <p:spPr>
          <a:xfrm>
            <a:off x="6894576" y="3525012"/>
            <a:ext cx="1938528" cy="393192"/>
          </a:xfrm>
          <a:prstGeom prst="roundRect">
            <a:avLst/>
          </a:prstGeom>
          <a:solidFill>
            <a:srgbClr val="FFFFFF"/>
          </a:solidFill>
          <a:ln w="5715">
            <a:solidFill>
              <a:srgbClr val="D8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0" name="faChartLine-gold" descr="faChartLine-gold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7004304" y="3621024"/>
            <a:ext cx="164592" cy="164592"/>
          </a:xfrm>
          <a:prstGeom prst="rect">
            <a:avLst/>
          </a:prstGeom>
        </p:spPr>
      </p:pic>
      <p:sp>
        <p:nvSpPr>
          <p:cNvPr id="161" name="TextBox 160"/>
          <p:cNvSpPr txBox="1"/>
          <p:nvPr/>
        </p:nvSpPr>
        <p:spPr>
          <a:xfrm>
            <a:off x="7232904" y="3639312"/>
            <a:ext cx="987552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75" b="0" i="0">
                <a:solidFill>
                  <a:srgbClr val="2D2F32"/>
                </a:solidFill>
                <a:latin typeface="Arial"/>
              </a:rPr>
              <a:t>R</a:t>
            </a:r>
          </a:p>
        </p:txBody>
      </p:sp>
      <p:sp>
        <p:nvSpPr>
          <p:cNvPr id="162" name="Oval 161"/>
          <p:cNvSpPr/>
          <p:nvPr/>
        </p:nvSpPr>
        <p:spPr>
          <a:xfrm>
            <a:off x="8467344" y="3602736"/>
            <a:ext cx="228600" cy="228600"/>
          </a:xfrm>
          <a:prstGeom prst="ellipse">
            <a:avLst/>
          </a:prstGeom>
          <a:solidFill>
            <a:srgbClr val="3B0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3" name="faChartLine-white" descr="faChartLine-white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8517636" y="3653028"/>
            <a:ext cx="128016" cy="128016"/>
          </a:xfrm>
          <a:prstGeom prst="rect">
            <a:avLst/>
          </a:prstGeom>
        </p:spPr>
      </p:pic>
      <p:sp>
        <p:nvSpPr>
          <p:cNvPr id="164" name="Rounded Rectangle 163"/>
          <p:cNvSpPr/>
          <p:nvPr/>
        </p:nvSpPr>
        <p:spPr>
          <a:xfrm>
            <a:off x="6894576" y="3986783"/>
            <a:ext cx="1938528" cy="393192"/>
          </a:xfrm>
          <a:prstGeom prst="roundRect">
            <a:avLst/>
          </a:prstGeom>
          <a:solidFill>
            <a:srgbClr val="FFFFFF"/>
          </a:solidFill>
          <a:ln w="5715">
            <a:solidFill>
              <a:srgbClr val="D8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5" name="faChartPie-gold" descr="faChartPie-gold.pn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7004304" y="4082796"/>
            <a:ext cx="164592" cy="164592"/>
          </a:xfrm>
          <a:prstGeom prst="rect">
            <a:avLst/>
          </a:prstGeom>
        </p:spPr>
      </p:pic>
      <p:sp>
        <p:nvSpPr>
          <p:cNvPr id="166" name="TextBox 165"/>
          <p:cNvSpPr txBox="1"/>
          <p:nvPr/>
        </p:nvSpPr>
        <p:spPr>
          <a:xfrm>
            <a:off x="7232904" y="4101083"/>
            <a:ext cx="987552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75" b="0" i="0">
                <a:solidFill>
                  <a:srgbClr val="2D2F32"/>
                </a:solidFill>
                <a:latin typeface="Arial"/>
              </a:rPr>
              <a:t>C</a:t>
            </a:r>
          </a:p>
        </p:txBody>
      </p:sp>
      <p:sp>
        <p:nvSpPr>
          <p:cNvPr id="167" name="Oval 166"/>
          <p:cNvSpPr/>
          <p:nvPr/>
        </p:nvSpPr>
        <p:spPr>
          <a:xfrm>
            <a:off x="8467344" y="4064507"/>
            <a:ext cx="228600" cy="228600"/>
          </a:xfrm>
          <a:prstGeom prst="ellipse">
            <a:avLst/>
          </a:prstGeom>
          <a:solidFill>
            <a:srgbClr val="3B0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8" name="faChartPie-white" descr="faChartPie-white.pn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8517636" y="4114799"/>
            <a:ext cx="128016" cy="128016"/>
          </a:xfrm>
          <a:prstGeom prst="rect">
            <a:avLst/>
          </a:prstGeom>
        </p:spPr>
      </p:pic>
      <p:sp>
        <p:nvSpPr>
          <p:cNvPr id="169" name="Rounded Rectangle 168"/>
          <p:cNvSpPr/>
          <p:nvPr/>
        </p:nvSpPr>
        <p:spPr>
          <a:xfrm>
            <a:off x="6894576" y="4448556"/>
            <a:ext cx="1938528" cy="393192"/>
          </a:xfrm>
          <a:prstGeom prst="roundRect">
            <a:avLst/>
          </a:prstGeom>
          <a:solidFill>
            <a:srgbClr val="FFFFFF"/>
          </a:solidFill>
          <a:ln w="5715">
            <a:solidFill>
              <a:srgbClr val="D8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0" name="faChartColumn-gold" descr="faChartColumn-gold.pn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7004304" y="4544568"/>
            <a:ext cx="164592" cy="164592"/>
          </a:xfrm>
          <a:prstGeom prst="rect">
            <a:avLst/>
          </a:prstGeom>
        </p:spPr>
      </p:pic>
      <p:sp>
        <p:nvSpPr>
          <p:cNvPr id="171" name="TextBox 170"/>
          <p:cNvSpPr txBox="1"/>
          <p:nvPr/>
        </p:nvSpPr>
        <p:spPr>
          <a:xfrm>
            <a:off x="7232904" y="4562856"/>
            <a:ext cx="987552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75" b="0" i="0">
                <a:solidFill>
                  <a:srgbClr val="2D2F32"/>
                </a:solidFill>
                <a:latin typeface="Arial"/>
              </a:rPr>
              <a:t>P</a:t>
            </a:r>
          </a:p>
        </p:txBody>
      </p:sp>
      <p:sp>
        <p:nvSpPr>
          <p:cNvPr id="172" name="Oval 171"/>
          <p:cNvSpPr/>
          <p:nvPr/>
        </p:nvSpPr>
        <p:spPr>
          <a:xfrm>
            <a:off x="8467344" y="4526280"/>
            <a:ext cx="228600" cy="228600"/>
          </a:xfrm>
          <a:prstGeom prst="ellipse">
            <a:avLst/>
          </a:prstGeom>
          <a:solidFill>
            <a:srgbClr val="3B0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3" name="faChartColumn-white" descr="faChartColumn-white.png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8517636" y="4576572"/>
            <a:ext cx="128016" cy="128016"/>
          </a:xfrm>
          <a:prstGeom prst="rect">
            <a:avLst/>
          </a:prstGeom>
        </p:spPr>
      </p:pic>
      <p:sp>
        <p:nvSpPr>
          <p:cNvPr id="174" name="Rounded Rectangle 173"/>
          <p:cNvSpPr/>
          <p:nvPr/>
        </p:nvSpPr>
        <p:spPr>
          <a:xfrm>
            <a:off x="6894576" y="4910328"/>
            <a:ext cx="1938528" cy="393192"/>
          </a:xfrm>
          <a:prstGeom prst="roundRect">
            <a:avLst/>
          </a:prstGeom>
          <a:solidFill>
            <a:srgbClr val="FFFFFF"/>
          </a:solidFill>
          <a:ln w="5715">
            <a:solidFill>
              <a:srgbClr val="D8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5" name="faClipboardCheck-gold" descr="faClipboardCheck-gold.png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7004304" y="5006340"/>
            <a:ext cx="164592" cy="164592"/>
          </a:xfrm>
          <a:prstGeom prst="rect">
            <a:avLst/>
          </a:prstGeom>
        </p:spPr>
      </p:pic>
      <p:sp>
        <p:nvSpPr>
          <p:cNvPr id="176" name="TextBox 175"/>
          <p:cNvSpPr txBox="1"/>
          <p:nvPr/>
        </p:nvSpPr>
        <p:spPr>
          <a:xfrm>
            <a:off x="7232904" y="5024628"/>
            <a:ext cx="987552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75" b="0" i="0">
                <a:solidFill>
                  <a:srgbClr val="2D2F32"/>
                </a:solidFill>
                <a:latin typeface="Arial"/>
              </a:rPr>
              <a:t>D</a:t>
            </a:r>
          </a:p>
        </p:txBody>
      </p:sp>
      <p:sp>
        <p:nvSpPr>
          <p:cNvPr id="177" name="Oval 176"/>
          <p:cNvSpPr/>
          <p:nvPr/>
        </p:nvSpPr>
        <p:spPr>
          <a:xfrm>
            <a:off x="8467344" y="4988052"/>
            <a:ext cx="228600" cy="228600"/>
          </a:xfrm>
          <a:prstGeom prst="ellipse">
            <a:avLst/>
          </a:prstGeom>
          <a:solidFill>
            <a:srgbClr val="3B0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8" name="faClipboardCheck-white" descr="faClipboardCheck-white.png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8517636" y="5038344"/>
            <a:ext cx="128016" cy="128016"/>
          </a:xfrm>
          <a:prstGeom prst="rect">
            <a:avLst/>
          </a:prstGeom>
        </p:spPr>
      </p:pic>
      <p:sp>
        <p:nvSpPr>
          <p:cNvPr id="179" name="Rounded Rectangle 178"/>
          <p:cNvSpPr/>
          <p:nvPr/>
        </p:nvSpPr>
        <p:spPr>
          <a:xfrm>
            <a:off x="6894576" y="5372100"/>
            <a:ext cx="1938528" cy="393192"/>
          </a:xfrm>
          <a:prstGeom prst="roundRect">
            <a:avLst/>
          </a:prstGeom>
          <a:solidFill>
            <a:srgbClr val="FFFFFF"/>
          </a:solidFill>
          <a:ln w="5715">
            <a:solidFill>
              <a:srgbClr val="D8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0" name="faCheckDouble-gold" descr="faCheckDouble-gold.png"/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7004304" y="5468112"/>
            <a:ext cx="164592" cy="164592"/>
          </a:xfrm>
          <a:prstGeom prst="rect">
            <a:avLst/>
          </a:prstGeom>
        </p:spPr>
      </p:pic>
      <p:sp>
        <p:nvSpPr>
          <p:cNvPr id="181" name="TextBox 180"/>
          <p:cNvSpPr txBox="1"/>
          <p:nvPr/>
        </p:nvSpPr>
        <p:spPr>
          <a:xfrm>
            <a:off x="7232904" y="5486400"/>
            <a:ext cx="987552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75" b="0" i="0">
                <a:solidFill>
                  <a:srgbClr val="2D2F32"/>
                </a:solidFill>
                <a:latin typeface="Arial"/>
              </a:rPr>
              <a:t>Q</a:t>
            </a:r>
          </a:p>
        </p:txBody>
      </p:sp>
      <p:sp>
        <p:nvSpPr>
          <p:cNvPr id="182" name="Oval 181"/>
          <p:cNvSpPr/>
          <p:nvPr/>
        </p:nvSpPr>
        <p:spPr>
          <a:xfrm>
            <a:off x="8467344" y="5449824"/>
            <a:ext cx="228600" cy="228600"/>
          </a:xfrm>
          <a:prstGeom prst="ellipse">
            <a:avLst/>
          </a:prstGeom>
          <a:solidFill>
            <a:srgbClr val="3B0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3" name="faCheckDouble-white" descr="faCheckDouble-white.png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8517636" y="5500116"/>
            <a:ext cx="128016" cy="128016"/>
          </a:xfrm>
          <a:prstGeom prst="rect">
            <a:avLst/>
          </a:prstGeom>
        </p:spPr>
      </p:pic>
      <p:sp>
        <p:nvSpPr>
          <p:cNvPr id="184" name="Rounded Rectangle 183"/>
          <p:cNvSpPr/>
          <p:nvPr/>
        </p:nvSpPr>
        <p:spPr>
          <a:xfrm>
            <a:off x="475488" y="6144768"/>
            <a:ext cx="8193024" cy="384048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D8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685800" y="6254496"/>
            <a:ext cx="749808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60" b="1" i="0">
                <a:solidFill>
                  <a:srgbClr val="3B0D2D"/>
                </a:solidFill>
                <a:latin typeface="Arial"/>
              </a:rPr>
              <a:t>U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1481328" y="6249924"/>
            <a:ext cx="18288" cy="128016"/>
          </a:xfrm>
          <a:prstGeom prst="rect">
            <a:avLst/>
          </a:prstGeom>
          <a:solidFill>
            <a:srgbClr val="A3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1627632" y="6254496"/>
            <a:ext cx="608076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40" b="0" i="0">
                <a:solidFill>
                  <a:srgbClr val="676F7A"/>
                </a:solidFill>
                <a:latin typeface="Arial"/>
              </a:rPr>
              <a:t>C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8503920" y="6601968"/>
            <a:ext cx="109728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620" b="0" i="0">
                <a:solidFill>
                  <a:srgbClr val="8F9399"/>
                </a:solidFill>
                <a:latin typeface="Arial"/>
              </a:rPr>
              <a:t>4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475488" y="6601968"/>
            <a:ext cx="347472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80" b="0" i="0">
                <a:solidFill>
                  <a:srgbClr val="8F9399"/>
                </a:solidFill>
                <a:latin typeface="Arial"/>
              </a:rPr>
              <a:t>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CRA Data Cube Index Templates — Revised</dc:title>
  <dc:subject>CRA data cube dataset index templates</dc:subject>
  <dc:creator>OpenAI</dc:creator>
  <cp:lastModifiedBy>OpenAI</cp:lastModifiedBy>
  <cp:revision>1</cp:revision>
  <dcterms:created xsi:type="dcterms:W3CDTF">2026-08-04T21:13:03Z</dcterms:created>
  <dcterms:modified xsi:type="dcterms:W3CDTF">2026-08-04T21:13:03Z</dcterms:modified>
</cp:coreProperties>
</file>