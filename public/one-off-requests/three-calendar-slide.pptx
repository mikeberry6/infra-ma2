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3E173E"/>
          </a:solidFill>
          <a:ln w="12700">
            <a:solidFill>
              <a:srgbClr val="3E173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143000"/>
            <a:ext cx="12192000" cy="32004"/>
          </a:xfrm>
          <a:prstGeom prst="rect">
            <a:avLst/>
          </a:prstGeom>
          <a:solidFill>
            <a:srgbClr val="AAA16F"/>
          </a:solidFill>
          <a:ln w="12700">
            <a:solidFill>
              <a:srgbClr val="AAA16F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48056" y="228600"/>
            <a:ext cx="41148" cy="297180"/>
          </a:xfrm>
          <a:prstGeom prst="rect">
            <a:avLst/>
          </a:prstGeom>
          <a:solidFill>
            <a:srgbClr val="AAA16F"/>
          </a:solidFill>
          <a:ln w="12700">
            <a:solidFill>
              <a:srgbClr val="AAA16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96596"/>
            <a:ext cx="8366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altLang="en-US" sz="900" b="1" spc="165" kern="0" dirty="0">
                <a:solidFill>
                  <a:srgbClr val="F3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480060"/>
            <a:ext cx="9400032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altLang="en-US" sz="25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2565" dirty="0"/>
          </a:p>
        </p:txBody>
      </p:sp>
      <p:sp>
        <p:nvSpPr>
          <p:cNvPr id="7" name="Text 5"/>
          <p:cNvSpPr/>
          <p:nvPr/>
        </p:nvSpPr>
        <p:spPr>
          <a:xfrm>
            <a:off x="601675" y="921715"/>
            <a:ext cx="9601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altLang="en-US" sz="865" b="1" spc="42" kern="0" dirty="0">
                <a:solidFill>
                  <a:srgbClr val="F3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65" dirty="0"/>
          </a:p>
        </p:txBody>
      </p:sp>
      <p:sp>
        <p:nvSpPr>
          <p:cNvPr id="8" name="Shape 6"/>
          <p:cNvSpPr/>
          <p:nvPr/>
        </p:nvSpPr>
        <p:spPr>
          <a:xfrm>
            <a:off x="10616184" y="335585"/>
            <a:ext cx="1078992" cy="502920"/>
          </a:xfrm>
          <a:prstGeom prst="roundRect">
            <a:avLst>
              <a:gd name="adj" fmla="val 14545"/>
            </a:avLst>
          </a:prstGeom>
          <a:solidFill>
            <a:srgbClr val="4A4650"/>
          </a:solidFill>
          <a:ln w="1270">
            <a:solidFill>
              <a:srgbClr val="4A465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652760" y="4800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14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425196" y="6582766"/>
            <a:ext cx="11333988" cy="0"/>
          </a:xfrm>
          <a:prstGeom prst="line">
            <a:avLst/>
          </a:prstGeom>
          <a:noFill/>
          <a:ln w="825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43484" y="6638544"/>
            <a:ext cx="9738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altLang="en-US" sz="765" b="1" spc="70" kern="0" dirty="0">
                <a:solidFill>
                  <a:srgbClr val="77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765" dirty="0"/>
          </a:p>
        </p:txBody>
      </p:sp>
      <p:sp>
        <p:nvSpPr>
          <p:cNvPr id="12" name="Text 10"/>
          <p:cNvSpPr/>
          <p:nvPr/>
        </p:nvSpPr>
        <p:spPr>
          <a:xfrm>
            <a:off x="10543032" y="6633058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altLang="en-US" sz="800" b="1" spc="95" kern="0" dirty="0">
                <a:solidFill>
                  <a:srgbClr val="77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06908" y="1353312"/>
            <a:ext cx="3662172" cy="5134356"/>
          </a:xfrm>
          <a:prstGeom prst="rect">
            <a:avLst/>
          </a:prstGeom>
          <a:solidFill>
            <a:srgbClr val="FFFFFF"/>
          </a:solidFill>
          <a:ln w="825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06908" y="1353312"/>
            <a:ext cx="3662172" cy="64008"/>
          </a:xfrm>
          <a:prstGeom prst="rect">
            <a:avLst/>
          </a:prstGeom>
          <a:solidFill>
            <a:srgbClr val="3E173E"/>
          </a:solidFill>
          <a:ln w="12700">
            <a:solidFill>
              <a:srgbClr val="3E173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21792" y="1578254"/>
            <a:ext cx="415138" cy="374904"/>
          </a:xfrm>
          <a:prstGeom prst="roundRect">
            <a:avLst>
              <a:gd name="adj" fmla="val 15854"/>
            </a:avLst>
          </a:prstGeom>
          <a:solidFill>
            <a:srgbClr val="F3F2F5"/>
          </a:solidFill>
          <a:ln w="127">
            <a:solidFill>
              <a:srgbClr val="F3F2F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21792" y="1658722"/>
            <a:ext cx="4151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370" b="1" dirty="0">
                <a:solidFill>
                  <a:srgbClr val="3E17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370" dirty="0"/>
          </a:p>
        </p:txBody>
      </p:sp>
      <p:sp>
        <p:nvSpPr>
          <p:cNvPr id="17" name="Text 15"/>
          <p:cNvSpPr/>
          <p:nvPr/>
        </p:nvSpPr>
        <p:spPr>
          <a:xfrm>
            <a:off x="1144829" y="1509674"/>
            <a:ext cx="269748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E173E"/>
                </a:solidFill>
                <a:latin typeface="Arial"/>
              </a:defRPr>
            </a:pPr>
            <a:r>
              <a:rPr sz="1600" b="1">
                <a:solidFill>
                  <a:srgbClr val="3E173E"/>
                </a:solidFill>
                <a:latin typeface="Arial"/>
              </a:rPr>
              <a:t>C</a:t>
            </a:r>
          </a:p>
        </p:txBody>
      </p:sp>
      <p:sp>
        <p:nvSpPr>
          <p:cNvPr id="18" name="Text 16"/>
          <p:cNvSpPr/>
          <p:nvPr/>
        </p:nvSpPr>
        <p:spPr>
          <a:xfrm>
            <a:off x="1148486" y="1853489"/>
            <a:ext cx="268833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endParaRPr lang="en-US" sz="815" dirty="0"/>
          </a:p>
        </p:txBody>
      </p:sp>
      <p:sp>
        <p:nvSpPr>
          <p:cNvPr id="19" name="Shape 17"/>
          <p:cNvSpPr/>
          <p:nvPr/>
        </p:nvSpPr>
        <p:spPr>
          <a:xfrm>
            <a:off x="623621" y="2126894"/>
            <a:ext cx="3228746" cy="0"/>
          </a:xfrm>
          <a:prstGeom prst="line">
            <a:avLst/>
          </a:prstGeom>
          <a:noFill/>
          <a:ln w="952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23621" y="2233879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altLang="en-US" sz="1010" b="1" spc="112" kern="0" dirty="0">
                <a:solidFill>
                  <a:srgbClr val="3E17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2026</a:t>
            </a:r>
            <a:endParaRPr lang="en-US" sz="1010" dirty="0"/>
          </a:p>
        </p:txBody>
      </p:sp>
      <p:sp>
        <p:nvSpPr>
          <p:cNvPr id="21" name="Shape 19"/>
          <p:cNvSpPr/>
          <p:nvPr/>
        </p:nvSpPr>
        <p:spPr>
          <a:xfrm>
            <a:off x="3035808" y="2283257"/>
            <a:ext cx="83210" cy="83210"/>
          </a:xfrm>
          <a:prstGeom prst="ellipse">
            <a:avLst/>
          </a:prstGeom>
          <a:solidFill>
            <a:srgbClr val="3E173E"/>
          </a:solidFill>
          <a:ln w="12700">
            <a:solidFill>
              <a:srgbClr val="3E173E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159252" y="2249424"/>
            <a:ext cx="71323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altLang="en-US" sz="805" dirty="0">
                <a:solidFill>
                  <a:srgbClr val="77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</a:t>
            </a:r>
            <a:endParaRPr lang="en-US" sz="805" dirty="0"/>
          </a:p>
        </p:txBody>
      </p:sp>
      <p:sp>
        <p:nvSpPr>
          <p:cNvPr id="23" name="Text 21"/>
          <p:cNvSpPr/>
          <p:nvPr/>
        </p:nvSpPr>
        <p:spPr>
          <a:xfrm>
            <a:off x="623621" y="2476195"/>
            <a:ext cx="436953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815" b="1" dirty="0">
                <a:solidFill>
                  <a:srgbClr val="9F9A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</a:t>
            </a:r>
            <a:endParaRPr lang="en-US" sz="815" dirty="0"/>
          </a:p>
        </p:txBody>
      </p:sp>
      <p:sp>
        <p:nvSpPr>
          <p:cNvPr id="24" name="Text 22"/>
          <p:cNvSpPr/>
          <p:nvPr/>
        </p:nvSpPr>
        <p:spPr>
          <a:xfrm>
            <a:off x="1088920" y="2476195"/>
            <a:ext cx="436953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815" b="1" dirty="0">
                <a:solidFill>
                  <a:srgbClr val="77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</a:t>
            </a:r>
            <a:endParaRPr lang="en-US" sz="815" dirty="0"/>
          </a:p>
        </p:txBody>
      </p:sp>
      <p:sp>
        <p:nvSpPr>
          <p:cNvPr id="25" name="Text 23"/>
          <p:cNvSpPr/>
          <p:nvPr/>
        </p:nvSpPr>
        <p:spPr>
          <a:xfrm>
            <a:off x="1554219" y="2476195"/>
            <a:ext cx="436953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815" b="1" dirty="0">
                <a:solidFill>
                  <a:srgbClr val="77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</a:t>
            </a:r>
            <a:endParaRPr lang="en-US" sz="815" dirty="0"/>
          </a:p>
        </p:txBody>
      </p:sp>
      <p:sp>
        <p:nvSpPr>
          <p:cNvPr id="26" name="Text 24"/>
          <p:cNvSpPr/>
          <p:nvPr/>
        </p:nvSpPr>
        <p:spPr>
          <a:xfrm>
            <a:off x="2019518" y="2476195"/>
            <a:ext cx="436953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815" b="1" dirty="0">
                <a:solidFill>
                  <a:srgbClr val="77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</a:t>
            </a:r>
            <a:endParaRPr lang="en-US" sz="815" dirty="0"/>
          </a:p>
        </p:txBody>
      </p:sp>
      <p:sp>
        <p:nvSpPr>
          <p:cNvPr id="27" name="Text 25"/>
          <p:cNvSpPr/>
          <p:nvPr/>
        </p:nvSpPr>
        <p:spPr>
          <a:xfrm>
            <a:off x="2484817" y="2476195"/>
            <a:ext cx="436953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815" b="1" dirty="0">
                <a:solidFill>
                  <a:srgbClr val="77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</a:t>
            </a:r>
            <a:endParaRPr lang="en-US" sz="815" dirty="0"/>
          </a:p>
        </p:txBody>
      </p:sp>
      <p:sp>
        <p:nvSpPr>
          <p:cNvPr id="28" name="Text 26"/>
          <p:cNvSpPr/>
          <p:nvPr/>
        </p:nvSpPr>
        <p:spPr>
          <a:xfrm>
            <a:off x="2950116" y="2476195"/>
            <a:ext cx="436953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815" b="1" dirty="0">
                <a:solidFill>
                  <a:srgbClr val="77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</a:t>
            </a:r>
            <a:endParaRPr lang="en-US" sz="815" dirty="0"/>
          </a:p>
        </p:txBody>
      </p:sp>
      <p:sp>
        <p:nvSpPr>
          <p:cNvPr id="29" name="Text 27"/>
          <p:cNvSpPr/>
          <p:nvPr/>
        </p:nvSpPr>
        <p:spPr>
          <a:xfrm>
            <a:off x="3415415" y="2476195"/>
            <a:ext cx="436953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815" b="1" dirty="0">
                <a:solidFill>
                  <a:srgbClr val="9F9A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endParaRPr lang="en-US" sz="815" dirty="0"/>
          </a:p>
        </p:txBody>
      </p:sp>
      <p:sp>
        <p:nvSpPr>
          <p:cNvPr id="30" name="Shape 28"/>
          <p:cNvSpPr/>
          <p:nvPr/>
        </p:nvSpPr>
        <p:spPr>
          <a:xfrm>
            <a:off x="1088920" y="268650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ECEAF0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88920" y="2772461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dirty="0">
                <a:solidFill>
                  <a:srgbClr val="9F9A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65" dirty="0"/>
          </a:p>
        </p:txBody>
      </p:sp>
      <p:sp>
        <p:nvSpPr>
          <p:cNvPr id="32" name="Shape 30"/>
          <p:cNvSpPr/>
          <p:nvPr/>
        </p:nvSpPr>
        <p:spPr>
          <a:xfrm>
            <a:off x="1554219" y="268650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ECEAF0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554219" y="2772461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dirty="0">
                <a:solidFill>
                  <a:srgbClr val="9F9A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65" dirty="0"/>
          </a:p>
        </p:txBody>
      </p:sp>
      <p:sp>
        <p:nvSpPr>
          <p:cNvPr id="34" name="Shape 32"/>
          <p:cNvSpPr/>
          <p:nvPr/>
        </p:nvSpPr>
        <p:spPr>
          <a:xfrm>
            <a:off x="2019518" y="268650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ECEAF0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019518" y="2772461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dirty="0">
                <a:solidFill>
                  <a:srgbClr val="9F9A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65" dirty="0"/>
          </a:p>
        </p:txBody>
      </p:sp>
      <p:sp>
        <p:nvSpPr>
          <p:cNvPr id="36" name="Shape 34"/>
          <p:cNvSpPr/>
          <p:nvPr/>
        </p:nvSpPr>
        <p:spPr>
          <a:xfrm>
            <a:off x="2484817" y="268650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2484817" y="2772461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65" dirty="0"/>
          </a:p>
        </p:txBody>
      </p:sp>
      <p:sp>
        <p:nvSpPr>
          <p:cNvPr id="38" name="Shape 36"/>
          <p:cNvSpPr/>
          <p:nvPr/>
        </p:nvSpPr>
        <p:spPr>
          <a:xfrm>
            <a:off x="2950116" y="268650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950116" y="2772461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65" dirty="0"/>
          </a:p>
        </p:txBody>
      </p:sp>
      <p:sp>
        <p:nvSpPr>
          <p:cNvPr id="40" name="Shape 38"/>
          <p:cNvSpPr/>
          <p:nvPr/>
        </p:nvSpPr>
        <p:spPr>
          <a:xfrm>
            <a:off x="3415415" y="268650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3F2F5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415415" y="2772461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65" dirty="0"/>
          </a:p>
        </p:txBody>
      </p:sp>
      <p:sp>
        <p:nvSpPr>
          <p:cNvPr id="42" name="Shape 40"/>
          <p:cNvSpPr/>
          <p:nvPr/>
        </p:nvSpPr>
        <p:spPr>
          <a:xfrm>
            <a:off x="623621" y="305501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3F2F5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23621" y="3140964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65" dirty="0"/>
          </a:p>
        </p:txBody>
      </p:sp>
      <p:sp>
        <p:nvSpPr>
          <p:cNvPr id="44" name="Shape 42"/>
          <p:cNvSpPr/>
          <p:nvPr/>
        </p:nvSpPr>
        <p:spPr>
          <a:xfrm>
            <a:off x="1088920" y="305501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1088920" y="3140964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65" dirty="0"/>
          </a:p>
        </p:txBody>
      </p:sp>
      <p:sp>
        <p:nvSpPr>
          <p:cNvPr id="46" name="Shape 44"/>
          <p:cNvSpPr/>
          <p:nvPr/>
        </p:nvSpPr>
        <p:spPr>
          <a:xfrm>
            <a:off x="1554219" y="305501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1554219" y="3140964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65" dirty="0"/>
          </a:p>
        </p:txBody>
      </p:sp>
      <p:sp>
        <p:nvSpPr>
          <p:cNvPr id="48" name="Shape 46"/>
          <p:cNvSpPr/>
          <p:nvPr/>
        </p:nvSpPr>
        <p:spPr>
          <a:xfrm>
            <a:off x="2019518" y="305501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2019518" y="3140964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65" dirty="0"/>
          </a:p>
        </p:txBody>
      </p:sp>
      <p:sp>
        <p:nvSpPr>
          <p:cNvPr id="50" name="Shape 48"/>
          <p:cNvSpPr/>
          <p:nvPr/>
        </p:nvSpPr>
        <p:spPr>
          <a:xfrm>
            <a:off x="2484817" y="305501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2484817" y="3140964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65" dirty="0"/>
          </a:p>
        </p:txBody>
      </p:sp>
      <p:sp>
        <p:nvSpPr>
          <p:cNvPr id="52" name="Shape 50"/>
          <p:cNvSpPr/>
          <p:nvPr/>
        </p:nvSpPr>
        <p:spPr>
          <a:xfrm>
            <a:off x="2950116" y="305501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2950116" y="3140964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65" dirty="0"/>
          </a:p>
        </p:txBody>
      </p:sp>
      <p:sp>
        <p:nvSpPr>
          <p:cNvPr id="54" name="Shape 52"/>
          <p:cNvSpPr/>
          <p:nvPr/>
        </p:nvSpPr>
        <p:spPr>
          <a:xfrm>
            <a:off x="3415415" y="305501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3F2F5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3415415" y="3140964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65" dirty="0"/>
          </a:p>
        </p:txBody>
      </p:sp>
      <p:sp>
        <p:nvSpPr>
          <p:cNvPr id="56" name="Shape 54"/>
          <p:cNvSpPr/>
          <p:nvPr/>
        </p:nvSpPr>
        <p:spPr>
          <a:xfrm>
            <a:off x="623621" y="3423514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3F2F5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623621" y="3509468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65" dirty="0"/>
          </a:p>
        </p:txBody>
      </p:sp>
      <p:sp>
        <p:nvSpPr>
          <p:cNvPr id="58" name="Shape 56"/>
          <p:cNvSpPr/>
          <p:nvPr/>
        </p:nvSpPr>
        <p:spPr>
          <a:xfrm>
            <a:off x="1088920" y="3423514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3E173E"/>
          </a:solidFill>
          <a:ln w="12700">
            <a:solidFill>
              <a:srgbClr val="3E173E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1088920" y="3509467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65" dirty="0"/>
          </a:p>
        </p:txBody>
      </p:sp>
      <p:sp>
        <p:nvSpPr>
          <p:cNvPr id="60" name="Shape 58"/>
          <p:cNvSpPr/>
          <p:nvPr/>
        </p:nvSpPr>
        <p:spPr>
          <a:xfrm>
            <a:off x="1237484" y="3691433"/>
            <a:ext cx="139825" cy="2011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1554219" y="3423514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1554219" y="3509467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65" dirty="0"/>
          </a:p>
        </p:txBody>
      </p:sp>
      <p:sp>
        <p:nvSpPr>
          <p:cNvPr id="63" name="Shape 61"/>
          <p:cNvSpPr/>
          <p:nvPr/>
        </p:nvSpPr>
        <p:spPr>
          <a:xfrm>
            <a:off x="2019518" y="3423514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2019518" y="3509467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65" dirty="0"/>
          </a:p>
        </p:txBody>
      </p:sp>
      <p:sp>
        <p:nvSpPr>
          <p:cNvPr id="65" name="Shape 63"/>
          <p:cNvSpPr/>
          <p:nvPr/>
        </p:nvSpPr>
        <p:spPr>
          <a:xfrm>
            <a:off x="2484817" y="3423514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3E173E"/>
          </a:solidFill>
          <a:ln w="12700">
            <a:solidFill>
              <a:srgbClr val="3E173E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2484817" y="3509467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65" dirty="0"/>
          </a:p>
        </p:txBody>
      </p:sp>
      <p:sp>
        <p:nvSpPr>
          <p:cNvPr id="67" name="Shape 65"/>
          <p:cNvSpPr/>
          <p:nvPr/>
        </p:nvSpPr>
        <p:spPr>
          <a:xfrm>
            <a:off x="2633381" y="3691433"/>
            <a:ext cx="139825" cy="2011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8" name="Shape 66"/>
          <p:cNvSpPr/>
          <p:nvPr/>
        </p:nvSpPr>
        <p:spPr>
          <a:xfrm>
            <a:off x="2791924" y="3439058"/>
            <a:ext cx="111557" cy="11155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2791924" y="3452774"/>
            <a:ext cx="111557" cy="81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715" b="1" dirty="0">
                <a:solidFill>
                  <a:srgbClr val="3E17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15" dirty="0"/>
          </a:p>
        </p:txBody>
      </p:sp>
      <p:sp>
        <p:nvSpPr>
          <p:cNvPr id="70" name="Shape 68"/>
          <p:cNvSpPr/>
          <p:nvPr/>
        </p:nvSpPr>
        <p:spPr>
          <a:xfrm>
            <a:off x="2950116" y="3423514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3E173E"/>
          </a:solidFill>
          <a:ln w="12700">
            <a:solidFill>
              <a:srgbClr val="3E173E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2950116" y="3509467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65" dirty="0"/>
          </a:p>
        </p:txBody>
      </p:sp>
      <p:sp>
        <p:nvSpPr>
          <p:cNvPr id="72" name="Shape 70"/>
          <p:cNvSpPr/>
          <p:nvPr/>
        </p:nvSpPr>
        <p:spPr>
          <a:xfrm>
            <a:off x="3098680" y="3691433"/>
            <a:ext cx="139825" cy="2011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3" name="Shape 71"/>
          <p:cNvSpPr/>
          <p:nvPr/>
        </p:nvSpPr>
        <p:spPr>
          <a:xfrm>
            <a:off x="3415415" y="3423514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3F2F5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3415415" y="3509467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65" dirty="0"/>
          </a:p>
        </p:txBody>
      </p:sp>
      <p:sp>
        <p:nvSpPr>
          <p:cNvPr id="75" name="Shape 73"/>
          <p:cNvSpPr/>
          <p:nvPr/>
        </p:nvSpPr>
        <p:spPr>
          <a:xfrm>
            <a:off x="623621" y="379201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3F2F5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623621" y="3877970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65" dirty="0"/>
          </a:p>
        </p:txBody>
      </p:sp>
      <p:sp>
        <p:nvSpPr>
          <p:cNvPr id="77" name="Shape 75"/>
          <p:cNvSpPr/>
          <p:nvPr/>
        </p:nvSpPr>
        <p:spPr>
          <a:xfrm>
            <a:off x="1088920" y="379201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1088920" y="3877970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65" dirty="0"/>
          </a:p>
        </p:txBody>
      </p:sp>
      <p:sp>
        <p:nvSpPr>
          <p:cNvPr id="79" name="Shape 77"/>
          <p:cNvSpPr/>
          <p:nvPr/>
        </p:nvSpPr>
        <p:spPr>
          <a:xfrm>
            <a:off x="1554219" y="379201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1554219" y="3877970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65" dirty="0"/>
          </a:p>
        </p:txBody>
      </p:sp>
      <p:sp>
        <p:nvSpPr>
          <p:cNvPr id="81" name="Shape 79"/>
          <p:cNvSpPr/>
          <p:nvPr/>
        </p:nvSpPr>
        <p:spPr>
          <a:xfrm>
            <a:off x="2019518" y="379201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3E173E"/>
          </a:solidFill>
          <a:ln w="12700">
            <a:solidFill>
              <a:srgbClr val="3E173E"/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2019518" y="3877970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65" dirty="0"/>
          </a:p>
        </p:txBody>
      </p:sp>
      <p:sp>
        <p:nvSpPr>
          <p:cNvPr id="83" name="Shape 81"/>
          <p:cNvSpPr/>
          <p:nvPr/>
        </p:nvSpPr>
        <p:spPr>
          <a:xfrm>
            <a:off x="2168082" y="4059936"/>
            <a:ext cx="139825" cy="2011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4" name="Shape 82"/>
          <p:cNvSpPr/>
          <p:nvPr/>
        </p:nvSpPr>
        <p:spPr>
          <a:xfrm>
            <a:off x="2484817" y="379201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2484817" y="3877970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65" dirty="0"/>
          </a:p>
        </p:txBody>
      </p:sp>
      <p:sp>
        <p:nvSpPr>
          <p:cNvPr id="86" name="Shape 84"/>
          <p:cNvSpPr/>
          <p:nvPr/>
        </p:nvSpPr>
        <p:spPr>
          <a:xfrm>
            <a:off x="2950116" y="379201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2950116" y="3877970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65" dirty="0"/>
          </a:p>
        </p:txBody>
      </p:sp>
      <p:sp>
        <p:nvSpPr>
          <p:cNvPr id="88" name="Shape 86"/>
          <p:cNvSpPr/>
          <p:nvPr/>
        </p:nvSpPr>
        <p:spPr>
          <a:xfrm>
            <a:off x="3415415" y="379201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3F2F5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3415415" y="3877970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65" dirty="0"/>
          </a:p>
        </p:txBody>
      </p:sp>
      <p:sp>
        <p:nvSpPr>
          <p:cNvPr id="90" name="Shape 88"/>
          <p:cNvSpPr/>
          <p:nvPr/>
        </p:nvSpPr>
        <p:spPr>
          <a:xfrm>
            <a:off x="623621" y="416052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3F2F5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91" name="Text 89"/>
          <p:cNvSpPr/>
          <p:nvPr/>
        </p:nvSpPr>
        <p:spPr>
          <a:xfrm>
            <a:off x="623621" y="4246473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65" dirty="0"/>
          </a:p>
        </p:txBody>
      </p:sp>
      <p:sp>
        <p:nvSpPr>
          <p:cNvPr id="92" name="Shape 90"/>
          <p:cNvSpPr/>
          <p:nvPr/>
        </p:nvSpPr>
        <p:spPr>
          <a:xfrm>
            <a:off x="1088920" y="416052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1088920" y="4246474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65" dirty="0"/>
          </a:p>
        </p:txBody>
      </p:sp>
      <p:sp>
        <p:nvSpPr>
          <p:cNvPr id="94" name="Shape 92"/>
          <p:cNvSpPr/>
          <p:nvPr/>
        </p:nvSpPr>
        <p:spPr>
          <a:xfrm>
            <a:off x="1554219" y="416052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95" name="Text 93"/>
          <p:cNvSpPr/>
          <p:nvPr/>
        </p:nvSpPr>
        <p:spPr>
          <a:xfrm>
            <a:off x="1554219" y="4246474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65" dirty="0"/>
          </a:p>
        </p:txBody>
      </p:sp>
      <p:sp>
        <p:nvSpPr>
          <p:cNvPr id="96" name="Shape 94"/>
          <p:cNvSpPr/>
          <p:nvPr/>
        </p:nvSpPr>
        <p:spPr>
          <a:xfrm>
            <a:off x="2019518" y="416052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97" name="Text 95"/>
          <p:cNvSpPr/>
          <p:nvPr/>
        </p:nvSpPr>
        <p:spPr>
          <a:xfrm>
            <a:off x="2019518" y="4246474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65" dirty="0"/>
          </a:p>
        </p:txBody>
      </p:sp>
      <p:sp>
        <p:nvSpPr>
          <p:cNvPr id="98" name="Shape 96"/>
          <p:cNvSpPr/>
          <p:nvPr/>
        </p:nvSpPr>
        <p:spPr>
          <a:xfrm>
            <a:off x="2484817" y="416052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99" name="Text 97"/>
          <p:cNvSpPr/>
          <p:nvPr/>
        </p:nvSpPr>
        <p:spPr>
          <a:xfrm>
            <a:off x="2484817" y="4246474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65" dirty="0"/>
          </a:p>
        </p:txBody>
      </p:sp>
      <p:sp>
        <p:nvSpPr>
          <p:cNvPr id="100" name="Shape 98"/>
          <p:cNvSpPr/>
          <p:nvPr/>
        </p:nvSpPr>
        <p:spPr>
          <a:xfrm>
            <a:off x="2950116" y="416052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101" name="Text 99"/>
          <p:cNvSpPr/>
          <p:nvPr/>
        </p:nvSpPr>
        <p:spPr>
          <a:xfrm>
            <a:off x="2950116" y="4246474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65" dirty="0"/>
          </a:p>
        </p:txBody>
      </p:sp>
      <p:sp>
        <p:nvSpPr>
          <p:cNvPr id="102" name="Shape 100"/>
          <p:cNvSpPr/>
          <p:nvPr/>
        </p:nvSpPr>
        <p:spPr>
          <a:xfrm>
            <a:off x="3415415" y="416052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3F2F5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103" name="Text 101"/>
          <p:cNvSpPr/>
          <p:nvPr/>
        </p:nvSpPr>
        <p:spPr>
          <a:xfrm>
            <a:off x="3415415" y="4246474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65" dirty="0"/>
          </a:p>
        </p:txBody>
      </p:sp>
      <p:sp>
        <p:nvSpPr>
          <p:cNvPr id="104" name="Shape 102"/>
          <p:cNvSpPr/>
          <p:nvPr/>
        </p:nvSpPr>
        <p:spPr>
          <a:xfrm>
            <a:off x="623621" y="268650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ECEAF0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105" name="Text 103"/>
          <p:cNvSpPr/>
          <p:nvPr/>
        </p:nvSpPr>
        <p:spPr>
          <a:xfrm>
            <a:off x="623621" y="2772461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dirty="0">
                <a:solidFill>
                  <a:srgbClr val="9F9A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65" dirty="0"/>
          </a:p>
        </p:txBody>
      </p:sp>
      <p:sp>
        <p:nvSpPr>
          <p:cNvPr id="106" name="Shape 104"/>
          <p:cNvSpPr/>
          <p:nvPr/>
        </p:nvSpPr>
        <p:spPr>
          <a:xfrm>
            <a:off x="623621" y="4601261"/>
            <a:ext cx="3228746" cy="0"/>
          </a:xfrm>
          <a:prstGeom prst="line">
            <a:avLst/>
          </a:prstGeom>
          <a:noFill/>
          <a:ln w="10160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107" name="Text 105"/>
          <p:cNvSpPr/>
          <p:nvPr/>
        </p:nvSpPr>
        <p:spPr>
          <a:xfrm>
            <a:off x="623621" y="4701845"/>
            <a:ext cx="204825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altLang="en-US" sz="900" b="1" spc="108" kern="0" dirty="0">
                <a:solidFill>
                  <a:srgbClr val="77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2777033" y="4705502"/>
            <a:ext cx="107350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lnSpc>
                <a:spcPct val="100000"/>
              </a:lnSpc>
              <a:buNone/>
            </a:pPr>
            <a:endParaRPr lang="en-US" sz="790" dirty="0"/>
          </a:p>
        </p:txBody>
      </p:sp>
      <p:sp>
        <p:nvSpPr>
          <p:cNvPr id="109" name="Shape 107"/>
          <p:cNvSpPr/>
          <p:nvPr/>
        </p:nvSpPr>
        <p:spPr>
          <a:xfrm>
            <a:off x="621792" y="4967935"/>
            <a:ext cx="3232404" cy="293522"/>
          </a:xfrm>
          <a:prstGeom prst="roundRect">
            <a:avLst>
              <a:gd name="adj" fmla="val 16199"/>
            </a:avLst>
          </a:prstGeom>
          <a:solidFill>
            <a:srgbClr val="F3F2F5"/>
          </a:solidFill>
          <a:ln w="3556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110" name="Shape 108"/>
          <p:cNvSpPr/>
          <p:nvPr/>
        </p:nvSpPr>
        <p:spPr>
          <a:xfrm>
            <a:off x="621792" y="4967935"/>
            <a:ext cx="31090" cy="293522"/>
          </a:xfrm>
          <a:prstGeom prst="rect">
            <a:avLst/>
          </a:prstGeom>
          <a:solidFill>
            <a:srgbClr val="3E173E"/>
          </a:solidFill>
          <a:ln w="12700">
            <a:solidFill>
              <a:srgbClr val="3E173E"/>
            </a:solidFill>
            <a:prstDash val="solid"/>
          </a:ln>
        </p:spPr>
        <p:txBody>
          <a:bodyPr/>
          <a:p/>
        </p:txBody>
      </p:sp>
      <p:sp>
        <p:nvSpPr>
          <p:cNvPr id="111" name="Shape 109"/>
          <p:cNvSpPr/>
          <p:nvPr/>
        </p:nvSpPr>
        <p:spPr>
          <a:xfrm>
            <a:off x="758952" y="5009083"/>
            <a:ext cx="777240" cy="211226"/>
          </a:xfrm>
          <a:prstGeom prst="roundRect">
            <a:avLst>
              <a:gd name="adj" fmla="val 21097"/>
            </a:avLst>
          </a:prstGeom>
          <a:solidFill>
            <a:srgbClr val="F3F2F5"/>
          </a:solidFill>
          <a:ln w="1270">
            <a:solidFill>
              <a:srgbClr val="F3F2F5"/>
            </a:solidFill>
            <a:prstDash val="solid"/>
          </a:ln>
        </p:spPr>
        <p:txBody>
          <a:bodyPr/>
          <a:p/>
        </p:txBody>
      </p:sp>
      <p:sp>
        <p:nvSpPr>
          <p:cNvPr id="112" name="Text 110"/>
          <p:cNvSpPr/>
          <p:nvPr/>
        </p:nvSpPr>
        <p:spPr>
          <a:xfrm>
            <a:off x="758952" y="5009083"/>
            <a:ext cx="777240" cy="2112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E173E"/>
                </a:solidFill>
                <a:latin typeface="Arial"/>
              </a:defRPr>
            </a:pPr>
            <a:r>
              <a:rPr sz="1000" b="1">
                <a:solidFill>
                  <a:srgbClr val="3E173E"/>
                </a:solidFill>
                <a:latin typeface="Arial"/>
              </a:rPr>
              <a:t>O</a:t>
            </a:r>
          </a:p>
        </p:txBody>
      </p:sp>
      <p:sp>
        <p:nvSpPr>
          <p:cNvPr id="113" name="Text 111"/>
          <p:cNvSpPr/>
          <p:nvPr/>
        </p:nvSpPr>
        <p:spPr>
          <a:xfrm>
            <a:off x="1618488" y="5009083"/>
            <a:ext cx="2125980" cy="2112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>
                <a:solidFill>
                  <a:srgbClr val="4A4650"/>
                </a:solidFill>
                <a:latin typeface="Arial"/>
              </a:defRPr>
            </a:pPr>
            <a:r>
              <a:rPr sz="1025">
                <a:solidFill>
                  <a:srgbClr val="4A4650"/>
                </a:solidFill>
                <a:latin typeface="Arial"/>
              </a:rPr>
              <a:t>G</a:t>
            </a:r>
          </a:p>
        </p:txBody>
      </p:sp>
      <p:sp>
        <p:nvSpPr>
          <p:cNvPr id="114" name="Shape 112"/>
          <p:cNvSpPr/>
          <p:nvPr/>
        </p:nvSpPr>
        <p:spPr>
          <a:xfrm>
            <a:off x="621792" y="5319065"/>
            <a:ext cx="3232404" cy="293522"/>
          </a:xfrm>
          <a:prstGeom prst="roundRect">
            <a:avLst>
              <a:gd name="adj" fmla="val 16199"/>
            </a:avLst>
          </a:prstGeom>
          <a:solidFill>
            <a:srgbClr val="F3F2F5"/>
          </a:solidFill>
          <a:ln w="3556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115" name="Shape 113"/>
          <p:cNvSpPr/>
          <p:nvPr/>
        </p:nvSpPr>
        <p:spPr>
          <a:xfrm>
            <a:off x="621792" y="5319065"/>
            <a:ext cx="31090" cy="293522"/>
          </a:xfrm>
          <a:prstGeom prst="rect">
            <a:avLst/>
          </a:prstGeom>
          <a:solidFill>
            <a:srgbClr val="3E173E"/>
          </a:solidFill>
          <a:ln w="12700">
            <a:solidFill>
              <a:srgbClr val="3E173E"/>
            </a:solidFill>
            <a:prstDash val="solid"/>
          </a:ln>
        </p:spPr>
        <p:txBody>
          <a:bodyPr/>
          <a:p/>
        </p:txBody>
      </p:sp>
      <p:sp>
        <p:nvSpPr>
          <p:cNvPr id="116" name="Shape 114"/>
          <p:cNvSpPr/>
          <p:nvPr/>
        </p:nvSpPr>
        <p:spPr>
          <a:xfrm>
            <a:off x="758952" y="5360213"/>
            <a:ext cx="777240" cy="211226"/>
          </a:xfrm>
          <a:prstGeom prst="roundRect">
            <a:avLst>
              <a:gd name="adj" fmla="val 21097"/>
            </a:avLst>
          </a:prstGeom>
          <a:solidFill>
            <a:srgbClr val="F3F2F5"/>
          </a:solidFill>
          <a:ln w="1270">
            <a:solidFill>
              <a:srgbClr val="F3F2F5"/>
            </a:solidFill>
            <a:prstDash val="solid"/>
          </a:ln>
        </p:spPr>
        <p:txBody>
          <a:bodyPr/>
          <a:p/>
        </p:txBody>
      </p:sp>
      <p:sp>
        <p:nvSpPr>
          <p:cNvPr id="117" name="Text 115"/>
          <p:cNvSpPr/>
          <p:nvPr/>
        </p:nvSpPr>
        <p:spPr>
          <a:xfrm>
            <a:off x="758952" y="5360213"/>
            <a:ext cx="777240" cy="2112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E173E"/>
                </a:solidFill>
                <a:latin typeface="Arial"/>
              </a:defRPr>
            </a:pPr>
            <a:r>
              <a:rPr sz="1000" b="1">
                <a:solidFill>
                  <a:srgbClr val="3E173E"/>
                </a:solidFill>
                <a:latin typeface="Arial"/>
              </a:rPr>
              <a:t>O</a:t>
            </a:r>
          </a:p>
        </p:txBody>
      </p:sp>
      <p:sp>
        <p:nvSpPr>
          <p:cNvPr id="118" name="Text 116"/>
          <p:cNvSpPr/>
          <p:nvPr/>
        </p:nvSpPr>
        <p:spPr>
          <a:xfrm>
            <a:off x="1618488" y="5360213"/>
            <a:ext cx="2125980" cy="2112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>
                <a:solidFill>
                  <a:srgbClr val="4A4650"/>
                </a:solidFill>
                <a:latin typeface="Arial"/>
              </a:defRPr>
            </a:pPr>
            <a:r>
              <a:rPr sz="1025">
                <a:solidFill>
                  <a:srgbClr val="4A4650"/>
                </a:solidFill>
                <a:latin typeface="Arial"/>
              </a:rPr>
              <a:t>C</a:t>
            </a:r>
          </a:p>
        </p:txBody>
      </p:sp>
      <p:sp>
        <p:nvSpPr>
          <p:cNvPr id="119" name="Shape 117"/>
          <p:cNvSpPr/>
          <p:nvPr/>
        </p:nvSpPr>
        <p:spPr>
          <a:xfrm>
            <a:off x="621792" y="5670195"/>
            <a:ext cx="3232404" cy="293522"/>
          </a:xfrm>
          <a:prstGeom prst="roundRect">
            <a:avLst>
              <a:gd name="adj" fmla="val 16199"/>
            </a:avLst>
          </a:prstGeom>
          <a:solidFill>
            <a:srgbClr val="F3F2F5"/>
          </a:solidFill>
          <a:ln w="3556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120" name="Shape 118"/>
          <p:cNvSpPr/>
          <p:nvPr/>
        </p:nvSpPr>
        <p:spPr>
          <a:xfrm>
            <a:off x="621792" y="5670195"/>
            <a:ext cx="31090" cy="293522"/>
          </a:xfrm>
          <a:prstGeom prst="rect">
            <a:avLst/>
          </a:prstGeom>
          <a:solidFill>
            <a:srgbClr val="3E173E"/>
          </a:solidFill>
          <a:ln w="12700">
            <a:solidFill>
              <a:srgbClr val="3E173E"/>
            </a:solidFill>
            <a:prstDash val="solid"/>
          </a:ln>
        </p:spPr>
        <p:txBody>
          <a:bodyPr/>
          <a:p/>
        </p:txBody>
      </p:sp>
      <p:sp>
        <p:nvSpPr>
          <p:cNvPr id="121" name="Shape 119"/>
          <p:cNvSpPr/>
          <p:nvPr/>
        </p:nvSpPr>
        <p:spPr>
          <a:xfrm>
            <a:off x="758952" y="5711343"/>
            <a:ext cx="777240" cy="211226"/>
          </a:xfrm>
          <a:prstGeom prst="roundRect">
            <a:avLst>
              <a:gd name="adj" fmla="val 21097"/>
            </a:avLst>
          </a:prstGeom>
          <a:solidFill>
            <a:srgbClr val="F3F2F5"/>
          </a:solidFill>
          <a:ln w="1270">
            <a:solidFill>
              <a:srgbClr val="F3F2F5"/>
            </a:solidFill>
            <a:prstDash val="solid"/>
          </a:ln>
        </p:spPr>
        <p:txBody>
          <a:bodyPr/>
          <a:p/>
        </p:txBody>
      </p:sp>
      <p:sp>
        <p:nvSpPr>
          <p:cNvPr id="122" name="Text 120"/>
          <p:cNvSpPr/>
          <p:nvPr/>
        </p:nvSpPr>
        <p:spPr>
          <a:xfrm>
            <a:off x="758952" y="5711343"/>
            <a:ext cx="777240" cy="2112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E173E"/>
                </a:solidFill>
                <a:latin typeface="Arial"/>
              </a:defRPr>
            </a:pPr>
            <a:r>
              <a:rPr sz="1000" b="1">
                <a:solidFill>
                  <a:srgbClr val="3E173E"/>
                </a:solidFill>
                <a:latin typeface="Arial"/>
              </a:rPr>
              <a:t>O</a:t>
            </a:r>
          </a:p>
        </p:txBody>
      </p:sp>
      <p:sp>
        <p:nvSpPr>
          <p:cNvPr id="123" name="Text 121"/>
          <p:cNvSpPr/>
          <p:nvPr/>
        </p:nvSpPr>
        <p:spPr>
          <a:xfrm>
            <a:off x="1618488" y="5711343"/>
            <a:ext cx="2125980" cy="2112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69">
                <a:solidFill>
                  <a:srgbClr val="4A4650"/>
                </a:solidFill>
                <a:latin typeface="Arial"/>
              </a:defRPr>
            </a:pPr>
            <a:r>
              <a:rPr sz="969">
                <a:solidFill>
                  <a:srgbClr val="4A4650"/>
                </a:solidFill>
                <a:latin typeface="Arial"/>
              </a:rPr>
              <a:t>O</a:t>
            </a:r>
          </a:p>
        </p:txBody>
      </p:sp>
      <p:sp>
        <p:nvSpPr>
          <p:cNvPr id="124" name="Shape 122"/>
          <p:cNvSpPr/>
          <p:nvPr/>
        </p:nvSpPr>
        <p:spPr>
          <a:xfrm>
            <a:off x="621792" y="6021325"/>
            <a:ext cx="3232404" cy="293521"/>
          </a:xfrm>
          <a:prstGeom prst="roundRect">
            <a:avLst>
              <a:gd name="adj" fmla="val 16199"/>
            </a:avLst>
          </a:prstGeom>
          <a:solidFill>
            <a:srgbClr val="F3F2F5"/>
          </a:solidFill>
          <a:ln w="3556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125" name="Shape 123"/>
          <p:cNvSpPr/>
          <p:nvPr/>
        </p:nvSpPr>
        <p:spPr>
          <a:xfrm>
            <a:off x="621792" y="6021325"/>
            <a:ext cx="31090" cy="293521"/>
          </a:xfrm>
          <a:prstGeom prst="rect">
            <a:avLst/>
          </a:prstGeom>
          <a:solidFill>
            <a:srgbClr val="3E173E"/>
          </a:solidFill>
          <a:ln w="12700">
            <a:solidFill>
              <a:srgbClr val="3E173E"/>
            </a:solidFill>
            <a:prstDash val="solid"/>
          </a:ln>
        </p:spPr>
        <p:txBody>
          <a:bodyPr/>
          <a:p/>
        </p:txBody>
      </p:sp>
      <p:sp>
        <p:nvSpPr>
          <p:cNvPr id="126" name="Shape 124"/>
          <p:cNvSpPr/>
          <p:nvPr/>
        </p:nvSpPr>
        <p:spPr>
          <a:xfrm>
            <a:off x="758952" y="6062473"/>
            <a:ext cx="777240" cy="211225"/>
          </a:xfrm>
          <a:prstGeom prst="roundRect">
            <a:avLst>
              <a:gd name="adj" fmla="val 21097"/>
            </a:avLst>
          </a:prstGeom>
          <a:solidFill>
            <a:srgbClr val="F3F2F5"/>
          </a:solidFill>
          <a:ln w="1270">
            <a:solidFill>
              <a:srgbClr val="F3F2F5"/>
            </a:solidFill>
            <a:prstDash val="solid"/>
          </a:ln>
        </p:spPr>
        <p:txBody>
          <a:bodyPr/>
          <a:p/>
        </p:txBody>
      </p:sp>
      <p:sp>
        <p:nvSpPr>
          <p:cNvPr id="127" name="Text 125"/>
          <p:cNvSpPr/>
          <p:nvPr/>
        </p:nvSpPr>
        <p:spPr>
          <a:xfrm>
            <a:off x="758952" y="6062473"/>
            <a:ext cx="777240" cy="2112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E173E"/>
                </a:solidFill>
                <a:latin typeface="Arial"/>
              </a:defRPr>
            </a:pPr>
            <a:r>
              <a:rPr sz="1000" b="1">
                <a:solidFill>
                  <a:srgbClr val="3E173E"/>
                </a:solidFill>
                <a:latin typeface="Arial"/>
              </a:rPr>
              <a:t>O</a:t>
            </a:r>
          </a:p>
        </p:txBody>
      </p:sp>
      <p:sp>
        <p:nvSpPr>
          <p:cNvPr id="128" name="Text 126"/>
          <p:cNvSpPr/>
          <p:nvPr/>
        </p:nvSpPr>
        <p:spPr>
          <a:xfrm>
            <a:off x="1618488" y="6062473"/>
            <a:ext cx="2125980" cy="2112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>
                <a:solidFill>
                  <a:srgbClr val="4A4650"/>
                </a:solidFill>
                <a:latin typeface="Arial"/>
              </a:defRPr>
            </a:pPr>
            <a:r>
              <a:rPr sz="1025">
                <a:solidFill>
                  <a:srgbClr val="4A4650"/>
                </a:solidFill>
                <a:latin typeface="Arial"/>
              </a:rPr>
              <a:t>I</a:t>
            </a:r>
          </a:p>
        </p:txBody>
      </p:sp>
      <p:sp>
        <p:nvSpPr>
          <p:cNvPr id="129" name="Shape 127"/>
          <p:cNvSpPr/>
          <p:nvPr/>
        </p:nvSpPr>
        <p:spPr>
          <a:xfrm>
            <a:off x="4270248" y="1353312"/>
            <a:ext cx="3662172" cy="5134356"/>
          </a:xfrm>
          <a:prstGeom prst="rect">
            <a:avLst/>
          </a:prstGeom>
          <a:solidFill>
            <a:srgbClr val="FFFFFF"/>
          </a:solidFill>
          <a:ln w="825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130" name="Shape 128"/>
          <p:cNvSpPr/>
          <p:nvPr/>
        </p:nvSpPr>
        <p:spPr>
          <a:xfrm>
            <a:off x="4270248" y="1353312"/>
            <a:ext cx="3662172" cy="64008"/>
          </a:xfrm>
          <a:prstGeom prst="rect">
            <a:avLst/>
          </a:prstGeom>
          <a:solidFill>
            <a:srgbClr val="AAA16F"/>
          </a:solidFill>
          <a:ln w="12700">
            <a:solidFill>
              <a:srgbClr val="AAA16F"/>
            </a:solidFill>
            <a:prstDash val="solid"/>
          </a:ln>
        </p:spPr>
        <p:txBody>
          <a:bodyPr/>
          <a:p/>
        </p:txBody>
      </p:sp>
      <p:sp>
        <p:nvSpPr>
          <p:cNvPr id="131" name="Shape 129"/>
          <p:cNvSpPr/>
          <p:nvPr/>
        </p:nvSpPr>
        <p:spPr>
          <a:xfrm>
            <a:off x="4485132" y="1578254"/>
            <a:ext cx="415138" cy="374904"/>
          </a:xfrm>
          <a:prstGeom prst="roundRect">
            <a:avLst>
              <a:gd name="adj" fmla="val 15854"/>
            </a:avLst>
          </a:prstGeom>
          <a:solidFill>
            <a:srgbClr val="F3F2F5"/>
          </a:solidFill>
          <a:ln w="127">
            <a:solidFill>
              <a:srgbClr val="F3F2F5"/>
            </a:solidFill>
            <a:prstDash val="solid"/>
          </a:ln>
        </p:spPr>
        <p:txBody>
          <a:bodyPr/>
          <a:p/>
        </p:txBody>
      </p:sp>
      <p:sp>
        <p:nvSpPr>
          <p:cNvPr id="132" name="Text 130"/>
          <p:cNvSpPr/>
          <p:nvPr/>
        </p:nvSpPr>
        <p:spPr>
          <a:xfrm>
            <a:off x="4485132" y="1658722"/>
            <a:ext cx="4151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370" b="1" dirty="0">
                <a:solidFill>
                  <a:srgbClr val="3E17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370" dirty="0"/>
          </a:p>
        </p:txBody>
      </p:sp>
      <p:sp>
        <p:nvSpPr>
          <p:cNvPr id="133" name="Text 131"/>
          <p:cNvSpPr/>
          <p:nvPr/>
        </p:nvSpPr>
        <p:spPr>
          <a:xfrm>
            <a:off x="5008169" y="1509674"/>
            <a:ext cx="269748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E173E"/>
                </a:solidFill>
                <a:latin typeface="Arial"/>
              </a:defRPr>
            </a:pPr>
            <a:r>
              <a:rPr sz="1600" b="1">
                <a:solidFill>
                  <a:srgbClr val="3E173E"/>
                </a:solidFill>
                <a:latin typeface="Arial"/>
              </a:rPr>
              <a:t>B</a:t>
            </a:r>
            <a:r>
              <a:rPr sz="1600" b="1">
                <a:solidFill>
                  <a:srgbClr val="3E173E"/>
                </a:solidFill>
                <a:latin typeface="Arial"/>
              </a:rPr>
              <a:t/>
            </a:r>
          </a:p>
        </p:txBody>
      </p:sp>
      <p:sp>
        <p:nvSpPr>
          <p:cNvPr id="134" name="Text 132"/>
          <p:cNvSpPr/>
          <p:nvPr/>
        </p:nvSpPr>
        <p:spPr>
          <a:xfrm>
            <a:off x="5011826" y="1853489"/>
            <a:ext cx="268833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endParaRPr lang="en-US" sz="905" dirty="0"/>
          </a:p>
        </p:txBody>
      </p:sp>
      <p:sp>
        <p:nvSpPr>
          <p:cNvPr id="135" name="Shape 133"/>
          <p:cNvSpPr/>
          <p:nvPr/>
        </p:nvSpPr>
        <p:spPr>
          <a:xfrm>
            <a:off x="4486961" y="2126894"/>
            <a:ext cx="3228746" cy="0"/>
          </a:xfrm>
          <a:prstGeom prst="line">
            <a:avLst/>
          </a:prstGeom>
          <a:noFill/>
          <a:ln w="952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136" name="Text 134"/>
          <p:cNvSpPr/>
          <p:nvPr/>
        </p:nvSpPr>
        <p:spPr>
          <a:xfrm>
            <a:off x="4486961" y="2233879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altLang="en-US" sz="1010" b="1" spc="112" kern="0" dirty="0">
                <a:solidFill>
                  <a:srgbClr val="3E17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2026</a:t>
            </a:r>
            <a:endParaRPr lang="en-US" sz="1010" dirty="0"/>
          </a:p>
        </p:txBody>
      </p:sp>
      <p:sp>
        <p:nvSpPr>
          <p:cNvPr id="137" name="Shape 135"/>
          <p:cNvSpPr/>
          <p:nvPr/>
        </p:nvSpPr>
        <p:spPr>
          <a:xfrm>
            <a:off x="6899148" y="2283257"/>
            <a:ext cx="83210" cy="83210"/>
          </a:xfrm>
          <a:prstGeom prst="ellipse">
            <a:avLst/>
          </a:prstGeom>
          <a:solidFill>
            <a:srgbClr val="AAA16F"/>
          </a:solidFill>
          <a:ln w="12700">
            <a:solidFill>
              <a:srgbClr val="AAA16F"/>
            </a:solidFill>
            <a:prstDash val="solid"/>
          </a:ln>
        </p:spPr>
        <p:txBody>
          <a:bodyPr/>
          <a:p/>
        </p:txBody>
      </p:sp>
      <p:sp>
        <p:nvSpPr>
          <p:cNvPr id="138" name="Text 136"/>
          <p:cNvSpPr/>
          <p:nvPr/>
        </p:nvSpPr>
        <p:spPr>
          <a:xfrm>
            <a:off x="7022592" y="2249424"/>
            <a:ext cx="71323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altLang="en-US" sz="805" dirty="0">
                <a:solidFill>
                  <a:srgbClr val="77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</a:t>
            </a:r>
            <a:endParaRPr lang="en-US" sz="805" dirty="0"/>
          </a:p>
        </p:txBody>
      </p:sp>
      <p:sp>
        <p:nvSpPr>
          <p:cNvPr id="139" name="Text 137"/>
          <p:cNvSpPr/>
          <p:nvPr/>
        </p:nvSpPr>
        <p:spPr>
          <a:xfrm>
            <a:off x="4486961" y="2476195"/>
            <a:ext cx="436953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815" b="1" dirty="0">
                <a:solidFill>
                  <a:srgbClr val="9F9A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</a:t>
            </a:r>
            <a:endParaRPr lang="en-US" sz="815" dirty="0"/>
          </a:p>
        </p:txBody>
      </p:sp>
      <p:sp>
        <p:nvSpPr>
          <p:cNvPr id="140" name="Text 138"/>
          <p:cNvSpPr/>
          <p:nvPr/>
        </p:nvSpPr>
        <p:spPr>
          <a:xfrm>
            <a:off x="4952260" y="2476195"/>
            <a:ext cx="436953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815" b="1" dirty="0">
                <a:solidFill>
                  <a:srgbClr val="77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</a:t>
            </a:r>
            <a:endParaRPr lang="en-US" sz="815" dirty="0"/>
          </a:p>
        </p:txBody>
      </p:sp>
      <p:sp>
        <p:nvSpPr>
          <p:cNvPr id="141" name="Text 139"/>
          <p:cNvSpPr/>
          <p:nvPr/>
        </p:nvSpPr>
        <p:spPr>
          <a:xfrm>
            <a:off x="5417559" y="2476195"/>
            <a:ext cx="436953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815" b="1" dirty="0">
                <a:solidFill>
                  <a:srgbClr val="77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</a:t>
            </a:r>
            <a:endParaRPr lang="en-US" sz="815" dirty="0"/>
          </a:p>
        </p:txBody>
      </p:sp>
      <p:sp>
        <p:nvSpPr>
          <p:cNvPr id="142" name="Text 140"/>
          <p:cNvSpPr/>
          <p:nvPr/>
        </p:nvSpPr>
        <p:spPr>
          <a:xfrm>
            <a:off x="5882858" y="2476195"/>
            <a:ext cx="436953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815" b="1" dirty="0">
                <a:solidFill>
                  <a:srgbClr val="77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</a:t>
            </a:r>
            <a:endParaRPr lang="en-US" sz="815" dirty="0"/>
          </a:p>
        </p:txBody>
      </p:sp>
      <p:sp>
        <p:nvSpPr>
          <p:cNvPr id="143" name="Text 141"/>
          <p:cNvSpPr/>
          <p:nvPr/>
        </p:nvSpPr>
        <p:spPr>
          <a:xfrm>
            <a:off x="6348157" y="2476195"/>
            <a:ext cx="436953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815" b="1" dirty="0">
                <a:solidFill>
                  <a:srgbClr val="77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</a:t>
            </a:r>
            <a:endParaRPr lang="en-US" sz="815" dirty="0"/>
          </a:p>
        </p:txBody>
      </p:sp>
      <p:sp>
        <p:nvSpPr>
          <p:cNvPr id="144" name="Text 142"/>
          <p:cNvSpPr/>
          <p:nvPr/>
        </p:nvSpPr>
        <p:spPr>
          <a:xfrm>
            <a:off x="6813456" y="2476195"/>
            <a:ext cx="436953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815" b="1" dirty="0">
                <a:solidFill>
                  <a:srgbClr val="77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</a:t>
            </a:r>
            <a:endParaRPr lang="en-US" sz="815" dirty="0"/>
          </a:p>
        </p:txBody>
      </p:sp>
      <p:sp>
        <p:nvSpPr>
          <p:cNvPr id="145" name="Text 143"/>
          <p:cNvSpPr/>
          <p:nvPr/>
        </p:nvSpPr>
        <p:spPr>
          <a:xfrm>
            <a:off x="7278755" y="2476195"/>
            <a:ext cx="436953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815" b="1" dirty="0">
                <a:solidFill>
                  <a:srgbClr val="9F9A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endParaRPr lang="en-US" sz="815" dirty="0"/>
          </a:p>
        </p:txBody>
      </p:sp>
      <p:sp>
        <p:nvSpPr>
          <p:cNvPr id="146" name="Shape 144"/>
          <p:cNvSpPr/>
          <p:nvPr/>
        </p:nvSpPr>
        <p:spPr>
          <a:xfrm>
            <a:off x="4952260" y="268650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ECEAF0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147" name="Text 145"/>
          <p:cNvSpPr/>
          <p:nvPr/>
        </p:nvSpPr>
        <p:spPr>
          <a:xfrm>
            <a:off x="4952260" y="2772461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dirty="0">
                <a:solidFill>
                  <a:srgbClr val="9F9A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65" dirty="0"/>
          </a:p>
        </p:txBody>
      </p:sp>
      <p:sp>
        <p:nvSpPr>
          <p:cNvPr id="148" name="Shape 146"/>
          <p:cNvSpPr/>
          <p:nvPr/>
        </p:nvSpPr>
        <p:spPr>
          <a:xfrm>
            <a:off x="5417559" y="268650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ECEAF0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149" name="Text 147"/>
          <p:cNvSpPr/>
          <p:nvPr/>
        </p:nvSpPr>
        <p:spPr>
          <a:xfrm>
            <a:off x="5417559" y="2772461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dirty="0">
                <a:solidFill>
                  <a:srgbClr val="9F9A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65" dirty="0"/>
          </a:p>
        </p:txBody>
      </p:sp>
      <p:sp>
        <p:nvSpPr>
          <p:cNvPr id="150" name="Shape 148"/>
          <p:cNvSpPr/>
          <p:nvPr/>
        </p:nvSpPr>
        <p:spPr>
          <a:xfrm>
            <a:off x="5882858" y="268650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ECEAF0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151" name="Text 149"/>
          <p:cNvSpPr/>
          <p:nvPr/>
        </p:nvSpPr>
        <p:spPr>
          <a:xfrm>
            <a:off x="5882858" y="2772461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dirty="0">
                <a:solidFill>
                  <a:srgbClr val="9F9A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65" dirty="0"/>
          </a:p>
        </p:txBody>
      </p:sp>
      <p:sp>
        <p:nvSpPr>
          <p:cNvPr id="152" name="Shape 150"/>
          <p:cNvSpPr/>
          <p:nvPr/>
        </p:nvSpPr>
        <p:spPr>
          <a:xfrm>
            <a:off x="6348157" y="268650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153" name="Text 151"/>
          <p:cNvSpPr/>
          <p:nvPr/>
        </p:nvSpPr>
        <p:spPr>
          <a:xfrm>
            <a:off x="6348157" y="2772461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65" dirty="0"/>
          </a:p>
        </p:txBody>
      </p:sp>
      <p:sp>
        <p:nvSpPr>
          <p:cNvPr id="154" name="Shape 152"/>
          <p:cNvSpPr/>
          <p:nvPr/>
        </p:nvSpPr>
        <p:spPr>
          <a:xfrm>
            <a:off x="6813456" y="268650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155" name="Text 153"/>
          <p:cNvSpPr/>
          <p:nvPr/>
        </p:nvSpPr>
        <p:spPr>
          <a:xfrm>
            <a:off x="6813456" y="2772461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65" dirty="0"/>
          </a:p>
        </p:txBody>
      </p:sp>
      <p:sp>
        <p:nvSpPr>
          <p:cNvPr id="156" name="Shape 154"/>
          <p:cNvSpPr/>
          <p:nvPr/>
        </p:nvSpPr>
        <p:spPr>
          <a:xfrm>
            <a:off x="7278755" y="268650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3F2F5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157" name="Text 155"/>
          <p:cNvSpPr/>
          <p:nvPr/>
        </p:nvSpPr>
        <p:spPr>
          <a:xfrm>
            <a:off x="7278755" y="2772461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65" dirty="0"/>
          </a:p>
        </p:txBody>
      </p:sp>
      <p:sp>
        <p:nvSpPr>
          <p:cNvPr id="158" name="Shape 156"/>
          <p:cNvSpPr/>
          <p:nvPr/>
        </p:nvSpPr>
        <p:spPr>
          <a:xfrm>
            <a:off x="4486961" y="305501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3F2F5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159" name="Text 157"/>
          <p:cNvSpPr/>
          <p:nvPr/>
        </p:nvSpPr>
        <p:spPr>
          <a:xfrm>
            <a:off x="4486961" y="3140964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65" dirty="0"/>
          </a:p>
        </p:txBody>
      </p:sp>
      <p:sp>
        <p:nvSpPr>
          <p:cNvPr id="160" name="Shape 158"/>
          <p:cNvSpPr/>
          <p:nvPr/>
        </p:nvSpPr>
        <p:spPr>
          <a:xfrm>
            <a:off x="4952260" y="305501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161" name="Text 159"/>
          <p:cNvSpPr/>
          <p:nvPr/>
        </p:nvSpPr>
        <p:spPr>
          <a:xfrm>
            <a:off x="4952260" y="3140964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65" dirty="0"/>
          </a:p>
        </p:txBody>
      </p:sp>
      <p:sp>
        <p:nvSpPr>
          <p:cNvPr id="162" name="Shape 160"/>
          <p:cNvSpPr/>
          <p:nvPr/>
        </p:nvSpPr>
        <p:spPr>
          <a:xfrm>
            <a:off x="5417559" y="305501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163" name="Text 161"/>
          <p:cNvSpPr/>
          <p:nvPr/>
        </p:nvSpPr>
        <p:spPr>
          <a:xfrm>
            <a:off x="5417559" y="3140964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65" dirty="0"/>
          </a:p>
        </p:txBody>
      </p:sp>
      <p:sp>
        <p:nvSpPr>
          <p:cNvPr id="164" name="Shape 162"/>
          <p:cNvSpPr/>
          <p:nvPr/>
        </p:nvSpPr>
        <p:spPr>
          <a:xfrm>
            <a:off x="5882858" y="305501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165" name="Text 163"/>
          <p:cNvSpPr/>
          <p:nvPr/>
        </p:nvSpPr>
        <p:spPr>
          <a:xfrm>
            <a:off x="5882858" y="3140964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65" dirty="0"/>
          </a:p>
        </p:txBody>
      </p:sp>
      <p:sp>
        <p:nvSpPr>
          <p:cNvPr id="166" name="Shape 164"/>
          <p:cNvSpPr/>
          <p:nvPr/>
        </p:nvSpPr>
        <p:spPr>
          <a:xfrm>
            <a:off x="6348157" y="305501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167" name="Text 165"/>
          <p:cNvSpPr/>
          <p:nvPr/>
        </p:nvSpPr>
        <p:spPr>
          <a:xfrm>
            <a:off x="6348157" y="3140964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65" dirty="0"/>
          </a:p>
        </p:txBody>
      </p:sp>
      <p:sp>
        <p:nvSpPr>
          <p:cNvPr id="168" name="Shape 166"/>
          <p:cNvSpPr/>
          <p:nvPr/>
        </p:nvSpPr>
        <p:spPr>
          <a:xfrm>
            <a:off x="6813456" y="305501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169" name="Text 167"/>
          <p:cNvSpPr/>
          <p:nvPr/>
        </p:nvSpPr>
        <p:spPr>
          <a:xfrm>
            <a:off x="6813456" y="3140964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65" dirty="0"/>
          </a:p>
        </p:txBody>
      </p:sp>
      <p:sp>
        <p:nvSpPr>
          <p:cNvPr id="170" name="Shape 168"/>
          <p:cNvSpPr/>
          <p:nvPr/>
        </p:nvSpPr>
        <p:spPr>
          <a:xfrm>
            <a:off x="7278755" y="305501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3F2F5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171" name="Text 169"/>
          <p:cNvSpPr/>
          <p:nvPr/>
        </p:nvSpPr>
        <p:spPr>
          <a:xfrm>
            <a:off x="7278755" y="3140964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65" dirty="0"/>
          </a:p>
        </p:txBody>
      </p:sp>
      <p:sp>
        <p:nvSpPr>
          <p:cNvPr id="172" name="Shape 170"/>
          <p:cNvSpPr/>
          <p:nvPr/>
        </p:nvSpPr>
        <p:spPr>
          <a:xfrm>
            <a:off x="4486961" y="3423514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3F2F5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173" name="Text 171"/>
          <p:cNvSpPr/>
          <p:nvPr/>
        </p:nvSpPr>
        <p:spPr>
          <a:xfrm>
            <a:off x="4486961" y="3509468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65" dirty="0"/>
          </a:p>
        </p:txBody>
      </p:sp>
      <p:sp>
        <p:nvSpPr>
          <p:cNvPr id="174" name="Shape 172"/>
          <p:cNvSpPr/>
          <p:nvPr/>
        </p:nvSpPr>
        <p:spPr>
          <a:xfrm>
            <a:off x="4952260" y="3423514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175" name="Text 173"/>
          <p:cNvSpPr/>
          <p:nvPr/>
        </p:nvSpPr>
        <p:spPr>
          <a:xfrm>
            <a:off x="4952260" y="3509467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65" dirty="0"/>
          </a:p>
        </p:txBody>
      </p:sp>
      <p:sp>
        <p:nvSpPr>
          <p:cNvPr id="176" name="Shape 174"/>
          <p:cNvSpPr/>
          <p:nvPr/>
        </p:nvSpPr>
        <p:spPr>
          <a:xfrm>
            <a:off x="5417559" y="3423514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177" name="Text 175"/>
          <p:cNvSpPr/>
          <p:nvPr/>
        </p:nvSpPr>
        <p:spPr>
          <a:xfrm>
            <a:off x="5417559" y="3509467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65" dirty="0"/>
          </a:p>
        </p:txBody>
      </p:sp>
      <p:sp>
        <p:nvSpPr>
          <p:cNvPr id="178" name="Shape 176"/>
          <p:cNvSpPr/>
          <p:nvPr/>
        </p:nvSpPr>
        <p:spPr>
          <a:xfrm>
            <a:off x="5882858" y="3423514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179" name="Text 177"/>
          <p:cNvSpPr/>
          <p:nvPr/>
        </p:nvSpPr>
        <p:spPr>
          <a:xfrm>
            <a:off x="5882858" y="3509467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65" dirty="0"/>
          </a:p>
        </p:txBody>
      </p:sp>
      <p:sp>
        <p:nvSpPr>
          <p:cNvPr id="180" name="Shape 178"/>
          <p:cNvSpPr/>
          <p:nvPr/>
        </p:nvSpPr>
        <p:spPr>
          <a:xfrm>
            <a:off x="6348157" y="3423514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181" name="Text 179"/>
          <p:cNvSpPr/>
          <p:nvPr/>
        </p:nvSpPr>
        <p:spPr>
          <a:xfrm>
            <a:off x="6348157" y="3509467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65" dirty="0"/>
          </a:p>
        </p:txBody>
      </p:sp>
      <p:sp>
        <p:nvSpPr>
          <p:cNvPr id="182" name="Shape 180"/>
          <p:cNvSpPr/>
          <p:nvPr/>
        </p:nvSpPr>
        <p:spPr>
          <a:xfrm>
            <a:off x="6813456" y="3423514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AAA16F"/>
          </a:solidFill>
          <a:ln w="12700">
            <a:solidFill>
              <a:srgbClr val="AAA16F"/>
            </a:solidFill>
            <a:prstDash val="solid"/>
          </a:ln>
        </p:spPr>
        <p:txBody>
          <a:bodyPr/>
          <a:p/>
        </p:txBody>
      </p:sp>
      <p:sp>
        <p:nvSpPr>
          <p:cNvPr id="183" name="Text 181"/>
          <p:cNvSpPr/>
          <p:nvPr/>
        </p:nvSpPr>
        <p:spPr>
          <a:xfrm>
            <a:off x="6813456" y="3509467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3E17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65" dirty="0"/>
          </a:p>
        </p:txBody>
      </p:sp>
      <p:sp>
        <p:nvSpPr>
          <p:cNvPr id="184" name="Shape 182"/>
          <p:cNvSpPr/>
          <p:nvPr/>
        </p:nvSpPr>
        <p:spPr>
          <a:xfrm>
            <a:off x="6962020" y="3691433"/>
            <a:ext cx="139825" cy="2011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5" name="Shape 183"/>
          <p:cNvSpPr/>
          <p:nvPr/>
        </p:nvSpPr>
        <p:spPr>
          <a:xfrm>
            <a:off x="7278755" y="3423514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3F2F5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186" name="Text 184"/>
          <p:cNvSpPr/>
          <p:nvPr/>
        </p:nvSpPr>
        <p:spPr>
          <a:xfrm>
            <a:off x="7278755" y="3509467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65" dirty="0"/>
          </a:p>
        </p:txBody>
      </p:sp>
      <p:sp>
        <p:nvSpPr>
          <p:cNvPr id="187" name="Shape 185"/>
          <p:cNvSpPr/>
          <p:nvPr/>
        </p:nvSpPr>
        <p:spPr>
          <a:xfrm>
            <a:off x="4486961" y="379201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3F2F5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188" name="Text 186"/>
          <p:cNvSpPr/>
          <p:nvPr/>
        </p:nvSpPr>
        <p:spPr>
          <a:xfrm>
            <a:off x="4486961" y="3877970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65" dirty="0"/>
          </a:p>
        </p:txBody>
      </p:sp>
      <p:sp>
        <p:nvSpPr>
          <p:cNvPr id="189" name="Shape 187"/>
          <p:cNvSpPr/>
          <p:nvPr/>
        </p:nvSpPr>
        <p:spPr>
          <a:xfrm>
            <a:off x="4952260" y="379201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AAA16F"/>
          </a:solidFill>
          <a:ln w="12700">
            <a:solidFill>
              <a:srgbClr val="AAA16F"/>
            </a:solidFill>
            <a:prstDash val="solid"/>
          </a:ln>
        </p:spPr>
        <p:txBody>
          <a:bodyPr/>
          <a:p/>
        </p:txBody>
      </p:sp>
      <p:sp>
        <p:nvSpPr>
          <p:cNvPr id="190" name="Text 188"/>
          <p:cNvSpPr/>
          <p:nvPr/>
        </p:nvSpPr>
        <p:spPr>
          <a:xfrm>
            <a:off x="4952260" y="3877970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3E17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65" dirty="0"/>
          </a:p>
        </p:txBody>
      </p:sp>
      <p:sp>
        <p:nvSpPr>
          <p:cNvPr id="191" name="Shape 189"/>
          <p:cNvSpPr/>
          <p:nvPr/>
        </p:nvSpPr>
        <p:spPr>
          <a:xfrm>
            <a:off x="5100824" y="4059936"/>
            <a:ext cx="139825" cy="2011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2" name="Shape 190"/>
          <p:cNvSpPr/>
          <p:nvPr/>
        </p:nvSpPr>
        <p:spPr>
          <a:xfrm>
            <a:off x="5417559" y="379201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193" name="Text 191"/>
          <p:cNvSpPr/>
          <p:nvPr/>
        </p:nvSpPr>
        <p:spPr>
          <a:xfrm>
            <a:off x="5417559" y="3877970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65" dirty="0"/>
          </a:p>
        </p:txBody>
      </p:sp>
      <p:sp>
        <p:nvSpPr>
          <p:cNvPr id="194" name="Shape 192"/>
          <p:cNvSpPr/>
          <p:nvPr/>
        </p:nvSpPr>
        <p:spPr>
          <a:xfrm>
            <a:off x="5882858" y="379201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AAA16F"/>
          </a:solidFill>
          <a:ln w="12700">
            <a:solidFill>
              <a:srgbClr val="AAA16F"/>
            </a:solidFill>
            <a:prstDash val="solid"/>
          </a:ln>
        </p:spPr>
        <p:txBody>
          <a:bodyPr/>
          <a:p/>
        </p:txBody>
      </p:sp>
      <p:sp>
        <p:nvSpPr>
          <p:cNvPr id="195" name="Text 193"/>
          <p:cNvSpPr/>
          <p:nvPr/>
        </p:nvSpPr>
        <p:spPr>
          <a:xfrm>
            <a:off x="5882858" y="3877970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3E17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65" dirty="0"/>
          </a:p>
        </p:txBody>
      </p:sp>
      <p:sp>
        <p:nvSpPr>
          <p:cNvPr id="196" name="Shape 194"/>
          <p:cNvSpPr/>
          <p:nvPr/>
        </p:nvSpPr>
        <p:spPr>
          <a:xfrm>
            <a:off x="6031422" y="4059936"/>
            <a:ext cx="139825" cy="2011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7" name="Shape 195"/>
          <p:cNvSpPr/>
          <p:nvPr/>
        </p:nvSpPr>
        <p:spPr>
          <a:xfrm>
            <a:off x="6348157" y="379201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198" name="Text 196"/>
          <p:cNvSpPr/>
          <p:nvPr/>
        </p:nvSpPr>
        <p:spPr>
          <a:xfrm>
            <a:off x="6348157" y="3877970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65" dirty="0"/>
          </a:p>
        </p:txBody>
      </p:sp>
      <p:sp>
        <p:nvSpPr>
          <p:cNvPr id="199" name="Shape 197"/>
          <p:cNvSpPr/>
          <p:nvPr/>
        </p:nvSpPr>
        <p:spPr>
          <a:xfrm>
            <a:off x="6813456" y="379201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200" name="Text 198"/>
          <p:cNvSpPr/>
          <p:nvPr/>
        </p:nvSpPr>
        <p:spPr>
          <a:xfrm>
            <a:off x="6813456" y="3877970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65" dirty="0"/>
          </a:p>
        </p:txBody>
      </p:sp>
      <p:sp>
        <p:nvSpPr>
          <p:cNvPr id="201" name="Shape 199"/>
          <p:cNvSpPr/>
          <p:nvPr/>
        </p:nvSpPr>
        <p:spPr>
          <a:xfrm>
            <a:off x="7278755" y="379201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3F2F5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202" name="Text 200"/>
          <p:cNvSpPr/>
          <p:nvPr/>
        </p:nvSpPr>
        <p:spPr>
          <a:xfrm>
            <a:off x="7278755" y="3877970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65" dirty="0"/>
          </a:p>
        </p:txBody>
      </p:sp>
      <p:sp>
        <p:nvSpPr>
          <p:cNvPr id="203" name="Shape 201"/>
          <p:cNvSpPr/>
          <p:nvPr/>
        </p:nvSpPr>
        <p:spPr>
          <a:xfrm>
            <a:off x="4486961" y="416052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3F2F5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204" name="Text 202"/>
          <p:cNvSpPr/>
          <p:nvPr/>
        </p:nvSpPr>
        <p:spPr>
          <a:xfrm>
            <a:off x="4486961" y="4246473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65" dirty="0"/>
          </a:p>
        </p:txBody>
      </p:sp>
      <p:sp>
        <p:nvSpPr>
          <p:cNvPr id="205" name="Shape 203"/>
          <p:cNvSpPr/>
          <p:nvPr/>
        </p:nvSpPr>
        <p:spPr>
          <a:xfrm>
            <a:off x="4952260" y="416052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206" name="Text 204"/>
          <p:cNvSpPr/>
          <p:nvPr/>
        </p:nvSpPr>
        <p:spPr>
          <a:xfrm>
            <a:off x="4952260" y="4246474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65" dirty="0"/>
          </a:p>
        </p:txBody>
      </p:sp>
      <p:sp>
        <p:nvSpPr>
          <p:cNvPr id="207" name="Shape 205"/>
          <p:cNvSpPr/>
          <p:nvPr/>
        </p:nvSpPr>
        <p:spPr>
          <a:xfrm>
            <a:off x="5417559" y="416052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208" name="Text 206"/>
          <p:cNvSpPr/>
          <p:nvPr/>
        </p:nvSpPr>
        <p:spPr>
          <a:xfrm>
            <a:off x="5417559" y="4246474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65" dirty="0"/>
          </a:p>
        </p:txBody>
      </p:sp>
      <p:sp>
        <p:nvSpPr>
          <p:cNvPr id="209" name="Shape 207"/>
          <p:cNvSpPr/>
          <p:nvPr/>
        </p:nvSpPr>
        <p:spPr>
          <a:xfrm>
            <a:off x="5882858" y="416052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210" name="Text 208"/>
          <p:cNvSpPr/>
          <p:nvPr/>
        </p:nvSpPr>
        <p:spPr>
          <a:xfrm>
            <a:off x="5882858" y="4246474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65" dirty="0"/>
          </a:p>
        </p:txBody>
      </p:sp>
      <p:sp>
        <p:nvSpPr>
          <p:cNvPr id="211" name="Shape 209"/>
          <p:cNvSpPr/>
          <p:nvPr/>
        </p:nvSpPr>
        <p:spPr>
          <a:xfrm>
            <a:off x="6348157" y="416052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212" name="Text 210"/>
          <p:cNvSpPr/>
          <p:nvPr/>
        </p:nvSpPr>
        <p:spPr>
          <a:xfrm>
            <a:off x="6348157" y="4246474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65" dirty="0"/>
          </a:p>
        </p:txBody>
      </p:sp>
      <p:sp>
        <p:nvSpPr>
          <p:cNvPr id="213" name="Shape 211"/>
          <p:cNvSpPr/>
          <p:nvPr/>
        </p:nvSpPr>
        <p:spPr>
          <a:xfrm>
            <a:off x="6813456" y="416052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214" name="Text 212"/>
          <p:cNvSpPr/>
          <p:nvPr/>
        </p:nvSpPr>
        <p:spPr>
          <a:xfrm>
            <a:off x="6813456" y="4246474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65" dirty="0"/>
          </a:p>
        </p:txBody>
      </p:sp>
      <p:sp>
        <p:nvSpPr>
          <p:cNvPr id="215" name="Shape 213"/>
          <p:cNvSpPr/>
          <p:nvPr/>
        </p:nvSpPr>
        <p:spPr>
          <a:xfrm>
            <a:off x="7278755" y="416052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3F2F5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216" name="Text 214"/>
          <p:cNvSpPr/>
          <p:nvPr/>
        </p:nvSpPr>
        <p:spPr>
          <a:xfrm>
            <a:off x="7278755" y="4246474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65" dirty="0"/>
          </a:p>
        </p:txBody>
      </p:sp>
      <p:sp>
        <p:nvSpPr>
          <p:cNvPr id="217" name="Shape 215"/>
          <p:cNvSpPr/>
          <p:nvPr/>
        </p:nvSpPr>
        <p:spPr>
          <a:xfrm>
            <a:off x="4486961" y="268650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ECEAF0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218" name="Text 216"/>
          <p:cNvSpPr/>
          <p:nvPr/>
        </p:nvSpPr>
        <p:spPr>
          <a:xfrm>
            <a:off x="4486961" y="2772461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dirty="0">
                <a:solidFill>
                  <a:srgbClr val="9F9A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65" dirty="0"/>
          </a:p>
        </p:txBody>
      </p:sp>
      <p:sp>
        <p:nvSpPr>
          <p:cNvPr id="219" name="Shape 217"/>
          <p:cNvSpPr/>
          <p:nvPr/>
        </p:nvSpPr>
        <p:spPr>
          <a:xfrm>
            <a:off x="4486961" y="4601261"/>
            <a:ext cx="3228746" cy="0"/>
          </a:xfrm>
          <a:prstGeom prst="line">
            <a:avLst/>
          </a:prstGeom>
          <a:noFill/>
          <a:ln w="10160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220" name="Text 218"/>
          <p:cNvSpPr/>
          <p:nvPr/>
        </p:nvSpPr>
        <p:spPr>
          <a:xfrm>
            <a:off x="4486961" y="4701845"/>
            <a:ext cx="204825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altLang="en-US" sz="900" b="1" spc="108" kern="0" dirty="0">
                <a:solidFill>
                  <a:srgbClr val="77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900" dirty="0"/>
          </a:p>
        </p:txBody>
      </p:sp>
      <p:sp>
        <p:nvSpPr>
          <p:cNvPr id="221" name="Text 219"/>
          <p:cNvSpPr/>
          <p:nvPr/>
        </p:nvSpPr>
        <p:spPr>
          <a:xfrm>
            <a:off x="6640373" y="4705502"/>
            <a:ext cx="107350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lnSpc>
                <a:spcPct val="100000"/>
              </a:lnSpc>
              <a:buNone/>
            </a:pPr>
            <a:endParaRPr lang="en-US" sz="790" dirty="0"/>
          </a:p>
        </p:txBody>
      </p:sp>
      <p:sp>
        <p:nvSpPr>
          <p:cNvPr id="222" name="Shape 220"/>
          <p:cNvSpPr/>
          <p:nvPr/>
        </p:nvSpPr>
        <p:spPr>
          <a:xfrm>
            <a:off x="4485132" y="4967935"/>
            <a:ext cx="3232404" cy="410565"/>
          </a:xfrm>
          <a:prstGeom prst="roundRect">
            <a:avLst>
              <a:gd name="adj" fmla="val 12621"/>
            </a:avLst>
          </a:prstGeom>
          <a:solidFill>
            <a:srgbClr val="F3F2F5"/>
          </a:solidFill>
          <a:ln w="3556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223" name="Shape 221"/>
          <p:cNvSpPr/>
          <p:nvPr/>
        </p:nvSpPr>
        <p:spPr>
          <a:xfrm>
            <a:off x="4485132" y="4967935"/>
            <a:ext cx="31090" cy="410565"/>
          </a:xfrm>
          <a:prstGeom prst="rect">
            <a:avLst/>
          </a:prstGeom>
          <a:solidFill>
            <a:srgbClr val="AAA16F"/>
          </a:solidFill>
          <a:ln w="12700">
            <a:solidFill>
              <a:srgbClr val="AAA16F"/>
            </a:solidFill>
            <a:prstDash val="solid"/>
          </a:ln>
        </p:spPr>
        <p:txBody>
          <a:bodyPr/>
          <a:p/>
        </p:txBody>
      </p:sp>
      <p:sp>
        <p:nvSpPr>
          <p:cNvPr id="224" name="Shape 222"/>
          <p:cNvSpPr/>
          <p:nvPr/>
        </p:nvSpPr>
        <p:spPr>
          <a:xfrm>
            <a:off x="4622292" y="5009083"/>
            <a:ext cx="777240" cy="328269"/>
          </a:xfrm>
          <a:prstGeom prst="roundRect">
            <a:avLst>
              <a:gd name="adj" fmla="val 18727"/>
            </a:avLst>
          </a:prstGeom>
          <a:solidFill>
            <a:srgbClr val="F3F2F5"/>
          </a:solidFill>
          <a:ln w="1270">
            <a:solidFill>
              <a:srgbClr val="F3F2F5"/>
            </a:solidFill>
            <a:prstDash val="solid"/>
          </a:ln>
        </p:spPr>
        <p:txBody>
          <a:bodyPr/>
          <a:p/>
        </p:txBody>
      </p:sp>
      <p:sp>
        <p:nvSpPr>
          <p:cNvPr id="225" name="Text 223"/>
          <p:cNvSpPr/>
          <p:nvPr/>
        </p:nvSpPr>
        <p:spPr>
          <a:xfrm>
            <a:off x="4622292" y="5009083"/>
            <a:ext cx="777240" cy="3282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E173E"/>
                </a:solidFill>
                <a:latin typeface="Arial"/>
              </a:defRPr>
            </a:pPr>
            <a:r>
              <a:rPr sz="1000" b="1">
                <a:solidFill>
                  <a:srgbClr val="3E173E"/>
                </a:solidFill>
                <a:latin typeface="Arial"/>
              </a:rPr>
              <a:t>O</a:t>
            </a:r>
          </a:p>
        </p:txBody>
      </p:sp>
      <p:sp>
        <p:nvSpPr>
          <p:cNvPr id="226" name="Text 224"/>
          <p:cNvSpPr/>
          <p:nvPr/>
        </p:nvSpPr>
        <p:spPr>
          <a:xfrm>
            <a:off x="5481828" y="5009083"/>
            <a:ext cx="2125980" cy="3282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>
                <a:solidFill>
                  <a:srgbClr val="4A4650"/>
                </a:solidFill>
                <a:latin typeface="Arial"/>
              </a:defRPr>
            </a:pPr>
            <a:r>
              <a:rPr sz="1025">
                <a:solidFill>
                  <a:srgbClr val="4A4650"/>
                </a:solidFill>
                <a:latin typeface="Arial"/>
              </a:rPr>
              <a:t>C</a:t>
            </a:r>
          </a:p>
        </p:txBody>
      </p:sp>
      <p:sp>
        <p:nvSpPr>
          <p:cNvPr id="227" name="Shape 225"/>
          <p:cNvSpPr/>
          <p:nvPr/>
        </p:nvSpPr>
        <p:spPr>
          <a:xfrm>
            <a:off x="4485132" y="5436108"/>
            <a:ext cx="3232404" cy="410565"/>
          </a:xfrm>
          <a:prstGeom prst="roundRect">
            <a:avLst>
              <a:gd name="adj" fmla="val 12621"/>
            </a:avLst>
          </a:prstGeom>
          <a:solidFill>
            <a:srgbClr val="F3F2F5"/>
          </a:solidFill>
          <a:ln w="3556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228" name="Shape 226"/>
          <p:cNvSpPr/>
          <p:nvPr/>
        </p:nvSpPr>
        <p:spPr>
          <a:xfrm>
            <a:off x="4485132" y="5436108"/>
            <a:ext cx="31090" cy="410565"/>
          </a:xfrm>
          <a:prstGeom prst="rect">
            <a:avLst/>
          </a:prstGeom>
          <a:solidFill>
            <a:srgbClr val="AAA16F"/>
          </a:solidFill>
          <a:ln w="12700">
            <a:solidFill>
              <a:srgbClr val="AAA16F"/>
            </a:solidFill>
            <a:prstDash val="solid"/>
          </a:ln>
        </p:spPr>
        <p:txBody>
          <a:bodyPr/>
          <a:p/>
        </p:txBody>
      </p:sp>
      <p:sp>
        <p:nvSpPr>
          <p:cNvPr id="229" name="Shape 227"/>
          <p:cNvSpPr/>
          <p:nvPr/>
        </p:nvSpPr>
        <p:spPr>
          <a:xfrm>
            <a:off x="4622292" y="5477256"/>
            <a:ext cx="777240" cy="328269"/>
          </a:xfrm>
          <a:prstGeom prst="roundRect">
            <a:avLst>
              <a:gd name="adj" fmla="val 18727"/>
            </a:avLst>
          </a:prstGeom>
          <a:solidFill>
            <a:srgbClr val="F3F2F5"/>
          </a:solidFill>
          <a:ln w="1270">
            <a:solidFill>
              <a:srgbClr val="F3F2F5"/>
            </a:solidFill>
            <a:prstDash val="solid"/>
          </a:ln>
        </p:spPr>
        <p:txBody>
          <a:bodyPr/>
          <a:p/>
        </p:txBody>
      </p:sp>
      <p:sp>
        <p:nvSpPr>
          <p:cNvPr id="230" name="Text 228"/>
          <p:cNvSpPr/>
          <p:nvPr/>
        </p:nvSpPr>
        <p:spPr>
          <a:xfrm>
            <a:off x="4622292" y="5477256"/>
            <a:ext cx="777240" cy="3282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E173E"/>
                </a:solidFill>
                <a:latin typeface="Arial"/>
              </a:defRPr>
            </a:pPr>
            <a:r>
              <a:rPr sz="1000" b="1">
                <a:solidFill>
                  <a:srgbClr val="3E173E"/>
                </a:solidFill>
                <a:latin typeface="Arial"/>
              </a:rPr>
              <a:t>O</a:t>
            </a:r>
          </a:p>
        </p:txBody>
      </p:sp>
      <p:sp>
        <p:nvSpPr>
          <p:cNvPr id="231" name="Text 229"/>
          <p:cNvSpPr/>
          <p:nvPr/>
        </p:nvSpPr>
        <p:spPr>
          <a:xfrm>
            <a:off x="5481828" y="5477256"/>
            <a:ext cx="2125980" cy="3282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69">
                <a:solidFill>
                  <a:srgbClr val="4A4650"/>
                </a:solidFill>
                <a:latin typeface="Arial"/>
              </a:defRPr>
            </a:pPr>
            <a:r>
              <a:rPr sz="969">
                <a:solidFill>
                  <a:srgbClr val="4A4650"/>
                </a:solidFill>
                <a:latin typeface="Arial"/>
              </a:rPr>
              <a:t>C</a:t>
            </a:r>
          </a:p>
        </p:txBody>
      </p:sp>
      <p:sp>
        <p:nvSpPr>
          <p:cNvPr id="232" name="Shape 230"/>
          <p:cNvSpPr/>
          <p:nvPr/>
        </p:nvSpPr>
        <p:spPr>
          <a:xfrm>
            <a:off x="4485132" y="5904281"/>
            <a:ext cx="3232404" cy="410565"/>
          </a:xfrm>
          <a:prstGeom prst="roundRect">
            <a:avLst>
              <a:gd name="adj" fmla="val 12621"/>
            </a:avLst>
          </a:prstGeom>
          <a:solidFill>
            <a:srgbClr val="F3F2F5"/>
          </a:solidFill>
          <a:ln w="3556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233" name="Shape 231"/>
          <p:cNvSpPr/>
          <p:nvPr/>
        </p:nvSpPr>
        <p:spPr>
          <a:xfrm>
            <a:off x="4485132" y="5904281"/>
            <a:ext cx="31090" cy="410565"/>
          </a:xfrm>
          <a:prstGeom prst="rect">
            <a:avLst/>
          </a:prstGeom>
          <a:solidFill>
            <a:srgbClr val="AAA16F"/>
          </a:solidFill>
          <a:ln w="12700">
            <a:solidFill>
              <a:srgbClr val="AAA16F"/>
            </a:solidFill>
            <a:prstDash val="solid"/>
          </a:ln>
        </p:spPr>
        <p:txBody>
          <a:bodyPr/>
          <a:p/>
        </p:txBody>
      </p:sp>
      <p:sp>
        <p:nvSpPr>
          <p:cNvPr id="234" name="Shape 232"/>
          <p:cNvSpPr/>
          <p:nvPr/>
        </p:nvSpPr>
        <p:spPr>
          <a:xfrm>
            <a:off x="4622292" y="5945429"/>
            <a:ext cx="777240" cy="328269"/>
          </a:xfrm>
          <a:prstGeom prst="roundRect">
            <a:avLst>
              <a:gd name="adj" fmla="val 18727"/>
            </a:avLst>
          </a:prstGeom>
          <a:solidFill>
            <a:srgbClr val="F3F2F5"/>
          </a:solidFill>
          <a:ln w="1270">
            <a:solidFill>
              <a:srgbClr val="F3F2F5"/>
            </a:solidFill>
            <a:prstDash val="solid"/>
          </a:ln>
        </p:spPr>
        <p:txBody>
          <a:bodyPr/>
          <a:p/>
        </p:txBody>
      </p:sp>
      <p:sp>
        <p:nvSpPr>
          <p:cNvPr id="235" name="Text 233"/>
          <p:cNvSpPr/>
          <p:nvPr/>
        </p:nvSpPr>
        <p:spPr>
          <a:xfrm>
            <a:off x="4622292" y="5945429"/>
            <a:ext cx="777240" cy="3282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E173E"/>
                </a:solidFill>
                <a:latin typeface="Arial"/>
              </a:defRPr>
            </a:pPr>
            <a:r>
              <a:rPr sz="1000" b="1">
                <a:solidFill>
                  <a:srgbClr val="3E173E"/>
                </a:solidFill>
                <a:latin typeface="Arial"/>
              </a:rPr>
              <a:t>O</a:t>
            </a:r>
          </a:p>
        </p:txBody>
      </p:sp>
      <p:sp>
        <p:nvSpPr>
          <p:cNvPr id="236" name="Text 234"/>
          <p:cNvSpPr/>
          <p:nvPr/>
        </p:nvSpPr>
        <p:spPr>
          <a:xfrm>
            <a:off x="5481828" y="5945429"/>
            <a:ext cx="2125980" cy="3282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>
                <a:solidFill>
                  <a:srgbClr val="4A4650"/>
                </a:solidFill>
                <a:latin typeface="Arial"/>
              </a:defRPr>
            </a:pPr>
            <a:r>
              <a:rPr sz="1025">
                <a:solidFill>
                  <a:srgbClr val="4A4650"/>
                </a:solidFill>
                <a:latin typeface="Arial"/>
              </a:rPr>
              <a:t>F</a:t>
            </a:r>
          </a:p>
        </p:txBody>
      </p:sp>
      <p:sp>
        <p:nvSpPr>
          <p:cNvPr id="237" name="Shape 235"/>
          <p:cNvSpPr/>
          <p:nvPr/>
        </p:nvSpPr>
        <p:spPr>
          <a:xfrm>
            <a:off x="8133588" y="1353312"/>
            <a:ext cx="3662172" cy="5134356"/>
          </a:xfrm>
          <a:prstGeom prst="rect">
            <a:avLst/>
          </a:prstGeom>
          <a:solidFill>
            <a:srgbClr val="FFFFFF"/>
          </a:solidFill>
          <a:ln w="825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238" name="Shape 236"/>
          <p:cNvSpPr/>
          <p:nvPr/>
        </p:nvSpPr>
        <p:spPr>
          <a:xfrm>
            <a:off x="8133588" y="1353312"/>
            <a:ext cx="3662172" cy="64008"/>
          </a:xfrm>
          <a:prstGeom prst="rect">
            <a:avLst/>
          </a:prstGeom>
          <a:solidFill>
            <a:srgbClr val="4A4650"/>
          </a:solidFill>
          <a:ln w="12700">
            <a:solidFill>
              <a:srgbClr val="4A4650"/>
            </a:solidFill>
            <a:prstDash val="solid"/>
          </a:ln>
        </p:spPr>
        <p:txBody>
          <a:bodyPr/>
          <a:p/>
        </p:txBody>
      </p:sp>
      <p:sp>
        <p:nvSpPr>
          <p:cNvPr id="239" name="Shape 237"/>
          <p:cNvSpPr/>
          <p:nvPr/>
        </p:nvSpPr>
        <p:spPr>
          <a:xfrm>
            <a:off x="8348472" y="1578254"/>
            <a:ext cx="415138" cy="374904"/>
          </a:xfrm>
          <a:prstGeom prst="roundRect">
            <a:avLst>
              <a:gd name="adj" fmla="val 15854"/>
            </a:avLst>
          </a:prstGeom>
          <a:solidFill>
            <a:srgbClr val="F3F2F5"/>
          </a:solidFill>
          <a:ln w="127">
            <a:solidFill>
              <a:srgbClr val="F3F2F5"/>
            </a:solidFill>
            <a:prstDash val="solid"/>
          </a:ln>
        </p:spPr>
        <p:txBody>
          <a:bodyPr/>
          <a:p/>
        </p:txBody>
      </p:sp>
      <p:sp>
        <p:nvSpPr>
          <p:cNvPr id="240" name="Text 238"/>
          <p:cNvSpPr/>
          <p:nvPr/>
        </p:nvSpPr>
        <p:spPr>
          <a:xfrm>
            <a:off x="8348472" y="1658722"/>
            <a:ext cx="4151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370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370" dirty="0"/>
          </a:p>
        </p:txBody>
      </p:sp>
      <p:sp>
        <p:nvSpPr>
          <p:cNvPr id="241" name="Text 239"/>
          <p:cNvSpPr/>
          <p:nvPr/>
        </p:nvSpPr>
        <p:spPr>
          <a:xfrm>
            <a:off x="8871509" y="1509674"/>
            <a:ext cx="269748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E173E"/>
                </a:solidFill>
                <a:latin typeface="Arial"/>
              </a:defRPr>
            </a:pPr>
            <a:r>
              <a:rPr sz="1600" b="1">
                <a:solidFill>
                  <a:srgbClr val="3E173E"/>
                </a:solidFill>
                <a:latin typeface="Arial"/>
              </a:rPr>
              <a:t>F</a:t>
            </a:r>
            <a:r>
              <a:rPr sz="1600" b="1">
                <a:solidFill>
                  <a:srgbClr val="3E173E"/>
                </a:solidFill>
                <a:latin typeface="Arial"/>
              </a:rPr>
              <a:t/>
            </a:r>
          </a:p>
        </p:txBody>
      </p:sp>
      <p:sp>
        <p:nvSpPr>
          <p:cNvPr id="242" name="Text 240"/>
          <p:cNvSpPr/>
          <p:nvPr/>
        </p:nvSpPr>
        <p:spPr>
          <a:xfrm>
            <a:off x="8875166" y="1853489"/>
            <a:ext cx="268833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endParaRPr lang="en-US" sz="905" dirty="0"/>
          </a:p>
        </p:txBody>
      </p:sp>
      <p:sp>
        <p:nvSpPr>
          <p:cNvPr id="243" name="Shape 241"/>
          <p:cNvSpPr/>
          <p:nvPr/>
        </p:nvSpPr>
        <p:spPr>
          <a:xfrm>
            <a:off x="8350301" y="2126894"/>
            <a:ext cx="3228746" cy="0"/>
          </a:xfrm>
          <a:prstGeom prst="line">
            <a:avLst/>
          </a:prstGeom>
          <a:noFill/>
          <a:ln w="952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244" name="Text 242"/>
          <p:cNvSpPr/>
          <p:nvPr/>
        </p:nvSpPr>
        <p:spPr>
          <a:xfrm>
            <a:off x="8350301" y="2233879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altLang="en-US" sz="1010" b="1" spc="112" kern="0" dirty="0">
                <a:solidFill>
                  <a:srgbClr val="3E17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2026</a:t>
            </a:r>
            <a:endParaRPr lang="en-US" sz="1010" dirty="0"/>
          </a:p>
        </p:txBody>
      </p:sp>
      <p:sp>
        <p:nvSpPr>
          <p:cNvPr id="245" name="Shape 243"/>
          <p:cNvSpPr/>
          <p:nvPr/>
        </p:nvSpPr>
        <p:spPr>
          <a:xfrm>
            <a:off x="10762488" y="2283257"/>
            <a:ext cx="83210" cy="83210"/>
          </a:xfrm>
          <a:prstGeom prst="ellipse">
            <a:avLst/>
          </a:prstGeom>
          <a:solidFill>
            <a:srgbClr val="4A4650"/>
          </a:solidFill>
          <a:ln w="12700">
            <a:solidFill>
              <a:srgbClr val="4A4650"/>
            </a:solidFill>
            <a:prstDash val="solid"/>
          </a:ln>
        </p:spPr>
        <p:txBody>
          <a:bodyPr/>
          <a:p/>
        </p:txBody>
      </p:sp>
      <p:sp>
        <p:nvSpPr>
          <p:cNvPr id="246" name="Text 244"/>
          <p:cNvSpPr/>
          <p:nvPr/>
        </p:nvSpPr>
        <p:spPr>
          <a:xfrm>
            <a:off x="10885932" y="2249424"/>
            <a:ext cx="71323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altLang="en-US" sz="805" dirty="0">
                <a:solidFill>
                  <a:srgbClr val="77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</a:t>
            </a:r>
            <a:endParaRPr lang="en-US" sz="805" dirty="0"/>
          </a:p>
        </p:txBody>
      </p:sp>
      <p:sp>
        <p:nvSpPr>
          <p:cNvPr id="247" name="Text 245"/>
          <p:cNvSpPr/>
          <p:nvPr/>
        </p:nvSpPr>
        <p:spPr>
          <a:xfrm>
            <a:off x="8350301" y="2476195"/>
            <a:ext cx="436953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815" b="1" dirty="0">
                <a:solidFill>
                  <a:srgbClr val="9F9A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</a:t>
            </a:r>
            <a:endParaRPr lang="en-US" sz="815" dirty="0"/>
          </a:p>
        </p:txBody>
      </p:sp>
      <p:sp>
        <p:nvSpPr>
          <p:cNvPr id="248" name="Text 246"/>
          <p:cNvSpPr/>
          <p:nvPr/>
        </p:nvSpPr>
        <p:spPr>
          <a:xfrm>
            <a:off x="8815600" y="2476195"/>
            <a:ext cx="436953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815" b="1" dirty="0">
                <a:solidFill>
                  <a:srgbClr val="77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</a:t>
            </a:r>
            <a:endParaRPr lang="en-US" sz="815" dirty="0"/>
          </a:p>
        </p:txBody>
      </p:sp>
      <p:sp>
        <p:nvSpPr>
          <p:cNvPr id="249" name="Text 247"/>
          <p:cNvSpPr/>
          <p:nvPr/>
        </p:nvSpPr>
        <p:spPr>
          <a:xfrm>
            <a:off x="9280899" y="2476195"/>
            <a:ext cx="436953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815" b="1" dirty="0">
                <a:solidFill>
                  <a:srgbClr val="77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</a:t>
            </a:r>
            <a:endParaRPr lang="en-US" sz="815" dirty="0"/>
          </a:p>
        </p:txBody>
      </p:sp>
      <p:sp>
        <p:nvSpPr>
          <p:cNvPr id="250" name="Text 248"/>
          <p:cNvSpPr/>
          <p:nvPr/>
        </p:nvSpPr>
        <p:spPr>
          <a:xfrm>
            <a:off x="9746198" y="2476195"/>
            <a:ext cx="436953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815" b="1" dirty="0">
                <a:solidFill>
                  <a:srgbClr val="77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</a:t>
            </a:r>
            <a:endParaRPr lang="en-US" sz="815" dirty="0"/>
          </a:p>
        </p:txBody>
      </p:sp>
      <p:sp>
        <p:nvSpPr>
          <p:cNvPr id="251" name="Text 249"/>
          <p:cNvSpPr/>
          <p:nvPr/>
        </p:nvSpPr>
        <p:spPr>
          <a:xfrm>
            <a:off x="10211497" y="2476195"/>
            <a:ext cx="436953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815" b="1" dirty="0">
                <a:solidFill>
                  <a:srgbClr val="77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</a:t>
            </a:r>
            <a:endParaRPr lang="en-US" sz="815" dirty="0"/>
          </a:p>
        </p:txBody>
      </p:sp>
      <p:sp>
        <p:nvSpPr>
          <p:cNvPr id="252" name="Text 250"/>
          <p:cNvSpPr/>
          <p:nvPr/>
        </p:nvSpPr>
        <p:spPr>
          <a:xfrm>
            <a:off x="10676796" y="2476195"/>
            <a:ext cx="436953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815" b="1" dirty="0">
                <a:solidFill>
                  <a:srgbClr val="77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</a:t>
            </a:r>
            <a:endParaRPr lang="en-US" sz="815" dirty="0"/>
          </a:p>
        </p:txBody>
      </p:sp>
      <p:sp>
        <p:nvSpPr>
          <p:cNvPr id="253" name="Text 251"/>
          <p:cNvSpPr/>
          <p:nvPr/>
        </p:nvSpPr>
        <p:spPr>
          <a:xfrm>
            <a:off x="11142095" y="2476195"/>
            <a:ext cx="436953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815" b="1" dirty="0">
                <a:solidFill>
                  <a:srgbClr val="9F9A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endParaRPr lang="en-US" sz="815" dirty="0"/>
          </a:p>
        </p:txBody>
      </p:sp>
      <p:sp>
        <p:nvSpPr>
          <p:cNvPr id="254" name="Shape 252"/>
          <p:cNvSpPr/>
          <p:nvPr/>
        </p:nvSpPr>
        <p:spPr>
          <a:xfrm>
            <a:off x="8815600" y="268650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ECEAF0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255" name="Text 253"/>
          <p:cNvSpPr/>
          <p:nvPr/>
        </p:nvSpPr>
        <p:spPr>
          <a:xfrm>
            <a:off x="8815600" y="2772461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dirty="0">
                <a:solidFill>
                  <a:srgbClr val="9F9A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65" dirty="0"/>
          </a:p>
        </p:txBody>
      </p:sp>
      <p:sp>
        <p:nvSpPr>
          <p:cNvPr id="256" name="Shape 254"/>
          <p:cNvSpPr/>
          <p:nvPr/>
        </p:nvSpPr>
        <p:spPr>
          <a:xfrm>
            <a:off x="9280899" y="268650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ECEAF0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257" name="Text 255"/>
          <p:cNvSpPr/>
          <p:nvPr/>
        </p:nvSpPr>
        <p:spPr>
          <a:xfrm>
            <a:off x="9280899" y="2772461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dirty="0">
                <a:solidFill>
                  <a:srgbClr val="9F9A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65" dirty="0"/>
          </a:p>
        </p:txBody>
      </p:sp>
      <p:sp>
        <p:nvSpPr>
          <p:cNvPr id="258" name="Shape 256"/>
          <p:cNvSpPr/>
          <p:nvPr/>
        </p:nvSpPr>
        <p:spPr>
          <a:xfrm>
            <a:off x="9746198" y="268650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ECEAF0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259" name="Text 257"/>
          <p:cNvSpPr/>
          <p:nvPr/>
        </p:nvSpPr>
        <p:spPr>
          <a:xfrm>
            <a:off x="9746198" y="2772461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dirty="0">
                <a:solidFill>
                  <a:srgbClr val="9F9A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65" dirty="0"/>
          </a:p>
        </p:txBody>
      </p:sp>
      <p:sp>
        <p:nvSpPr>
          <p:cNvPr id="260" name="Shape 258"/>
          <p:cNvSpPr/>
          <p:nvPr/>
        </p:nvSpPr>
        <p:spPr>
          <a:xfrm>
            <a:off x="10211497" y="268650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261" name="Text 259"/>
          <p:cNvSpPr/>
          <p:nvPr/>
        </p:nvSpPr>
        <p:spPr>
          <a:xfrm>
            <a:off x="10211497" y="2772461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65" dirty="0"/>
          </a:p>
        </p:txBody>
      </p:sp>
      <p:sp>
        <p:nvSpPr>
          <p:cNvPr id="262" name="Shape 260"/>
          <p:cNvSpPr/>
          <p:nvPr/>
        </p:nvSpPr>
        <p:spPr>
          <a:xfrm>
            <a:off x="10676796" y="268650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263" name="Text 261"/>
          <p:cNvSpPr/>
          <p:nvPr/>
        </p:nvSpPr>
        <p:spPr>
          <a:xfrm>
            <a:off x="10676796" y="2772461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65" dirty="0"/>
          </a:p>
        </p:txBody>
      </p:sp>
      <p:sp>
        <p:nvSpPr>
          <p:cNvPr id="264" name="Shape 262"/>
          <p:cNvSpPr/>
          <p:nvPr/>
        </p:nvSpPr>
        <p:spPr>
          <a:xfrm>
            <a:off x="11142095" y="268650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3F2F5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265" name="Text 263"/>
          <p:cNvSpPr/>
          <p:nvPr/>
        </p:nvSpPr>
        <p:spPr>
          <a:xfrm>
            <a:off x="11142095" y="2772461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65" dirty="0"/>
          </a:p>
        </p:txBody>
      </p:sp>
      <p:sp>
        <p:nvSpPr>
          <p:cNvPr id="266" name="Shape 264"/>
          <p:cNvSpPr/>
          <p:nvPr/>
        </p:nvSpPr>
        <p:spPr>
          <a:xfrm>
            <a:off x="8350301" y="305501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3F2F5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267" name="Text 265"/>
          <p:cNvSpPr/>
          <p:nvPr/>
        </p:nvSpPr>
        <p:spPr>
          <a:xfrm>
            <a:off x="8350301" y="3140964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65" dirty="0"/>
          </a:p>
        </p:txBody>
      </p:sp>
      <p:sp>
        <p:nvSpPr>
          <p:cNvPr id="268" name="Shape 266"/>
          <p:cNvSpPr/>
          <p:nvPr/>
        </p:nvSpPr>
        <p:spPr>
          <a:xfrm>
            <a:off x="8815600" y="305501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269" name="Text 267"/>
          <p:cNvSpPr/>
          <p:nvPr/>
        </p:nvSpPr>
        <p:spPr>
          <a:xfrm>
            <a:off x="8815600" y="3140964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65" dirty="0"/>
          </a:p>
        </p:txBody>
      </p:sp>
      <p:sp>
        <p:nvSpPr>
          <p:cNvPr id="270" name="Shape 268"/>
          <p:cNvSpPr/>
          <p:nvPr/>
        </p:nvSpPr>
        <p:spPr>
          <a:xfrm>
            <a:off x="9280899" y="305501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271" name="Text 269"/>
          <p:cNvSpPr/>
          <p:nvPr/>
        </p:nvSpPr>
        <p:spPr>
          <a:xfrm>
            <a:off x="9280899" y="3140964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65" dirty="0"/>
          </a:p>
        </p:txBody>
      </p:sp>
      <p:sp>
        <p:nvSpPr>
          <p:cNvPr id="272" name="Shape 270"/>
          <p:cNvSpPr/>
          <p:nvPr/>
        </p:nvSpPr>
        <p:spPr>
          <a:xfrm>
            <a:off x="9746198" y="305501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273" name="Text 271"/>
          <p:cNvSpPr/>
          <p:nvPr/>
        </p:nvSpPr>
        <p:spPr>
          <a:xfrm>
            <a:off x="9746198" y="3140964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65" dirty="0"/>
          </a:p>
        </p:txBody>
      </p:sp>
      <p:sp>
        <p:nvSpPr>
          <p:cNvPr id="274" name="Shape 272"/>
          <p:cNvSpPr/>
          <p:nvPr/>
        </p:nvSpPr>
        <p:spPr>
          <a:xfrm>
            <a:off x="10211497" y="305501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275" name="Text 273"/>
          <p:cNvSpPr/>
          <p:nvPr/>
        </p:nvSpPr>
        <p:spPr>
          <a:xfrm>
            <a:off x="10211497" y="3140964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65" dirty="0"/>
          </a:p>
        </p:txBody>
      </p:sp>
      <p:sp>
        <p:nvSpPr>
          <p:cNvPr id="276" name="Shape 274"/>
          <p:cNvSpPr/>
          <p:nvPr/>
        </p:nvSpPr>
        <p:spPr>
          <a:xfrm>
            <a:off x="10676796" y="305501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277" name="Text 275"/>
          <p:cNvSpPr/>
          <p:nvPr/>
        </p:nvSpPr>
        <p:spPr>
          <a:xfrm>
            <a:off x="10676796" y="3140964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65" dirty="0"/>
          </a:p>
        </p:txBody>
      </p:sp>
      <p:sp>
        <p:nvSpPr>
          <p:cNvPr id="278" name="Shape 276"/>
          <p:cNvSpPr/>
          <p:nvPr/>
        </p:nvSpPr>
        <p:spPr>
          <a:xfrm>
            <a:off x="11142095" y="305501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3F2F5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279" name="Text 277"/>
          <p:cNvSpPr/>
          <p:nvPr/>
        </p:nvSpPr>
        <p:spPr>
          <a:xfrm>
            <a:off x="11142095" y="3140964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65" dirty="0"/>
          </a:p>
        </p:txBody>
      </p:sp>
      <p:sp>
        <p:nvSpPr>
          <p:cNvPr id="280" name="Shape 278"/>
          <p:cNvSpPr/>
          <p:nvPr/>
        </p:nvSpPr>
        <p:spPr>
          <a:xfrm>
            <a:off x="8350301" y="3423514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3F2F5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281" name="Text 279"/>
          <p:cNvSpPr/>
          <p:nvPr/>
        </p:nvSpPr>
        <p:spPr>
          <a:xfrm>
            <a:off x="8350301" y="3509468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65" dirty="0"/>
          </a:p>
        </p:txBody>
      </p:sp>
      <p:sp>
        <p:nvSpPr>
          <p:cNvPr id="282" name="Shape 280"/>
          <p:cNvSpPr/>
          <p:nvPr/>
        </p:nvSpPr>
        <p:spPr>
          <a:xfrm>
            <a:off x="8815600" y="3423514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283" name="Text 281"/>
          <p:cNvSpPr/>
          <p:nvPr/>
        </p:nvSpPr>
        <p:spPr>
          <a:xfrm>
            <a:off x="8815600" y="3509467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65" dirty="0"/>
          </a:p>
        </p:txBody>
      </p:sp>
      <p:sp>
        <p:nvSpPr>
          <p:cNvPr id="284" name="Shape 282"/>
          <p:cNvSpPr/>
          <p:nvPr/>
        </p:nvSpPr>
        <p:spPr>
          <a:xfrm>
            <a:off x="9280899" y="3423514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285" name="Text 283"/>
          <p:cNvSpPr/>
          <p:nvPr/>
        </p:nvSpPr>
        <p:spPr>
          <a:xfrm>
            <a:off x="9280899" y="3509467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65" dirty="0"/>
          </a:p>
        </p:txBody>
      </p:sp>
      <p:sp>
        <p:nvSpPr>
          <p:cNvPr id="286" name="Shape 284"/>
          <p:cNvSpPr/>
          <p:nvPr/>
        </p:nvSpPr>
        <p:spPr>
          <a:xfrm>
            <a:off x="9746198" y="3423514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287" name="Text 285"/>
          <p:cNvSpPr/>
          <p:nvPr/>
        </p:nvSpPr>
        <p:spPr>
          <a:xfrm>
            <a:off x="9746198" y="3509467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65" dirty="0"/>
          </a:p>
        </p:txBody>
      </p:sp>
      <p:sp>
        <p:nvSpPr>
          <p:cNvPr id="288" name="Shape 286"/>
          <p:cNvSpPr/>
          <p:nvPr/>
        </p:nvSpPr>
        <p:spPr>
          <a:xfrm>
            <a:off x="10211497" y="3423514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289" name="Text 287"/>
          <p:cNvSpPr/>
          <p:nvPr/>
        </p:nvSpPr>
        <p:spPr>
          <a:xfrm>
            <a:off x="10211497" y="3509467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65" dirty="0"/>
          </a:p>
        </p:txBody>
      </p:sp>
      <p:sp>
        <p:nvSpPr>
          <p:cNvPr id="290" name="Shape 288"/>
          <p:cNvSpPr/>
          <p:nvPr/>
        </p:nvSpPr>
        <p:spPr>
          <a:xfrm>
            <a:off x="10676796" y="3423514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291" name="Text 289"/>
          <p:cNvSpPr/>
          <p:nvPr/>
        </p:nvSpPr>
        <p:spPr>
          <a:xfrm>
            <a:off x="10676796" y="3509467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65" dirty="0"/>
          </a:p>
        </p:txBody>
      </p:sp>
      <p:sp>
        <p:nvSpPr>
          <p:cNvPr id="292" name="Shape 290"/>
          <p:cNvSpPr/>
          <p:nvPr/>
        </p:nvSpPr>
        <p:spPr>
          <a:xfrm>
            <a:off x="11142095" y="3423514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3F2F5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293" name="Text 291"/>
          <p:cNvSpPr/>
          <p:nvPr/>
        </p:nvSpPr>
        <p:spPr>
          <a:xfrm>
            <a:off x="11142095" y="3509467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65" dirty="0"/>
          </a:p>
        </p:txBody>
      </p:sp>
      <p:sp>
        <p:nvSpPr>
          <p:cNvPr id="294" name="Shape 292"/>
          <p:cNvSpPr/>
          <p:nvPr/>
        </p:nvSpPr>
        <p:spPr>
          <a:xfrm>
            <a:off x="8350301" y="379201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3F2F5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295" name="Text 293"/>
          <p:cNvSpPr/>
          <p:nvPr/>
        </p:nvSpPr>
        <p:spPr>
          <a:xfrm>
            <a:off x="8350301" y="3877970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65" dirty="0"/>
          </a:p>
        </p:txBody>
      </p:sp>
      <p:sp>
        <p:nvSpPr>
          <p:cNvPr id="296" name="Shape 294"/>
          <p:cNvSpPr/>
          <p:nvPr/>
        </p:nvSpPr>
        <p:spPr>
          <a:xfrm>
            <a:off x="8815600" y="379201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4A4650"/>
          </a:solidFill>
          <a:ln w="12700">
            <a:solidFill>
              <a:srgbClr val="4A4650"/>
            </a:solidFill>
            <a:prstDash val="solid"/>
          </a:ln>
        </p:spPr>
        <p:txBody>
          <a:bodyPr/>
          <a:p/>
        </p:txBody>
      </p:sp>
      <p:sp>
        <p:nvSpPr>
          <p:cNvPr id="297" name="Text 295"/>
          <p:cNvSpPr/>
          <p:nvPr/>
        </p:nvSpPr>
        <p:spPr>
          <a:xfrm>
            <a:off x="8815600" y="3877970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65" dirty="0"/>
          </a:p>
        </p:txBody>
      </p:sp>
      <p:sp>
        <p:nvSpPr>
          <p:cNvPr id="298" name="Shape 296"/>
          <p:cNvSpPr/>
          <p:nvPr/>
        </p:nvSpPr>
        <p:spPr>
          <a:xfrm>
            <a:off x="8964164" y="4059936"/>
            <a:ext cx="139825" cy="2011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9" name="Shape 297"/>
          <p:cNvSpPr/>
          <p:nvPr/>
        </p:nvSpPr>
        <p:spPr>
          <a:xfrm>
            <a:off x="9280899" y="379201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300" name="Text 298"/>
          <p:cNvSpPr/>
          <p:nvPr/>
        </p:nvSpPr>
        <p:spPr>
          <a:xfrm>
            <a:off x="9280899" y="3877970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65" dirty="0"/>
          </a:p>
        </p:txBody>
      </p:sp>
      <p:sp>
        <p:nvSpPr>
          <p:cNvPr id="301" name="Shape 299"/>
          <p:cNvSpPr/>
          <p:nvPr/>
        </p:nvSpPr>
        <p:spPr>
          <a:xfrm>
            <a:off x="9746198" y="379201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302" name="Text 300"/>
          <p:cNvSpPr/>
          <p:nvPr/>
        </p:nvSpPr>
        <p:spPr>
          <a:xfrm>
            <a:off x="9746198" y="3877970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65" dirty="0"/>
          </a:p>
        </p:txBody>
      </p:sp>
      <p:sp>
        <p:nvSpPr>
          <p:cNvPr id="303" name="Shape 301"/>
          <p:cNvSpPr/>
          <p:nvPr/>
        </p:nvSpPr>
        <p:spPr>
          <a:xfrm>
            <a:off x="10211497" y="379201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304" name="Text 302"/>
          <p:cNvSpPr/>
          <p:nvPr/>
        </p:nvSpPr>
        <p:spPr>
          <a:xfrm>
            <a:off x="10211497" y="3877970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65" dirty="0"/>
          </a:p>
        </p:txBody>
      </p:sp>
      <p:sp>
        <p:nvSpPr>
          <p:cNvPr id="305" name="Shape 303"/>
          <p:cNvSpPr/>
          <p:nvPr/>
        </p:nvSpPr>
        <p:spPr>
          <a:xfrm>
            <a:off x="10676796" y="379201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4A4650"/>
          </a:solidFill>
          <a:ln w="12700">
            <a:solidFill>
              <a:srgbClr val="4A4650"/>
            </a:solidFill>
            <a:prstDash val="solid"/>
          </a:ln>
        </p:spPr>
        <p:txBody>
          <a:bodyPr/>
          <a:p/>
        </p:txBody>
      </p:sp>
      <p:sp>
        <p:nvSpPr>
          <p:cNvPr id="306" name="Text 304"/>
          <p:cNvSpPr/>
          <p:nvPr/>
        </p:nvSpPr>
        <p:spPr>
          <a:xfrm>
            <a:off x="10676796" y="3877970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65" dirty="0"/>
          </a:p>
        </p:txBody>
      </p:sp>
      <p:sp>
        <p:nvSpPr>
          <p:cNvPr id="307" name="Shape 305"/>
          <p:cNvSpPr/>
          <p:nvPr/>
        </p:nvSpPr>
        <p:spPr>
          <a:xfrm>
            <a:off x="10825360" y="4059936"/>
            <a:ext cx="139825" cy="2011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8" name="Shape 306"/>
          <p:cNvSpPr/>
          <p:nvPr/>
        </p:nvSpPr>
        <p:spPr>
          <a:xfrm>
            <a:off x="11142095" y="379201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3F2F5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309" name="Text 307"/>
          <p:cNvSpPr/>
          <p:nvPr/>
        </p:nvSpPr>
        <p:spPr>
          <a:xfrm>
            <a:off x="11142095" y="3877970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65" dirty="0"/>
          </a:p>
        </p:txBody>
      </p:sp>
      <p:sp>
        <p:nvSpPr>
          <p:cNvPr id="310" name="Shape 308"/>
          <p:cNvSpPr/>
          <p:nvPr/>
        </p:nvSpPr>
        <p:spPr>
          <a:xfrm>
            <a:off x="8350301" y="416052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4A4650"/>
          </a:solidFill>
          <a:ln w="12700">
            <a:solidFill>
              <a:srgbClr val="4A4650"/>
            </a:solidFill>
            <a:prstDash val="solid"/>
          </a:ln>
        </p:spPr>
        <p:txBody>
          <a:bodyPr/>
          <a:p/>
        </p:txBody>
      </p:sp>
      <p:sp>
        <p:nvSpPr>
          <p:cNvPr id="311" name="Text 309"/>
          <p:cNvSpPr/>
          <p:nvPr/>
        </p:nvSpPr>
        <p:spPr>
          <a:xfrm>
            <a:off x="8350301" y="4246473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65" dirty="0"/>
          </a:p>
        </p:txBody>
      </p:sp>
      <p:sp>
        <p:nvSpPr>
          <p:cNvPr id="312" name="Shape 310"/>
          <p:cNvSpPr/>
          <p:nvPr/>
        </p:nvSpPr>
        <p:spPr>
          <a:xfrm>
            <a:off x="8498865" y="4428439"/>
            <a:ext cx="139825" cy="2011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3" name="Shape 311"/>
          <p:cNvSpPr/>
          <p:nvPr/>
        </p:nvSpPr>
        <p:spPr>
          <a:xfrm>
            <a:off x="8815600" y="416052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314" name="Text 312"/>
          <p:cNvSpPr/>
          <p:nvPr/>
        </p:nvSpPr>
        <p:spPr>
          <a:xfrm>
            <a:off x="8815600" y="4246474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65" dirty="0"/>
          </a:p>
        </p:txBody>
      </p:sp>
      <p:sp>
        <p:nvSpPr>
          <p:cNvPr id="315" name="Shape 313"/>
          <p:cNvSpPr/>
          <p:nvPr/>
        </p:nvSpPr>
        <p:spPr>
          <a:xfrm>
            <a:off x="9280899" y="416052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316" name="Text 314"/>
          <p:cNvSpPr/>
          <p:nvPr/>
        </p:nvSpPr>
        <p:spPr>
          <a:xfrm>
            <a:off x="9280899" y="4246474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65" dirty="0"/>
          </a:p>
        </p:txBody>
      </p:sp>
      <p:sp>
        <p:nvSpPr>
          <p:cNvPr id="317" name="Shape 315"/>
          <p:cNvSpPr/>
          <p:nvPr/>
        </p:nvSpPr>
        <p:spPr>
          <a:xfrm>
            <a:off x="9746198" y="416052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318" name="Text 316"/>
          <p:cNvSpPr/>
          <p:nvPr/>
        </p:nvSpPr>
        <p:spPr>
          <a:xfrm>
            <a:off x="9746198" y="4246474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65" dirty="0"/>
          </a:p>
        </p:txBody>
      </p:sp>
      <p:sp>
        <p:nvSpPr>
          <p:cNvPr id="319" name="Shape 317"/>
          <p:cNvSpPr/>
          <p:nvPr/>
        </p:nvSpPr>
        <p:spPr>
          <a:xfrm>
            <a:off x="10211497" y="416052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320" name="Text 318"/>
          <p:cNvSpPr/>
          <p:nvPr/>
        </p:nvSpPr>
        <p:spPr>
          <a:xfrm>
            <a:off x="10211497" y="4246474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65" dirty="0"/>
          </a:p>
        </p:txBody>
      </p:sp>
      <p:sp>
        <p:nvSpPr>
          <p:cNvPr id="321" name="Shape 319"/>
          <p:cNvSpPr/>
          <p:nvPr/>
        </p:nvSpPr>
        <p:spPr>
          <a:xfrm>
            <a:off x="10676796" y="416052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322" name="Text 320"/>
          <p:cNvSpPr/>
          <p:nvPr/>
        </p:nvSpPr>
        <p:spPr>
          <a:xfrm>
            <a:off x="10676796" y="4246474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65" dirty="0"/>
          </a:p>
        </p:txBody>
      </p:sp>
      <p:sp>
        <p:nvSpPr>
          <p:cNvPr id="323" name="Shape 321"/>
          <p:cNvSpPr/>
          <p:nvPr/>
        </p:nvSpPr>
        <p:spPr>
          <a:xfrm>
            <a:off x="11142095" y="4160520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F3F2F5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324" name="Text 322"/>
          <p:cNvSpPr/>
          <p:nvPr/>
        </p:nvSpPr>
        <p:spPr>
          <a:xfrm>
            <a:off x="11142095" y="4246474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b="1" dirty="0">
                <a:solidFill>
                  <a:srgbClr val="4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65" dirty="0"/>
          </a:p>
        </p:txBody>
      </p:sp>
      <p:sp>
        <p:nvSpPr>
          <p:cNvPr id="325" name="Shape 323"/>
          <p:cNvSpPr/>
          <p:nvPr/>
        </p:nvSpPr>
        <p:spPr>
          <a:xfrm>
            <a:off x="8350301" y="2686507"/>
            <a:ext cx="436953" cy="334670"/>
          </a:xfrm>
          <a:prstGeom prst="roundRect">
            <a:avLst>
              <a:gd name="adj" fmla="val 13661"/>
            </a:avLst>
          </a:prstGeom>
          <a:solidFill>
            <a:srgbClr val="ECEAF0"/>
          </a:solidFill>
          <a:ln w="3175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326" name="Text 324"/>
          <p:cNvSpPr/>
          <p:nvPr/>
        </p:nvSpPr>
        <p:spPr>
          <a:xfrm>
            <a:off x="8350301" y="2772461"/>
            <a:ext cx="43695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altLang="en-US" sz="1065" dirty="0">
                <a:solidFill>
                  <a:srgbClr val="9F9A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65" dirty="0"/>
          </a:p>
        </p:txBody>
      </p:sp>
      <p:sp>
        <p:nvSpPr>
          <p:cNvPr id="327" name="Shape 325"/>
          <p:cNvSpPr/>
          <p:nvPr/>
        </p:nvSpPr>
        <p:spPr>
          <a:xfrm>
            <a:off x="8350301" y="4601261"/>
            <a:ext cx="3228746" cy="0"/>
          </a:xfrm>
          <a:prstGeom prst="line">
            <a:avLst/>
          </a:prstGeom>
          <a:noFill/>
          <a:ln w="10160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328" name="Text 326"/>
          <p:cNvSpPr/>
          <p:nvPr/>
        </p:nvSpPr>
        <p:spPr>
          <a:xfrm>
            <a:off x="8350301" y="4701845"/>
            <a:ext cx="204825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altLang="en-US" sz="900" b="1" spc="108" kern="0" dirty="0">
                <a:solidFill>
                  <a:srgbClr val="77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900" dirty="0"/>
          </a:p>
        </p:txBody>
      </p:sp>
      <p:sp>
        <p:nvSpPr>
          <p:cNvPr id="329" name="Text 327"/>
          <p:cNvSpPr/>
          <p:nvPr/>
        </p:nvSpPr>
        <p:spPr>
          <a:xfrm>
            <a:off x="10503713" y="4705502"/>
            <a:ext cx="107350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lnSpc>
                <a:spcPct val="100000"/>
              </a:lnSpc>
              <a:buNone/>
            </a:pPr>
            <a:endParaRPr lang="en-US" sz="790" dirty="0"/>
          </a:p>
        </p:txBody>
      </p:sp>
      <p:sp>
        <p:nvSpPr>
          <p:cNvPr id="330" name="Shape 328"/>
          <p:cNvSpPr/>
          <p:nvPr/>
        </p:nvSpPr>
        <p:spPr>
          <a:xfrm>
            <a:off x="8348472" y="4967935"/>
            <a:ext cx="3232404" cy="410565"/>
          </a:xfrm>
          <a:prstGeom prst="roundRect">
            <a:avLst>
              <a:gd name="adj" fmla="val 12621"/>
            </a:avLst>
          </a:prstGeom>
          <a:solidFill>
            <a:srgbClr val="F3F2F5"/>
          </a:solidFill>
          <a:ln w="3556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331" name="Shape 329"/>
          <p:cNvSpPr/>
          <p:nvPr/>
        </p:nvSpPr>
        <p:spPr>
          <a:xfrm>
            <a:off x="8348472" y="4967935"/>
            <a:ext cx="31090" cy="410565"/>
          </a:xfrm>
          <a:prstGeom prst="rect">
            <a:avLst/>
          </a:prstGeom>
          <a:solidFill>
            <a:srgbClr val="4A4650"/>
          </a:solidFill>
          <a:ln w="12700">
            <a:solidFill>
              <a:srgbClr val="4A4650"/>
            </a:solidFill>
            <a:prstDash val="solid"/>
          </a:ln>
        </p:spPr>
        <p:txBody>
          <a:bodyPr/>
          <a:p/>
        </p:txBody>
      </p:sp>
      <p:sp>
        <p:nvSpPr>
          <p:cNvPr id="332" name="Shape 330"/>
          <p:cNvSpPr/>
          <p:nvPr/>
        </p:nvSpPr>
        <p:spPr>
          <a:xfrm>
            <a:off x="8485632" y="5009083"/>
            <a:ext cx="777240" cy="328269"/>
          </a:xfrm>
          <a:prstGeom prst="roundRect">
            <a:avLst>
              <a:gd name="adj" fmla="val 18727"/>
            </a:avLst>
          </a:prstGeom>
          <a:solidFill>
            <a:srgbClr val="F3F2F5"/>
          </a:solidFill>
          <a:ln w="1270">
            <a:solidFill>
              <a:srgbClr val="F3F2F5"/>
            </a:solidFill>
            <a:prstDash val="solid"/>
          </a:ln>
        </p:spPr>
        <p:txBody>
          <a:bodyPr/>
          <a:p/>
        </p:txBody>
      </p:sp>
      <p:sp>
        <p:nvSpPr>
          <p:cNvPr id="333" name="Text 331"/>
          <p:cNvSpPr/>
          <p:nvPr/>
        </p:nvSpPr>
        <p:spPr>
          <a:xfrm>
            <a:off x="8485632" y="5009083"/>
            <a:ext cx="777240" cy="3282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E173E"/>
                </a:solidFill>
                <a:latin typeface="Arial"/>
              </a:defRPr>
            </a:pPr>
            <a:r>
              <a:rPr sz="1000" b="1">
                <a:solidFill>
                  <a:srgbClr val="3E173E"/>
                </a:solidFill>
                <a:latin typeface="Arial"/>
              </a:rPr>
              <a:t>O</a:t>
            </a:r>
          </a:p>
        </p:txBody>
      </p:sp>
      <p:sp>
        <p:nvSpPr>
          <p:cNvPr id="334" name="Text 332"/>
          <p:cNvSpPr/>
          <p:nvPr/>
        </p:nvSpPr>
        <p:spPr>
          <a:xfrm>
            <a:off x="9345168" y="5009083"/>
            <a:ext cx="2125980" cy="3282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>
                <a:solidFill>
                  <a:srgbClr val="4A4650"/>
                </a:solidFill>
                <a:latin typeface="Arial"/>
              </a:defRPr>
            </a:pPr>
            <a:r>
              <a:rPr sz="1025">
                <a:solidFill>
                  <a:srgbClr val="4A4650"/>
                </a:solidFill>
                <a:latin typeface="Arial"/>
              </a:rPr>
              <a:t>F</a:t>
            </a:r>
          </a:p>
        </p:txBody>
      </p:sp>
      <p:sp>
        <p:nvSpPr>
          <p:cNvPr id="335" name="Shape 333"/>
          <p:cNvSpPr/>
          <p:nvPr/>
        </p:nvSpPr>
        <p:spPr>
          <a:xfrm>
            <a:off x="8348472" y="5436108"/>
            <a:ext cx="3232404" cy="410565"/>
          </a:xfrm>
          <a:prstGeom prst="roundRect">
            <a:avLst>
              <a:gd name="adj" fmla="val 12621"/>
            </a:avLst>
          </a:prstGeom>
          <a:solidFill>
            <a:srgbClr val="F3F2F5"/>
          </a:solidFill>
          <a:ln w="3556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336" name="Shape 334"/>
          <p:cNvSpPr/>
          <p:nvPr/>
        </p:nvSpPr>
        <p:spPr>
          <a:xfrm>
            <a:off x="8348472" y="5436108"/>
            <a:ext cx="31090" cy="410565"/>
          </a:xfrm>
          <a:prstGeom prst="rect">
            <a:avLst/>
          </a:prstGeom>
          <a:solidFill>
            <a:srgbClr val="4A4650"/>
          </a:solidFill>
          <a:ln w="12700">
            <a:solidFill>
              <a:srgbClr val="4A4650"/>
            </a:solidFill>
            <a:prstDash val="solid"/>
          </a:ln>
        </p:spPr>
        <p:txBody>
          <a:bodyPr/>
          <a:p/>
        </p:txBody>
      </p:sp>
      <p:sp>
        <p:nvSpPr>
          <p:cNvPr id="337" name="Shape 335"/>
          <p:cNvSpPr/>
          <p:nvPr/>
        </p:nvSpPr>
        <p:spPr>
          <a:xfrm>
            <a:off x="8485632" y="5477256"/>
            <a:ext cx="777240" cy="328269"/>
          </a:xfrm>
          <a:prstGeom prst="roundRect">
            <a:avLst>
              <a:gd name="adj" fmla="val 18727"/>
            </a:avLst>
          </a:prstGeom>
          <a:solidFill>
            <a:srgbClr val="F3F2F5"/>
          </a:solidFill>
          <a:ln w="1270">
            <a:solidFill>
              <a:srgbClr val="F3F2F5"/>
            </a:solidFill>
            <a:prstDash val="solid"/>
          </a:ln>
        </p:spPr>
        <p:txBody>
          <a:bodyPr/>
          <a:p/>
        </p:txBody>
      </p:sp>
      <p:sp>
        <p:nvSpPr>
          <p:cNvPr id="338" name="Text 336"/>
          <p:cNvSpPr/>
          <p:nvPr/>
        </p:nvSpPr>
        <p:spPr>
          <a:xfrm>
            <a:off x="8485632" y="5477256"/>
            <a:ext cx="777240" cy="3282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E173E"/>
                </a:solidFill>
                <a:latin typeface="Arial"/>
              </a:defRPr>
            </a:pPr>
            <a:r>
              <a:rPr sz="1000" b="1">
                <a:solidFill>
                  <a:srgbClr val="3E173E"/>
                </a:solidFill>
                <a:latin typeface="Arial"/>
              </a:rPr>
              <a:t>O</a:t>
            </a:r>
          </a:p>
        </p:txBody>
      </p:sp>
      <p:sp>
        <p:nvSpPr>
          <p:cNvPr id="339" name="Text 337"/>
          <p:cNvSpPr/>
          <p:nvPr/>
        </p:nvSpPr>
        <p:spPr>
          <a:xfrm>
            <a:off x="9345168" y="5477256"/>
            <a:ext cx="2125980" cy="3282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>
                <a:solidFill>
                  <a:srgbClr val="4A4650"/>
                </a:solidFill>
                <a:latin typeface="Arial"/>
              </a:defRPr>
            </a:pPr>
            <a:r>
              <a:rPr sz="1025">
                <a:solidFill>
                  <a:srgbClr val="4A4650"/>
                </a:solidFill>
                <a:latin typeface="Arial"/>
              </a:rPr>
              <a:t>U</a:t>
            </a:r>
          </a:p>
        </p:txBody>
      </p:sp>
      <p:sp>
        <p:nvSpPr>
          <p:cNvPr id="340" name="Shape 338"/>
          <p:cNvSpPr/>
          <p:nvPr/>
        </p:nvSpPr>
        <p:spPr>
          <a:xfrm>
            <a:off x="8348472" y="5904281"/>
            <a:ext cx="3232404" cy="410565"/>
          </a:xfrm>
          <a:prstGeom prst="roundRect">
            <a:avLst>
              <a:gd name="adj" fmla="val 12621"/>
            </a:avLst>
          </a:prstGeom>
          <a:solidFill>
            <a:srgbClr val="F3F2F5"/>
          </a:solidFill>
          <a:ln w="3556">
            <a:solidFill>
              <a:srgbClr val="E1DFE5"/>
            </a:solidFill>
            <a:prstDash val="solid"/>
          </a:ln>
        </p:spPr>
        <p:txBody>
          <a:bodyPr/>
          <a:p/>
        </p:txBody>
      </p:sp>
      <p:sp>
        <p:nvSpPr>
          <p:cNvPr id="341" name="Shape 339"/>
          <p:cNvSpPr/>
          <p:nvPr/>
        </p:nvSpPr>
        <p:spPr>
          <a:xfrm>
            <a:off x="8348472" y="5904281"/>
            <a:ext cx="31090" cy="410565"/>
          </a:xfrm>
          <a:prstGeom prst="rect">
            <a:avLst/>
          </a:prstGeom>
          <a:solidFill>
            <a:srgbClr val="4A4650"/>
          </a:solidFill>
          <a:ln w="12700">
            <a:solidFill>
              <a:srgbClr val="4A4650"/>
            </a:solidFill>
            <a:prstDash val="solid"/>
          </a:ln>
        </p:spPr>
        <p:txBody>
          <a:bodyPr/>
          <a:p/>
        </p:txBody>
      </p:sp>
      <p:sp>
        <p:nvSpPr>
          <p:cNvPr id="342" name="Shape 340"/>
          <p:cNvSpPr/>
          <p:nvPr/>
        </p:nvSpPr>
        <p:spPr>
          <a:xfrm>
            <a:off x="8485632" y="5945429"/>
            <a:ext cx="777240" cy="328269"/>
          </a:xfrm>
          <a:prstGeom prst="roundRect">
            <a:avLst>
              <a:gd name="adj" fmla="val 18727"/>
            </a:avLst>
          </a:prstGeom>
          <a:solidFill>
            <a:srgbClr val="F3F2F5"/>
          </a:solidFill>
          <a:ln w="1270">
            <a:solidFill>
              <a:srgbClr val="F3F2F5"/>
            </a:solidFill>
            <a:prstDash val="solid"/>
          </a:ln>
        </p:spPr>
        <p:txBody>
          <a:bodyPr/>
          <a:p/>
        </p:txBody>
      </p:sp>
      <p:sp>
        <p:nvSpPr>
          <p:cNvPr id="343" name="Text 341"/>
          <p:cNvSpPr/>
          <p:nvPr/>
        </p:nvSpPr>
        <p:spPr>
          <a:xfrm>
            <a:off x="8485632" y="5945429"/>
            <a:ext cx="777240" cy="3282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E173E"/>
                </a:solidFill>
                <a:latin typeface="Arial"/>
              </a:defRPr>
            </a:pPr>
            <a:r>
              <a:rPr sz="1000" b="1">
                <a:solidFill>
                  <a:srgbClr val="3E173E"/>
                </a:solidFill>
                <a:latin typeface="Arial"/>
              </a:rPr>
              <a:t>O</a:t>
            </a:r>
          </a:p>
        </p:txBody>
      </p:sp>
      <p:sp>
        <p:nvSpPr>
          <p:cNvPr id="344" name="Text 342"/>
          <p:cNvSpPr/>
          <p:nvPr/>
        </p:nvSpPr>
        <p:spPr>
          <a:xfrm>
            <a:off x="9345168" y="5945429"/>
            <a:ext cx="2125980" cy="3282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0" b="1">
                <a:solidFill>
                  <a:srgbClr val="4A4650"/>
                </a:solidFill>
                <a:latin typeface="Arial"/>
              </a:defRPr>
            </a:pPr>
            <a:r>
              <a:rPr sz="910" b="1">
                <a:solidFill>
                  <a:srgbClr val="4A4650"/>
                </a:solidFill>
                <a:latin typeface="Arial"/>
              </a:rPr>
              <a:t>G</a:t>
            </a:r>
            <a:r>
              <a:rPr sz="910" b="1">
                <a:solidFill>
                  <a:srgbClr val="4A4650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Transaction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CRA | October 2026 Pre-Launch Workstream Calendar</dc:title>
  <dc:subject>CRA October 2026 pre-launch execution schedule</dc:subject>
  <dc:creator>OpenAI</dc:creator>
  <cp:lastModifiedBy>OpenAI</cp:lastModifiedBy>
  <cp:revision>1</cp:revision>
  <dcterms:created xsi:type="dcterms:W3CDTF">2026-10-11T18:07:27Z</dcterms:created>
  <dcterms:modified xsi:type="dcterms:W3CDTF">2026-10-11T18:07:27Z</dcterms:modified>
</cp:coreProperties>
</file>