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A_Customer_Site_Master_First_Letters_N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format</dc:title>
  <dc:subject/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