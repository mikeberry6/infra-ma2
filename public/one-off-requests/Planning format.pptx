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875520" cy="13167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521208" y="1289304"/>
            <a:ext cx="2194560" cy="512064"/>
          </a:xfrm>
          <a:prstGeom prst="rect">
            <a:avLst/>
          </a:prstGeom>
          <a:solidFill>
            <a:srgbClr val="13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15768" y="1289304"/>
            <a:ext cx="3941063" cy="512064"/>
          </a:xfrm>
          <a:prstGeom prst="rect">
            <a:avLst/>
          </a:prstGeom>
          <a:solidFill>
            <a:srgbClr val="17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56831" y="1289304"/>
            <a:ext cx="2697480" cy="512064"/>
          </a:xfrm>
          <a:prstGeom prst="rect">
            <a:avLst/>
          </a:prstGeom>
          <a:solidFill>
            <a:srgbClr val="13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15768" y="1307592"/>
            <a:ext cx="0" cy="475488"/>
          </a:xfrm>
          <a:prstGeom prst="line">
            <a:avLst/>
          </a:prstGeom>
          <a:ln w="14604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56831" y="1307592"/>
            <a:ext cx="0" cy="475488"/>
          </a:xfrm>
          <a:prstGeom prst="line">
            <a:avLst/>
          </a:prstGeom>
          <a:ln w="14604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1208" y="1801368"/>
            <a:ext cx="8833104" cy="0"/>
          </a:xfrm>
          <a:prstGeom prst="line">
            <a:avLst/>
          </a:prstGeom>
          <a:ln w="11430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52144" y="1446580"/>
            <a:ext cx="173736" cy="205740"/>
          </a:xfrm>
          <a:prstGeom prst="rect">
            <a:avLst/>
          </a:prstGeom>
          <a:solidFill>
            <a:srgbClr val="132F49"/>
          </a:solidFill>
          <a:ln w="16510">
            <a:solidFill>
              <a:srgbClr val="AE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88720" y="1506016"/>
            <a:ext cx="105155" cy="0"/>
          </a:xfrm>
          <a:prstGeom prst="line">
            <a:avLst/>
          </a:prstGeom>
          <a:ln w="12700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1549907"/>
            <a:ext cx="105155" cy="0"/>
          </a:xfrm>
          <a:prstGeom prst="line">
            <a:avLst/>
          </a:prstGeom>
          <a:ln w="12700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1593799"/>
            <a:ext cx="105155" cy="0"/>
          </a:xfrm>
          <a:prstGeom prst="line">
            <a:avLst/>
          </a:prstGeom>
          <a:ln w="12700">
            <a:solidFill>
              <a:srgbClr val="AE8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26464" y="1305763"/>
            <a:ext cx="1024128" cy="479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9" b="1">
                <a:solidFill>
                  <a:srgbClr val="FFFFFF"/>
                </a:solidFill>
                <a:latin typeface="Georgia"/>
              </a:defRPr>
            </a:pPr>
            <a:r>
              <a:t>T</a:t>
            </a:r>
          </a:p>
        </p:txBody>
      </p:sp>
      <p:sp>
        <p:nvSpPr>
          <p:cNvPr id="14" name="Gear 6 13"/>
          <p:cNvSpPr/>
          <p:nvPr/>
        </p:nvSpPr>
        <p:spPr>
          <a:xfrm>
            <a:off x="3840480" y="1431950"/>
            <a:ext cx="214884" cy="214884"/>
          </a:xfrm>
          <a:prstGeom prst="gear6">
            <a:avLst/>
          </a:prstGeom>
          <a:solidFill>
            <a:srgbClr val="AE8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17289" y="1508760"/>
            <a:ext cx="61264" cy="61264"/>
          </a:xfrm>
          <a:prstGeom prst="ellipse">
            <a:avLst/>
          </a:prstGeom>
          <a:solidFill>
            <a:srgbClr val="17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1305763"/>
            <a:ext cx="1947672" cy="479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9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7" name="Can 16"/>
          <p:cNvSpPr/>
          <p:nvPr/>
        </p:nvSpPr>
        <p:spPr>
          <a:xfrm>
            <a:off x="6922008" y="1441094"/>
            <a:ext cx="215798" cy="214884"/>
          </a:xfrm>
          <a:prstGeom prst="can">
            <a:avLst/>
          </a:prstGeom>
          <a:solidFill>
            <a:srgbClr val="132F49"/>
          </a:solidFill>
          <a:ln w="15875">
            <a:solidFill>
              <a:srgbClr val="AE8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305763"/>
            <a:ext cx="2057400" cy="479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39" b="1">
                <a:solidFill>
                  <a:srgbClr val="FFFFFF"/>
                </a:solidFill>
                <a:latin typeface="Georgia"/>
              </a:defRPr>
            </a:pPr>
            <a:r>
              <a:t>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1851660"/>
            <a:ext cx="8833104" cy="411480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1851660"/>
            <a:ext cx="47548" cy="41148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1891893"/>
            <a:ext cx="331012" cy="331012"/>
          </a:xfrm>
          <a:prstGeom prst="ellipse">
            <a:avLst/>
          </a:prstGeom>
          <a:solidFill>
            <a:srgbClr val="AE8E48"/>
          </a:solidFill>
          <a:ln w="8890">
            <a:solidFill>
              <a:srgbClr val="87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884578"/>
            <a:ext cx="33101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64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1867204"/>
            <a:ext cx="8138160" cy="380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A2C43"/>
                </a:solidFill>
                <a:latin typeface="Georgia"/>
              </a:defRPr>
            </a:pPr>
            <a:r>
              <a:t>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2263140"/>
            <a:ext cx="2194560" cy="777240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15768" y="2263140"/>
            <a:ext cx="3941063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56831" y="226314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715768" y="2263140"/>
            <a:ext cx="0" cy="7772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56831" y="2263140"/>
            <a:ext cx="0" cy="7772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1208" y="3040380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1208" y="2263140"/>
            <a:ext cx="0" cy="7772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54312" y="2263140"/>
            <a:ext cx="0" cy="7772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0372" y="2279599"/>
            <a:ext cx="1970531" cy="7443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0" y="2324150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0" y="2494356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0" y="2664561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8564" y="2324150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8564" y="2494356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8564" y="2664561"/>
            <a:ext cx="2482595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" y="3090672"/>
            <a:ext cx="8833104" cy="411480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1208" y="3090672"/>
            <a:ext cx="47548" cy="41148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080" y="3130905"/>
            <a:ext cx="331012" cy="331012"/>
          </a:xfrm>
          <a:prstGeom prst="ellipse">
            <a:avLst/>
          </a:prstGeom>
          <a:solidFill>
            <a:srgbClr val="AE8E48"/>
          </a:solidFill>
          <a:ln w="8890">
            <a:solidFill>
              <a:srgbClr val="87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123590"/>
            <a:ext cx="33101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64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3106216"/>
            <a:ext cx="8138160" cy="380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A2C43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" y="3502152"/>
            <a:ext cx="2194560" cy="877824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15768" y="3502152"/>
            <a:ext cx="3941063" cy="877824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56831" y="3502152"/>
            <a:ext cx="2697480" cy="877824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715768" y="3502152"/>
            <a:ext cx="0" cy="87782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656831" y="3502152"/>
            <a:ext cx="0" cy="87782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21208" y="4379976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1208" y="3502152"/>
            <a:ext cx="0" cy="87782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54312" y="3502152"/>
            <a:ext cx="0" cy="87782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0372" y="3518611"/>
            <a:ext cx="1970531" cy="8449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7500" y="3613454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7500" y="3939235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7500" y="4109440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8564" y="3613454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98564" y="3783660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98564" y="3953865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4430268"/>
            <a:ext cx="8833104" cy="411480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21208" y="4430268"/>
            <a:ext cx="47548" cy="41148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080" y="4470501"/>
            <a:ext cx="331012" cy="331012"/>
          </a:xfrm>
          <a:prstGeom prst="ellipse">
            <a:avLst/>
          </a:prstGeom>
          <a:solidFill>
            <a:srgbClr val="AE8E48"/>
          </a:solidFill>
          <a:ln w="8890">
            <a:solidFill>
              <a:srgbClr val="87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4463186"/>
            <a:ext cx="33101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64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" y="4445812"/>
            <a:ext cx="8138160" cy="380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A2C43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1208" y="4841748"/>
            <a:ext cx="2194560" cy="694944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15768" y="4841748"/>
            <a:ext cx="3941063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56831" y="4841748"/>
            <a:ext cx="26974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2715768" y="4841748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656831" y="4841748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21208" y="5536692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21208" y="4841748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354312" y="4841748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90372" y="4858207"/>
            <a:ext cx="1970531" cy="662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57500" y="4868926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57500" y="5194706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98564" y="4868926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98564" y="5039131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1208" y="5536692"/>
            <a:ext cx="2194560" cy="548640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15768" y="5536692"/>
            <a:ext cx="3941063" cy="54864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656831" y="5536692"/>
            <a:ext cx="2697480" cy="54864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715768" y="5536692"/>
            <a:ext cx="0" cy="5486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56831" y="5536692"/>
            <a:ext cx="0" cy="5486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21208" y="6085332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21208" y="5536692"/>
            <a:ext cx="0" cy="5486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54312" y="5536692"/>
            <a:ext cx="0" cy="5486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90372" y="5553151"/>
            <a:ext cx="1970531" cy="5157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57500" y="5568505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57500" y="5738710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98564" y="5568505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98564" y="5738710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" y="6085332"/>
            <a:ext cx="2194560" cy="649224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15768" y="6085332"/>
            <a:ext cx="3941063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656831" y="6085332"/>
            <a:ext cx="2697480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715768" y="6085332"/>
            <a:ext cx="0" cy="64922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656831" y="6085332"/>
            <a:ext cx="0" cy="64922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21208" y="6734556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21208" y="6085332"/>
            <a:ext cx="0" cy="64922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354312" y="6085332"/>
            <a:ext cx="0" cy="64922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90372" y="6101791"/>
            <a:ext cx="1970531" cy="6163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57500" y="6160122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57500" y="6330327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Q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857500" y="6500533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98564" y="6160122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98564" y="6330327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21208" y="6734556"/>
            <a:ext cx="2194560" cy="722376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715768" y="6734556"/>
            <a:ext cx="3941063" cy="722376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656831" y="6734556"/>
            <a:ext cx="2697480" cy="722376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715768" y="6734556"/>
            <a:ext cx="0" cy="722376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656831" y="6734556"/>
            <a:ext cx="0" cy="722376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21208" y="7456932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21208" y="6734556"/>
            <a:ext cx="0" cy="722376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354312" y="6734556"/>
            <a:ext cx="0" cy="722376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90372" y="6751015"/>
            <a:ext cx="1970531" cy="6894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1A2C43"/>
                </a:solidFill>
                <a:latin typeface="Georgia"/>
              </a:defRPr>
            </a:pPr>
            <a:r>
              <a:t>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57500" y="6768134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57500" y="7093915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57500" y="7264120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798564" y="6768134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98564" y="6938340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21208" y="7456932"/>
            <a:ext cx="2194560" cy="694944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715768" y="7456932"/>
            <a:ext cx="3941063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656831" y="7456932"/>
            <a:ext cx="26974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>
            <a:off x="2715768" y="7456932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656831" y="7456932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21208" y="8151876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21208" y="7456932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354312" y="7456932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90372" y="7473391"/>
            <a:ext cx="1970531" cy="662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P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57500" y="7554582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857500" y="7724787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57500" y="7894993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98564" y="7554582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798564" y="7724787"/>
            <a:ext cx="2482595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C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21208" y="8151876"/>
            <a:ext cx="2194560" cy="585216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715768" y="8151876"/>
            <a:ext cx="3941063" cy="585216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656831" y="8151876"/>
            <a:ext cx="2697480" cy="585216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2715768" y="8151876"/>
            <a:ext cx="0" cy="585216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656831" y="8151876"/>
            <a:ext cx="0" cy="585216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521208" y="8737092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521208" y="8151876"/>
            <a:ext cx="0" cy="585216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354312" y="8151876"/>
            <a:ext cx="0" cy="585216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690372" y="8168335"/>
            <a:ext cx="1970531" cy="5522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A2C43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857500" y="8279765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857500" y="8449970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798564" y="8279765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798564" y="8449970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T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21208" y="8737092"/>
            <a:ext cx="2194560" cy="667512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715768" y="8737092"/>
            <a:ext cx="3941063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656831" y="8737092"/>
            <a:ext cx="26974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2715768" y="8737092"/>
            <a:ext cx="0" cy="667512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656831" y="8737092"/>
            <a:ext cx="0" cy="667512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521208" y="9404604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521208" y="8737092"/>
            <a:ext cx="0" cy="667512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354312" y="8737092"/>
            <a:ext cx="0" cy="667512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90372" y="8753551"/>
            <a:ext cx="1970531" cy="6345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57500" y="8821026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857500" y="8991231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857500" y="9161437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798564" y="8821026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798564" y="8991231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21208" y="9404604"/>
            <a:ext cx="2194560" cy="777240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715768" y="9404604"/>
            <a:ext cx="3941063" cy="77724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56831" y="9404604"/>
            <a:ext cx="2697480" cy="77724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2715768" y="9404604"/>
            <a:ext cx="0" cy="7772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656831" y="9404604"/>
            <a:ext cx="0" cy="77724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521208" y="10181844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521208" y="9404604"/>
            <a:ext cx="0" cy="7772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354312" y="9404604"/>
            <a:ext cx="0" cy="77724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690372" y="9421063"/>
            <a:ext cx="1970531" cy="74432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defRPr sz="1305" b="1">
                <a:solidFill>
                  <a:srgbClr val="1A2C43"/>
                </a:solidFill>
                <a:latin typeface="Georgia"/>
              </a:defRPr>
            </a:pPr>
            <a:r>
              <a:t>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857500" y="9543402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857500" y="9713607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857500" y="9883813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798564" y="9543402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F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798564" y="9713607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A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798564" y="9883813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C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21208" y="10232136"/>
            <a:ext cx="8833104" cy="411480"/>
          </a:xfrm>
          <a:prstGeom prst="rect">
            <a:avLst/>
          </a:prstGeom>
          <a:solidFill>
            <a:srgbClr val="F2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21208" y="10232136"/>
            <a:ext cx="47548" cy="41148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640080" y="10272369"/>
            <a:ext cx="331012" cy="331012"/>
          </a:xfrm>
          <a:prstGeom prst="ellipse">
            <a:avLst/>
          </a:prstGeom>
          <a:solidFill>
            <a:srgbClr val="AE8E48"/>
          </a:solidFill>
          <a:ln w="8890">
            <a:solidFill>
              <a:srgbClr val="876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40080" y="10265054"/>
            <a:ext cx="331012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64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7280" y="10247680"/>
            <a:ext cx="8138160" cy="380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A2C43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21208" y="10643615"/>
            <a:ext cx="2194560" cy="694944"/>
          </a:xfrm>
          <a:prstGeom prst="rect">
            <a:avLst/>
          </a:prstGeom>
          <a:solidFill>
            <a:srgbClr val="E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715768" y="10643615"/>
            <a:ext cx="3941063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656831" y="10643615"/>
            <a:ext cx="26974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2715768" y="10643615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656831" y="10643615"/>
            <a:ext cx="0" cy="694944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521208" y="11338559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521208" y="10643615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354312" y="10643615"/>
            <a:ext cx="0" cy="694944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690372" y="10660075"/>
            <a:ext cx="1970531" cy="662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195" b="1">
                <a:solidFill>
                  <a:srgbClr val="1A2C43"/>
                </a:solidFill>
                <a:latin typeface="Georgia"/>
              </a:defRPr>
            </a:pPr>
            <a:r>
              <a:t>U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857500" y="10741266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857500" y="10911471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I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857500" y="11081677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798564" y="10741266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798564" y="10911471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D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21208" y="11338559"/>
            <a:ext cx="2194560" cy="1051560"/>
          </a:xfrm>
          <a:prstGeom prst="rect">
            <a:avLst/>
          </a:prstGeom>
          <a:solidFill>
            <a:srgbClr val="E1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715768" y="11338559"/>
            <a:ext cx="3941063" cy="105156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56831" y="11338559"/>
            <a:ext cx="2697480" cy="1051560"/>
          </a:xfrm>
          <a:prstGeom prst="rect">
            <a:avLst/>
          </a:prstGeom>
          <a:solidFill>
            <a:srgbClr val="FCF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2715768" y="11338559"/>
            <a:ext cx="0" cy="105156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656831" y="11338559"/>
            <a:ext cx="0" cy="1051560"/>
          </a:xfrm>
          <a:prstGeom prst="line">
            <a:avLst/>
          </a:prstGeom>
          <a:ln w="7620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521208" y="12390119"/>
            <a:ext cx="8833104" cy="0"/>
          </a:xfrm>
          <a:prstGeom prst="line">
            <a:avLst/>
          </a:prstGeom>
          <a:ln w="7874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521208" y="11338559"/>
            <a:ext cx="0" cy="105156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354312" y="11338559"/>
            <a:ext cx="0" cy="1051560"/>
          </a:xfrm>
          <a:prstGeom prst="line">
            <a:avLst/>
          </a:prstGeom>
          <a:ln w="6985">
            <a:solidFill>
              <a:srgbClr val="D1DA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690372" y="11355019"/>
            <a:ext cx="1970531" cy="10186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195" b="1">
                <a:solidFill>
                  <a:srgbClr val="1A2C43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857500" y="11381155"/>
            <a:ext cx="3726180" cy="4987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P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57500" y="11862511"/>
            <a:ext cx="3726180" cy="343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857500" y="12188291"/>
            <a:ext cx="3726180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4" indent="-187453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D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798564" y="11381155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R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798564" y="11551361"/>
            <a:ext cx="2482595" cy="1875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14883" indent="-187452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A2C43"/>
                </a:solidFill>
                <a:latin typeface="Arial"/>
              </a:defRPr>
              <a:buClr>
                <a:srgbClr val="AE8E48"/>
              </a:buClr>
              <a:buSzPts val="1080"/>
              <a:buFont typeface="Arial"/>
              <a:buChar char="▪"/>
            </a:pPr>
            <a:r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